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41"/>
  </p:notesMasterIdLst>
  <p:handoutMasterIdLst>
    <p:handoutMasterId r:id="rId42"/>
  </p:handoutMasterIdLst>
  <p:sldIdLst>
    <p:sldId id="439" r:id="rId2"/>
    <p:sldId id="375" r:id="rId3"/>
    <p:sldId id="440" r:id="rId4"/>
    <p:sldId id="442" r:id="rId5"/>
    <p:sldId id="263" r:id="rId6"/>
    <p:sldId id="276" r:id="rId7"/>
    <p:sldId id="277" r:id="rId8"/>
    <p:sldId id="278" r:id="rId9"/>
    <p:sldId id="279" r:id="rId10"/>
    <p:sldId id="443" r:id="rId11"/>
    <p:sldId id="280" r:id="rId12"/>
    <p:sldId id="281" r:id="rId13"/>
    <p:sldId id="282" r:id="rId14"/>
    <p:sldId id="283" r:id="rId15"/>
    <p:sldId id="284" r:id="rId16"/>
    <p:sldId id="444" r:id="rId17"/>
    <p:sldId id="445" r:id="rId18"/>
    <p:sldId id="290" r:id="rId19"/>
    <p:sldId id="291" r:id="rId20"/>
    <p:sldId id="446" r:id="rId21"/>
    <p:sldId id="295" r:id="rId22"/>
    <p:sldId id="447" r:id="rId23"/>
    <p:sldId id="296" r:id="rId24"/>
    <p:sldId id="454" r:id="rId25"/>
    <p:sldId id="297" r:id="rId26"/>
    <p:sldId id="299" r:id="rId27"/>
    <p:sldId id="448" r:id="rId28"/>
    <p:sldId id="302" r:id="rId29"/>
    <p:sldId id="303" r:id="rId30"/>
    <p:sldId id="306" r:id="rId31"/>
    <p:sldId id="451" r:id="rId32"/>
    <p:sldId id="452" r:id="rId33"/>
    <p:sldId id="307" r:id="rId34"/>
    <p:sldId id="308" r:id="rId35"/>
    <p:sldId id="311" r:id="rId36"/>
    <p:sldId id="453" r:id="rId37"/>
    <p:sldId id="326" r:id="rId38"/>
    <p:sldId id="328" r:id="rId39"/>
    <p:sldId id="374" r:id="rId40"/>
  </p:sldIdLst>
  <p:sldSz cx="9144000" cy="6858000" type="screen4x3"/>
  <p:notesSz cx="9144000" cy="6858000"/>
  <p:defaultTextStyle>
    <a:defPPr>
      <a:defRPr lang="en-US"/>
    </a:defPPr>
    <a:lvl1pPr marL="0" lvl="0" indent="0" algn="ctr" defTabSz="914400" rtl="0" eaLnBrk="0" fontAlgn="base" latinLnBrk="0" hangingPunct="0">
      <a:lnSpc>
        <a:spcPct val="90000"/>
      </a:lnSpc>
      <a:spcBef>
        <a:spcPct val="5000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ctr" defTabSz="914400" rtl="0" eaLnBrk="0" fontAlgn="base" latinLnBrk="0" hangingPunct="0">
      <a:lnSpc>
        <a:spcPct val="90000"/>
      </a:lnSpc>
      <a:spcBef>
        <a:spcPct val="5000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ctr" defTabSz="914400" rtl="0" eaLnBrk="0" fontAlgn="base" latinLnBrk="0" hangingPunct="0">
      <a:lnSpc>
        <a:spcPct val="90000"/>
      </a:lnSpc>
      <a:spcBef>
        <a:spcPct val="5000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ctr" defTabSz="914400" rtl="0" eaLnBrk="0" fontAlgn="base" latinLnBrk="0" hangingPunct="0">
      <a:lnSpc>
        <a:spcPct val="90000"/>
      </a:lnSpc>
      <a:spcBef>
        <a:spcPct val="5000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ctr" defTabSz="914400" rtl="0" eaLnBrk="0" fontAlgn="base" latinLnBrk="0" hangingPunct="0">
      <a:lnSpc>
        <a:spcPct val="90000"/>
      </a:lnSpc>
      <a:spcBef>
        <a:spcPct val="5000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ctr" defTabSz="914400" rtl="0" eaLnBrk="0" fontAlgn="base" latinLnBrk="0" hangingPunct="0">
      <a:lnSpc>
        <a:spcPct val="90000"/>
      </a:lnSpc>
      <a:spcBef>
        <a:spcPct val="5000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ctr" defTabSz="914400" rtl="0" eaLnBrk="0" fontAlgn="base" latinLnBrk="0" hangingPunct="0">
      <a:lnSpc>
        <a:spcPct val="90000"/>
      </a:lnSpc>
      <a:spcBef>
        <a:spcPct val="5000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ctr" defTabSz="914400" rtl="0" eaLnBrk="0" fontAlgn="base" latinLnBrk="0" hangingPunct="0">
      <a:lnSpc>
        <a:spcPct val="90000"/>
      </a:lnSpc>
      <a:spcBef>
        <a:spcPct val="5000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ctr" defTabSz="914400" rtl="0" eaLnBrk="0" fontAlgn="base" latinLnBrk="0" hangingPunct="0">
      <a:lnSpc>
        <a:spcPct val="90000"/>
      </a:lnSpc>
      <a:spcBef>
        <a:spcPct val="50000"/>
      </a:spcBef>
      <a:spcAft>
        <a:spcPct val="0"/>
      </a:spcAft>
      <a:buNone/>
      <a:defRPr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F5F5F"/>
    <a:srgbClr val="DDDDDD"/>
    <a:srgbClr val="996633"/>
    <a:srgbClr val="CC00CC"/>
    <a:srgbClr val="66FF99"/>
    <a:srgbClr val="FFFF00"/>
    <a:srgbClr val="FF9933"/>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52"/>
    <p:restoredTop sz="99827"/>
  </p:normalViewPr>
  <p:slideViewPr>
    <p:cSldViewPr showGuides="1">
      <p:cViewPr varScale="1">
        <p:scale>
          <a:sx n="69" d="100"/>
          <a:sy n="69" d="100"/>
        </p:scale>
        <p:origin x="-1488" y="-90"/>
      </p:cViewPr>
      <p:guideLst>
        <p:guide orient="horz" pos="2177"/>
        <p:guide pos="2928"/>
      </p:guideLst>
    </p:cSldViewPr>
  </p:slideViewPr>
  <p:notesTextViewPr>
    <p:cViewPr>
      <p:scale>
        <a:sx n="100" d="100"/>
        <a:sy n="100" d="100"/>
      </p:scale>
      <p:origin x="0" y="0"/>
    </p:cViewPr>
  </p:notesTextViewPr>
  <p:sorterViewPr showFormatting="0">
    <p:cViewPr>
      <p:scale>
        <a:sx n="66" d="100"/>
        <a:sy n="66" d="100"/>
      </p:scale>
      <p:origin x="0" y="0"/>
    </p:cViewPr>
  </p:sorter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image" Target="../media/image5.emf"/><Relationship Id="rId4"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emf"/><Relationship Id="rId5" Type="http://schemas.openxmlformats.org/officeDocument/2006/relationships/image" Target="../media/image20.wmf"/><Relationship Id="rId4"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image" Target="../media/image24.wmf"/><Relationship Id="rId7" Type="http://schemas.openxmlformats.org/officeDocument/2006/relationships/image" Target="../media/image28.wmf"/><Relationship Id="rId2" Type="http://schemas.openxmlformats.org/officeDocument/2006/relationships/image" Target="../media/image23.wmf"/><Relationship Id="rId1" Type="http://schemas.openxmlformats.org/officeDocument/2006/relationships/image" Target="../media/image22.emf"/><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 Id="rId9" Type="http://schemas.openxmlformats.org/officeDocument/2006/relationships/image" Target="../media/image3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image" Target="../media/image33.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image" Target="../media/image37.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426" name="Header Placeholder 103425"/>
          <p:cNvSpPr>
            <a:spLocks noGrp="1"/>
          </p:cNvSpPr>
          <p:nvPr>
            <p:ph type="hdr" sz="quarter"/>
          </p:nvPr>
        </p:nvSpPr>
        <p:spPr>
          <a:xfrm>
            <a:off x="0" y="0"/>
            <a:ext cx="3962400" cy="342900"/>
          </a:xfrm>
          <a:prstGeom prst="rect">
            <a:avLst/>
          </a:prstGeom>
          <a:noFill/>
          <a:ln w="9525">
            <a:noFill/>
          </a:ln>
        </p:spPr>
        <p:txBody>
          <a:bodyPr/>
          <a:lstStyle/>
          <a:p>
            <a:pPr lvl="0"/>
            <a:r>
              <a:rPr lang="en-US" sz="1200"/>
              <a:t>Princess Sumaya University</a:t>
            </a:r>
          </a:p>
        </p:txBody>
      </p:sp>
      <p:sp>
        <p:nvSpPr>
          <p:cNvPr id="103427" name="Date Placeholder 103426"/>
          <p:cNvSpPr>
            <a:spLocks noGrp="1"/>
          </p:cNvSpPr>
          <p:nvPr>
            <p:ph type="dt" sz="quarter" idx="1"/>
          </p:nvPr>
        </p:nvSpPr>
        <p:spPr>
          <a:xfrm>
            <a:off x="5180013" y="0"/>
            <a:ext cx="3962400" cy="342900"/>
          </a:xfrm>
          <a:prstGeom prst="rect">
            <a:avLst/>
          </a:prstGeom>
          <a:noFill/>
          <a:ln w="9525">
            <a:noFill/>
          </a:ln>
        </p:spPr>
        <p:txBody>
          <a:bodyPr/>
          <a:lstStyle/>
          <a:p>
            <a:pPr lvl="0" algn="r"/>
            <a:r>
              <a:rPr lang="en-US" sz="1200"/>
              <a:t>4241 - Digital Logic Design</a:t>
            </a:r>
          </a:p>
        </p:txBody>
      </p:sp>
      <p:sp>
        <p:nvSpPr>
          <p:cNvPr id="103428" name="Footer Placeholder 103427"/>
          <p:cNvSpPr>
            <a:spLocks noGrp="1"/>
          </p:cNvSpPr>
          <p:nvPr>
            <p:ph type="ftr" sz="quarter" idx="2"/>
          </p:nvPr>
        </p:nvSpPr>
        <p:spPr>
          <a:xfrm>
            <a:off x="0" y="6513513"/>
            <a:ext cx="3962400" cy="342900"/>
          </a:xfrm>
          <a:prstGeom prst="rect">
            <a:avLst/>
          </a:prstGeom>
          <a:noFill/>
          <a:ln w="9525">
            <a:noFill/>
          </a:ln>
        </p:spPr>
        <p:txBody>
          <a:bodyPr anchor="b" anchorCtr="0"/>
          <a:lstStyle/>
          <a:p>
            <a:pPr lvl="0"/>
            <a:r>
              <a:rPr lang="en-US" sz="1200"/>
              <a:t>Dr. Bassam Kahhaleh</a:t>
            </a:r>
          </a:p>
        </p:txBody>
      </p:sp>
      <p:sp>
        <p:nvSpPr>
          <p:cNvPr id="103429" name="Slide Number Placeholder 103428"/>
          <p:cNvSpPr>
            <a:spLocks noGrp="1"/>
          </p:cNvSpPr>
          <p:nvPr>
            <p:ph type="sldNum" sz="quarter" idx="3"/>
          </p:nvPr>
        </p:nvSpPr>
        <p:spPr>
          <a:xfrm>
            <a:off x="5180013" y="6513513"/>
            <a:ext cx="3962400" cy="342900"/>
          </a:xfrm>
          <a:prstGeom prst="rect">
            <a:avLst/>
          </a:prstGeom>
          <a:noFill/>
          <a:ln w="9525">
            <a:noFill/>
          </a:ln>
        </p:spPr>
        <p:txBody>
          <a:bodyPr anchor="b" anchorCtr="0"/>
          <a:lstStyle/>
          <a:p>
            <a:pPr lvl="0" algn="r"/>
            <a:fld id="{9A0DB2DC-4C9A-4742-B13C-FB6460FD3503}" type="slidenum">
              <a:rPr lang="en-US" sz="1200"/>
              <a:t>‹#›</a:t>
            </a:fld>
            <a:endParaRPr lang="en-US" sz="1200"/>
          </a:p>
        </p:txBody>
      </p:sp>
    </p:spTree>
    <p:extLst>
      <p:ext uri="{BB962C8B-B14F-4D97-AF65-F5344CB8AC3E}">
        <p14:creationId xmlns:p14="http://schemas.microsoft.com/office/powerpoint/2010/main" val="12527107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Header Placeholder 7169"/>
          <p:cNvSpPr>
            <a:spLocks noGrp="1"/>
          </p:cNvSpPr>
          <p:nvPr>
            <p:ph type="hdr" sz="quarter"/>
          </p:nvPr>
        </p:nvSpPr>
        <p:spPr>
          <a:xfrm>
            <a:off x="0" y="0"/>
            <a:ext cx="3962400" cy="342900"/>
          </a:xfrm>
          <a:prstGeom prst="rect">
            <a:avLst/>
          </a:prstGeom>
          <a:noFill/>
          <a:ln w="9525">
            <a:noFill/>
          </a:ln>
        </p:spPr>
        <p:txBody>
          <a:bodyPr/>
          <a:lstStyle/>
          <a:p>
            <a:pPr lvl="0"/>
            <a:r>
              <a:rPr lang="en-US" sz="1200" dirty="0"/>
              <a:t>Princess Sumaya University</a:t>
            </a:r>
          </a:p>
        </p:txBody>
      </p:sp>
      <p:sp>
        <p:nvSpPr>
          <p:cNvPr id="7171" name="Date Placeholder 7170"/>
          <p:cNvSpPr>
            <a:spLocks noGrp="1"/>
          </p:cNvSpPr>
          <p:nvPr>
            <p:ph type="dt" idx="1"/>
          </p:nvPr>
        </p:nvSpPr>
        <p:spPr>
          <a:xfrm>
            <a:off x="5180013" y="0"/>
            <a:ext cx="3962400" cy="342900"/>
          </a:xfrm>
          <a:prstGeom prst="rect">
            <a:avLst/>
          </a:prstGeom>
          <a:noFill/>
          <a:ln w="9525">
            <a:noFill/>
          </a:ln>
        </p:spPr>
        <p:txBody>
          <a:bodyPr/>
          <a:lstStyle/>
          <a:p>
            <a:pPr lvl="0" algn="r"/>
            <a:r>
              <a:rPr lang="en-US" sz="1200" dirty="0"/>
              <a:t>4241 - Digital Logic Design</a:t>
            </a:r>
          </a:p>
        </p:txBody>
      </p:sp>
      <p:sp>
        <p:nvSpPr>
          <p:cNvPr id="7172" name="Slide Image Placeholder 7171"/>
          <p:cNvSpPr>
            <a:spLocks noGrp="1" noRot="1" noChangeAspect="1" noTextEdit="1"/>
          </p:cNvSpPr>
          <p:nvPr>
            <p:ph type="sldImg" idx="2"/>
          </p:nvPr>
        </p:nvSpPr>
        <p:spPr>
          <a:xfrm>
            <a:off x="2857500" y="514350"/>
            <a:ext cx="3429000" cy="2571750"/>
          </a:xfrm>
          <a:prstGeom prst="rect">
            <a:avLst/>
          </a:prstGeom>
          <a:ln w="9525" cap="flat" cmpd="sng">
            <a:solidFill>
              <a:srgbClr val="000000"/>
            </a:solidFill>
            <a:prstDash val="solid"/>
            <a:miter/>
            <a:headEnd type="none" w="med" len="med"/>
            <a:tailEnd type="none" w="med" len="med"/>
          </a:ln>
        </p:spPr>
      </p:sp>
      <p:sp>
        <p:nvSpPr>
          <p:cNvPr id="7173" name="Text Placeholder 7172"/>
          <p:cNvSpPr>
            <a:spLocks noGrp="1"/>
          </p:cNvSpPr>
          <p:nvPr>
            <p:ph type="body" sz="quarter" idx="3"/>
          </p:nvPr>
        </p:nvSpPr>
        <p:spPr>
          <a:xfrm>
            <a:off x="914400" y="3257550"/>
            <a:ext cx="7315200" cy="3086100"/>
          </a:xfrm>
          <a:prstGeom prst="rect">
            <a:avLst/>
          </a:prstGeom>
          <a:noFill/>
          <a:ln w="9525">
            <a:noFill/>
          </a:ln>
        </p:spPr>
        <p:txBody>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7174" name="Footer Placeholder 7173"/>
          <p:cNvSpPr>
            <a:spLocks noGrp="1"/>
          </p:cNvSpPr>
          <p:nvPr>
            <p:ph type="ftr" sz="quarter" idx="4"/>
          </p:nvPr>
        </p:nvSpPr>
        <p:spPr>
          <a:xfrm>
            <a:off x="0" y="6513513"/>
            <a:ext cx="3962400" cy="342900"/>
          </a:xfrm>
          <a:prstGeom prst="rect">
            <a:avLst/>
          </a:prstGeom>
          <a:noFill/>
          <a:ln w="9525">
            <a:noFill/>
          </a:ln>
        </p:spPr>
        <p:txBody>
          <a:bodyPr anchor="b" anchorCtr="0"/>
          <a:lstStyle/>
          <a:p>
            <a:pPr lvl="0"/>
            <a:r>
              <a:rPr lang="en-US" sz="1200" dirty="0"/>
              <a:t>Dr. Bassam Kahhaleh</a:t>
            </a:r>
          </a:p>
        </p:txBody>
      </p:sp>
      <p:sp>
        <p:nvSpPr>
          <p:cNvPr id="7175" name="Slide Number Placeholder 7174"/>
          <p:cNvSpPr>
            <a:spLocks noGrp="1"/>
          </p:cNvSpPr>
          <p:nvPr>
            <p:ph type="sldNum" sz="quarter" idx="5"/>
          </p:nvPr>
        </p:nvSpPr>
        <p:spPr>
          <a:xfrm>
            <a:off x="5180013" y="6513513"/>
            <a:ext cx="3962400" cy="342900"/>
          </a:xfrm>
          <a:prstGeom prst="rect">
            <a:avLst/>
          </a:prstGeom>
          <a:noFill/>
          <a:ln w="9525">
            <a:noFill/>
          </a:ln>
        </p:spPr>
        <p:txBody>
          <a:bodyPr anchor="b" anchorCtr="0"/>
          <a:lstStyle/>
          <a:p>
            <a:pPr lvl="0" algn="r"/>
            <a:fld id="{9A0DB2DC-4C9A-4742-B13C-FB6460FD3503}" type="slidenum">
              <a:rPr lang="en-US" sz="1200" dirty="0"/>
              <a:t>‹#›</a:t>
            </a:fld>
            <a:endParaRPr lang="en-US" sz="1200" dirty="0"/>
          </a:p>
        </p:txBody>
      </p:sp>
    </p:spTree>
    <p:extLst>
      <p:ext uri="{BB962C8B-B14F-4D97-AF65-F5344CB8AC3E}">
        <p14:creationId xmlns:p14="http://schemas.microsoft.com/office/powerpoint/2010/main" val="3891186132"/>
      </p:ext>
    </p:extLst>
  </p:cSld>
  <p:clrMap bg1="lt1" tx1="dk1" bg2="lt2" tx2="dk2" accent1="accent1" accent2="accent2" accent3="accent3" accent4="accent4" accent5="accent5" accent6="accent6" hlink="hlink" folHlink="folHlink"/>
  <p:hf/>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4</a:t>
            </a:fld>
            <a:endParaRPr lang="en-US" sz="1200" dirty="0"/>
          </a:p>
        </p:txBody>
      </p:sp>
      <p:sp>
        <p:nvSpPr>
          <p:cNvPr id="547842" name="Slide Image Placeholder 547841"/>
          <p:cNvSpPr>
            <a:spLocks noGrp="1" noRot="1" noChangeAspect="1" noTextEdit="1"/>
          </p:cNvSpPr>
          <p:nvPr>
            <p:ph type="sldImg"/>
          </p:nvPr>
        </p:nvSpPr>
        <p:spPr/>
      </p:sp>
      <p:sp>
        <p:nvSpPr>
          <p:cNvPr id="547843" name="Text Placeholder 547842"/>
          <p:cNvSpPr>
            <a:spLocks noGrp="1"/>
          </p:cNvSpPr>
          <p:nvPr>
            <p:ph type="body" idx="1"/>
          </p:nvPr>
        </p:nvSpPr>
        <p:spPr/>
        <p:txBody>
          <a:bodyPr/>
          <a:lstStyle/>
          <a:p>
            <a:pPr lvl="0"/>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5</a:t>
            </a:fld>
            <a:endParaRPr lang="en-US" sz="1200" dirty="0"/>
          </a:p>
        </p:txBody>
      </p:sp>
      <p:sp>
        <p:nvSpPr>
          <p:cNvPr id="559106" name="Slide Image Placeholder 559105"/>
          <p:cNvSpPr>
            <a:spLocks noGrp="1" noRot="1" noChangeAspect="1" noTextEdit="1"/>
          </p:cNvSpPr>
          <p:nvPr>
            <p:ph type="sldImg"/>
          </p:nvPr>
        </p:nvSpPr>
        <p:spPr/>
      </p:sp>
      <p:sp>
        <p:nvSpPr>
          <p:cNvPr id="559107" name="Text Placeholder 559106"/>
          <p:cNvSpPr>
            <a:spLocks noGrp="1"/>
          </p:cNvSpPr>
          <p:nvPr>
            <p:ph type="body" idx="1"/>
          </p:nvPr>
        </p:nvSpPr>
        <p:spPr/>
        <p:txBody>
          <a:bodyPr/>
          <a:lstStyle/>
          <a:p>
            <a:pPr lvl="0"/>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6</a:t>
            </a:fld>
            <a:endParaRPr lang="en-US" sz="1200" dirty="0"/>
          </a:p>
        </p:txBody>
      </p:sp>
      <p:sp>
        <p:nvSpPr>
          <p:cNvPr id="560130" name="Slide Image Placeholder 560129"/>
          <p:cNvSpPr>
            <a:spLocks noGrp="1" noRot="1" noChangeAspect="1" noTextEdit="1"/>
          </p:cNvSpPr>
          <p:nvPr>
            <p:ph type="sldImg"/>
          </p:nvPr>
        </p:nvSpPr>
        <p:spPr/>
      </p:sp>
      <p:sp>
        <p:nvSpPr>
          <p:cNvPr id="560131" name="Text Placeholder 560130"/>
          <p:cNvSpPr>
            <a:spLocks noGrp="1"/>
          </p:cNvSpPr>
          <p:nvPr>
            <p:ph type="body" idx="1"/>
          </p:nvPr>
        </p:nvSpPr>
        <p:spPr/>
        <p:txBody>
          <a:bodyPr/>
          <a:lstStyle/>
          <a:p>
            <a:pPr lvl="0"/>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7</a:t>
            </a:fld>
            <a:endParaRPr lang="en-US" sz="1200" dirty="0"/>
          </a:p>
        </p:txBody>
      </p:sp>
      <p:sp>
        <p:nvSpPr>
          <p:cNvPr id="561154" name="Slide Image Placeholder 561153"/>
          <p:cNvSpPr>
            <a:spLocks noGrp="1" noRot="1" noChangeAspect="1" noTextEdit="1"/>
          </p:cNvSpPr>
          <p:nvPr>
            <p:ph type="sldImg"/>
          </p:nvPr>
        </p:nvSpPr>
        <p:spPr/>
      </p:sp>
      <p:sp>
        <p:nvSpPr>
          <p:cNvPr id="561155" name="Text Placeholder 561154"/>
          <p:cNvSpPr>
            <a:spLocks noGrp="1"/>
          </p:cNvSpPr>
          <p:nvPr>
            <p:ph type="body" idx="1"/>
          </p:nvPr>
        </p:nvSpPr>
        <p:spPr/>
        <p:txBody>
          <a:bodyPr/>
          <a:lstStyle/>
          <a:p>
            <a:pPr lvl="0"/>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8</a:t>
            </a:fld>
            <a:endParaRPr lang="en-US" sz="1200" dirty="0"/>
          </a:p>
        </p:txBody>
      </p:sp>
      <p:sp>
        <p:nvSpPr>
          <p:cNvPr id="562178" name="Slide Image Placeholder 562177"/>
          <p:cNvSpPr>
            <a:spLocks noGrp="1" noRot="1" noChangeAspect="1" noTextEdit="1"/>
          </p:cNvSpPr>
          <p:nvPr>
            <p:ph type="sldImg"/>
          </p:nvPr>
        </p:nvSpPr>
        <p:spPr/>
      </p:sp>
      <p:sp>
        <p:nvSpPr>
          <p:cNvPr id="562179" name="Text Placeholder 562178"/>
          <p:cNvSpPr>
            <a:spLocks noGrp="1"/>
          </p:cNvSpPr>
          <p:nvPr>
            <p:ph type="body" idx="1"/>
          </p:nvPr>
        </p:nvSpPr>
        <p:spPr/>
        <p:txBody>
          <a:bodyPr/>
          <a:lstStyle/>
          <a:p>
            <a:pPr lvl="0"/>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10</a:t>
            </a:fld>
            <a:endParaRPr lang="en-US" sz="1200" dirty="0"/>
          </a:p>
        </p:txBody>
      </p:sp>
      <p:sp>
        <p:nvSpPr>
          <p:cNvPr id="563202" name="Slide Image Placeholder 563201"/>
          <p:cNvSpPr>
            <a:spLocks noGrp="1" noRot="1" noChangeAspect="1" noTextEdit="1"/>
          </p:cNvSpPr>
          <p:nvPr>
            <p:ph type="sldImg"/>
          </p:nvPr>
        </p:nvSpPr>
        <p:spPr/>
      </p:sp>
      <p:sp>
        <p:nvSpPr>
          <p:cNvPr id="563203" name="Text Placeholder 563202"/>
          <p:cNvSpPr>
            <a:spLocks noGrp="1"/>
          </p:cNvSpPr>
          <p:nvPr>
            <p:ph type="body" idx="1"/>
          </p:nvPr>
        </p:nvSpPr>
        <p:spPr/>
        <p:txBody>
          <a:bodyPr/>
          <a:lstStyle/>
          <a:p>
            <a:pPr lvl="0"/>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11</a:t>
            </a:fld>
            <a:endParaRPr lang="en-US" sz="1200" dirty="0"/>
          </a:p>
        </p:txBody>
      </p:sp>
      <p:sp>
        <p:nvSpPr>
          <p:cNvPr id="564226" name="Slide Image Placeholder 564225"/>
          <p:cNvSpPr>
            <a:spLocks noGrp="1" noRot="1" noChangeAspect="1" noTextEdit="1"/>
          </p:cNvSpPr>
          <p:nvPr>
            <p:ph type="sldImg"/>
          </p:nvPr>
        </p:nvSpPr>
        <p:spPr/>
      </p:sp>
      <p:sp>
        <p:nvSpPr>
          <p:cNvPr id="564227" name="Text Placeholder 564226"/>
          <p:cNvSpPr>
            <a:spLocks noGrp="1"/>
          </p:cNvSpPr>
          <p:nvPr>
            <p:ph type="body" idx="1"/>
          </p:nvPr>
        </p:nvSpPr>
        <p:spPr/>
        <p:txBody>
          <a:bodyPr/>
          <a:lstStyle/>
          <a:p>
            <a:pPr lvl="0"/>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12</a:t>
            </a:fld>
            <a:endParaRPr lang="en-US" sz="1200" dirty="0"/>
          </a:p>
        </p:txBody>
      </p:sp>
      <p:sp>
        <p:nvSpPr>
          <p:cNvPr id="565250" name="Slide Image Placeholder 565249"/>
          <p:cNvSpPr>
            <a:spLocks noGrp="1" noRot="1" noChangeAspect="1" noTextEdit="1"/>
          </p:cNvSpPr>
          <p:nvPr>
            <p:ph type="sldImg"/>
          </p:nvPr>
        </p:nvSpPr>
        <p:spPr/>
      </p:sp>
      <p:sp>
        <p:nvSpPr>
          <p:cNvPr id="565251" name="Text Placeholder 565250"/>
          <p:cNvSpPr>
            <a:spLocks noGrp="1"/>
          </p:cNvSpPr>
          <p:nvPr>
            <p:ph type="body" idx="1"/>
          </p:nvPr>
        </p:nvSpPr>
        <p:spPr/>
        <p:txBody>
          <a:bodyPr/>
          <a:lstStyle/>
          <a:p>
            <a:pPr lvl="0"/>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13</a:t>
            </a:fld>
            <a:endParaRPr lang="en-US" sz="1200" dirty="0"/>
          </a:p>
        </p:txBody>
      </p:sp>
      <p:sp>
        <p:nvSpPr>
          <p:cNvPr id="566274" name="Slide Image Placeholder 566273"/>
          <p:cNvSpPr>
            <a:spLocks noGrp="1" noRot="1" noChangeAspect="1" noTextEdit="1"/>
          </p:cNvSpPr>
          <p:nvPr>
            <p:ph type="sldImg"/>
          </p:nvPr>
        </p:nvSpPr>
        <p:spPr/>
      </p:sp>
      <p:sp>
        <p:nvSpPr>
          <p:cNvPr id="566275" name="Text Placeholder 566274"/>
          <p:cNvSpPr>
            <a:spLocks noGrp="1"/>
          </p:cNvSpPr>
          <p:nvPr>
            <p:ph type="body" idx="1"/>
          </p:nvPr>
        </p:nvSpPr>
        <p:spPr/>
        <p:txBody>
          <a:bodyPr/>
          <a:lstStyle/>
          <a:p>
            <a:pPr lvl="0"/>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14</a:t>
            </a:fld>
            <a:endParaRPr lang="en-US" sz="1200" dirty="0"/>
          </a:p>
        </p:txBody>
      </p:sp>
      <p:sp>
        <p:nvSpPr>
          <p:cNvPr id="567298" name="Slide Image Placeholder 567297"/>
          <p:cNvSpPr>
            <a:spLocks noGrp="1" noRot="1" noChangeAspect="1" noTextEdit="1"/>
          </p:cNvSpPr>
          <p:nvPr>
            <p:ph type="sldImg"/>
          </p:nvPr>
        </p:nvSpPr>
        <p:spPr/>
      </p:sp>
      <p:sp>
        <p:nvSpPr>
          <p:cNvPr id="567299" name="Text Placeholder 567298"/>
          <p:cNvSpPr>
            <a:spLocks noGrp="1"/>
          </p:cNvSpPr>
          <p:nvPr>
            <p:ph type="body" idx="1"/>
          </p:nvPr>
        </p:nvSpPr>
        <p:spPr/>
        <p:txBody>
          <a:bodyPr/>
          <a:lstStyle/>
          <a:p>
            <a:pPr lvl="0"/>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a:ln/>
        </p:spPr>
      </p:sp>
      <p:sp>
        <p:nvSpPr>
          <p:cNvPr id="1034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d-ID" smtClean="0">
              <a:latin typeface="Arial" charset="0"/>
            </a:endParaRPr>
          </a:p>
        </p:txBody>
      </p:sp>
      <p:sp>
        <p:nvSpPr>
          <p:cNvPr id="1034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2BB5B4AB-AD36-44AB-90E8-4FF1F3B70B76}" type="slidenum">
              <a:rPr lang="en-US"/>
              <a:pPr/>
              <a:t>15</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a:ln/>
        </p:spPr>
      </p:sp>
      <p:sp>
        <p:nvSpPr>
          <p:cNvPr id="1044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d-ID" smtClean="0">
              <a:latin typeface="Arial" charset="0"/>
            </a:endParaRPr>
          </a:p>
        </p:txBody>
      </p:sp>
      <p:sp>
        <p:nvSpPr>
          <p:cNvPr id="1044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F1E82903-2F3B-4480-A99B-AC2073DAC832}" type="slidenum">
              <a:rPr lang="en-US"/>
              <a:pPr/>
              <a:t>16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17</a:t>
            </a:fld>
            <a:endParaRPr lang="en-US" sz="1200" dirty="0"/>
          </a:p>
        </p:txBody>
      </p:sp>
      <p:sp>
        <p:nvSpPr>
          <p:cNvPr id="573442" name="Slide Image Placeholder 573441"/>
          <p:cNvSpPr>
            <a:spLocks noGrp="1" noRot="1" noChangeAspect="1" noTextEdit="1"/>
          </p:cNvSpPr>
          <p:nvPr>
            <p:ph type="sldImg"/>
          </p:nvPr>
        </p:nvSpPr>
        <p:spPr/>
      </p:sp>
      <p:sp>
        <p:nvSpPr>
          <p:cNvPr id="573443" name="Text Placeholder 573442"/>
          <p:cNvSpPr>
            <a:spLocks noGrp="1"/>
          </p:cNvSpPr>
          <p:nvPr>
            <p:ph type="body" idx="1"/>
          </p:nvPr>
        </p:nvSpPr>
        <p:spPr/>
        <p:txBody>
          <a:bodyPr/>
          <a:lstStyle/>
          <a:p>
            <a:pPr lvl="0"/>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18</a:t>
            </a:fld>
            <a:endParaRPr lang="en-US" sz="1200" dirty="0"/>
          </a:p>
        </p:txBody>
      </p:sp>
      <p:sp>
        <p:nvSpPr>
          <p:cNvPr id="574466" name="Slide Image Placeholder 574465"/>
          <p:cNvSpPr>
            <a:spLocks noGrp="1" noRot="1" noChangeAspect="1" noTextEdit="1"/>
          </p:cNvSpPr>
          <p:nvPr>
            <p:ph type="sldImg"/>
          </p:nvPr>
        </p:nvSpPr>
        <p:spPr/>
      </p:sp>
      <p:sp>
        <p:nvSpPr>
          <p:cNvPr id="574467" name="Text Placeholder 574466"/>
          <p:cNvSpPr>
            <a:spLocks noGrp="1"/>
          </p:cNvSpPr>
          <p:nvPr>
            <p:ph type="body" idx="1"/>
          </p:nvPr>
        </p:nvSpPr>
        <p:spPr/>
        <p:txBody>
          <a:bodyPr/>
          <a:lstStyle/>
          <a:p>
            <a:pPr lvl="0"/>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1054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d-ID" smtClean="0">
              <a:latin typeface="Arial" charset="0"/>
            </a:endParaRPr>
          </a:p>
        </p:txBody>
      </p:sp>
      <p:sp>
        <p:nvSpPr>
          <p:cNvPr id="1054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E2F5C501-8279-4F2A-A00E-07057713A203}" type="slidenum">
              <a:rPr lang="en-US"/>
              <a:pPr/>
              <a:t>19</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20</a:t>
            </a:fld>
            <a:endParaRPr lang="en-US" sz="1200" dirty="0"/>
          </a:p>
        </p:txBody>
      </p:sp>
      <p:sp>
        <p:nvSpPr>
          <p:cNvPr id="579586" name="Slide Image Placeholder 579585"/>
          <p:cNvSpPr>
            <a:spLocks noGrp="1" noRot="1" noChangeAspect="1" noTextEdit="1"/>
          </p:cNvSpPr>
          <p:nvPr>
            <p:ph type="sldImg"/>
          </p:nvPr>
        </p:nvSpPr>
        <p:spPr/>
      </p:sp>
      <p:sp>
        <p:nvSpPr>
          <p:cNvPr id="579587" name="Text Placeholder 579586"/>
          <p:cNvSpPr>
            <a:spLocks noGrp="1"/>
          </p:cNvSpPr>
          <p:nvPr>
            <p:ph type="body" idx="1"/>
          </p:nvPr>
        </p:nvSpPr>
        <p:spPr/>
        <p:txBody>
          <a:bodyPr/>
          <a:lstStyle/>
          <a:p>
            <a:pPr lvl="0"/>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6"/>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723900" algn="l"/>
                <a:tab pos="1447800" algn="l"/>
                <a:tab pos="2171700" algn="l"/>
                <a:tab pos="2895600" algn="l"/>
              </a:tabLst>
              <a:defRPr>
                <a:solidFill>
                  <a:schemeClr val="tx1"/>
                </a:solidFill>
                <a:latin typeface="Arial" pitchFamily="34" charset="0"/>
                <a:cs typeface="Lucida Sans Unicode" pitchFamily="34" charset="0"/>
              </a:defRPr>
            </a:lvl1pPr>
            <a:lvl2pPr eaLnBrk="0">
              <a:tabLst>
                <a:tab pos="723900" algn="l"/>
                <a:tab pos="1447800" algn="l"/>
                <a:tab pos="2171700" algn="l"/>
                <a:tab pos="2895600" algn="l"/>
              </a:tabLst>
              <a:defRPr>
                <a:solidFill>
                  <a:schemeClr val="tx1"/>
                </a:solidFill>
                <a:latin typeface="Arial" pitchFamily="34" charset="0"/>
                <a:cs typeface="Lucida Sans Unicode" pitchFamily="34" charset="0"/>
              </a:defRPr>
            </a:lvl2pPr>
            <a:lvl3pPr eaLnBrk="0">
              <a:tabLst>
                <a:tab pos="723900" algn="l"/>
                <a:tab pos="1447800" algn="l"/>
                <a:tab pos="2171700" algn="l"/>
                <a:tab pos="2895600" algn="l"/>
              </a:tabLst>
              <a:defRPr>
                <a:solidFill>
                  <a:schemeClr val="tx1"/>
                </a:solidFill>
                <a:latin typeface="Arial" pitchFamily="34" charset="0"/>
                <a:cs typeface="Lucida Sans Unicode" pitchFamily="34" charset="0"/>
              </a:defRPr>
            </a:lvl3pPr>
            <a:lvl4pPr eaLnBrk="0">
              <a:tabLst>
                <a:tab pos="723900" algn="l"/>
                <a:tab pos="1447800" algn="l"/>
                <a:tab pos="2171700" algn="l"/>
                <a:tab pos="2895600" algn="l"/>
              </a:tabLst>
              <a:defRPr>
                <a:solidFill>
                  <a:schemeClr val="tx1"/>
                </a:solidFill>
                <a:latin typeface="Arial" pitchFamily="34" charset="0"/>
                <a:cs typeface="Lucida Sans Unicode" pitchFamily="34" charset="0"/>
              </a:defRPr>
            </a:lvl4pPr>
            <a:lvl5pPr eaLnBrk="0">
              <a:tabLst>
                <a:tab pos="723900" algn="l"/>
                <a:tab pos="1447800" algn="l"/>
                <a:tab pos="2171700" algn="l"/>
                <a:tab pos="2895600" algn="l"/>
              </a:tabLst>
              <a:defRPr>
                <a:solidFill>
                  <a:schemeClr val="tx1"/>
                </a:solidFill>
                <a:latin typeface="Arial"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9pPr>
          </a:lstStyle>
          <a:p>
            <a:pPr eaLnBrk="1">
              <a:buFont typeface="Times New Roman" pitchFamily="18" charset="0"/>
              <a:buNone/>
            </a:pPr>
            <a:fld id="{DD4AC95E-43BC-4529-B02D-9524BC3CC056}" type="slidenum">
              <a:rPr lang="en-US" smtClean="0">
                <a:solidFill>
                  <a:srgbClr val="000000"/>
                </a:solidFill>
                <a:latin typeface="Times New Roman" pitchFamily="18" charset="0"/>
              </a:rPr>
              <a:pPr eaLnBrk="1">
                <a:buFont typeface="Times New Roman" pitchFamily="18" charset="0"/>
                <a:buNone/>
              </a:pPr>
              <a:t>21</a:t>
            </a:fld>
            <a:endParaRPr lang="en-US" smtClean="0">
              <a:solidFill>
                <a:srgbClr val="000000"/>
              </a:solidFill>
              <a:latin typeface="Times New Roman" pitchFamily="18" charset="0"/>
            </a:endParaRPr>
          </a:p>
        </p:txBody>
      </p:sp>
      <p:sp>
        <p:nvSpPr>
          <p:cNvPr id="43011" name="Rectangle 1"/>
          <p:cNvSpPr>
            <a:spLocks noGrp="1" noRot="1" noChangeAspect="1" noChangeArrowheads="1" noTextEdit="1"/>
          </p:cNvSpPr>
          <p:nvPr>
            <p:ph type="sldImg"/>
          </p:nvPr>
        </p:nvSpPr>
        <p:spPr>
          <a:xfrm>
            <a:off x="2857500" y="520700"/>
            <a:ext cx="3429000" cy="2571750"/>
          </a:xfrm>
          <a:solidFill>
            <a:srgbClr val="FFFFFF"/>
          </a:solidFill>
          <a:ln>
            <a:solidFill>
              <a:srgbClr val="000000"/>
            </a:solidFill>
            <a:miter lim="800000"/>
            <a:headEnd/>
            <a:tailEnd/>
          </a:ln>
        </p:spPr>
      </p:sp>
      <p:sp>
        <p:nvSpPr>
          <p:cNvPr id="43012" name="Rectangle 2"/>
          <p:cNvSpPr>
            <a:spLocks noGrp="1" noChangeArrowheads="1"/>
          </p:cNvSpPr>
          <p:nvPr>
            <p:ph type="body" idx="1"/>
          </p:nvPr>
        </p:nvSpPr>
        <p:spPr>
          <a:xfrm>
            <a:off x="913281" y="3256901"/>
            <a:ext cx="7315573" cy="30241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22</a:t>
            </a:fld>
            <a:endParaRPr lang="en-US" sz="1200" dirty="0"/>
          </a:p>
        </p:txBody>
      </p:sp>
      <p:sp>
        <p:nvSpPr>
          <p:cNvPr id="580610" name="Slide Image Placeholder 580609"/>
          <p:cNvSpPr>
            <a:spLocks noGrp="1" noRot="1" noChangeAspect="1" noTextEdit="1"/>
          </p:cNvSpPr>
          <p:nvPr>
            <p:ph type="sldImg"/>
          </p:nvPr>
        </p:nvSpPr>
        <p:spPr/>
      </p:sp>
      <p:sp>
        <p:nvSpPr>
          <p:cNvPr id="580611" name="Text Placeholder 580610"/>
          <p:cNvSpPr>
            <a:spLocks noGrp="1"/>
          </p:cNvSpPr>
          <p:nvPr>
            <p:ph type="body" idx="1"/>
          </p:nvPr>
        </p:nvSpPr>
        <p:spPr/>
        <p:txBody>
          <a:bodyPr/>
          <a:lstStyle/>
          <a:p>
            <a:pPr lvl="0"/>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23</a:t>
            </a:fld>
            <a:endParaRPr lang="en-US" sz="1200" dirty="0"/>
          </a:p>
        </p:txBody>
      </p:sp>
      <p:sp>
        <p:nvSpPr>
          <p:cNvPr id="582658" name="Slide Image Placeholder 582657"/>
          <p:cNvSpPr>
            <a:spLocks noGrp="1" noRot="1" noChangeAspect="1" noTextEdit="1"/>
          </p:cNvSpPr>
          <p:nvPr>
            <p:ph type="sldImg"/>
          </p:nvPr>
        </p:nvSpPr>
        <p:spPr/>
      </p:sp>
      <p:sp>
        <p:nvSpPr>
          <p:cNvPr id="582659" name="Text Placeholder 582658"/>
          <p:cNvSpPr>
            <a:spLocks noGrp="1"/>
          </p:cNvSpPr>
          <p:nvPr>
            <p:ph type="body" idx="1"/>
          </p:nvPr>
        </p:nvSpPr>
        <p:spPr/>
        <p:txBody>
          <a:bodyPr/>
          <a:lstStyle/>
          <a:p>
            <a:pPr lvl="0"/>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24</a:t>
            </a:fld>
            <a:endParaRPr lang="en-US" sz="1200" dirty="0"/>
          </a:p>
        </p:txBody>
      </p:sp>
      <p:sp>
        <p:nvSpPr>
          <p:cNvPr id="581634" name="Slide Image Placeholder 581633"/>
          <p:cNvSpPr>
            <a:spLocks noGrp="1" noRot="1" noChangeAspect="1" noTextEdit="1"/>
          </p:cNvSpPr>
          <p:nvPr>
            <p:ph type="sldImg"/>
          </p:nvPr>
        </p:nvSpPr>
        <p:spPr/>
      </p:sp>
      <p:sp>
        <p:nvSpPr>
          <p:cNvPr id="581635" name="Text Placeholder 581634"/>
          <p:cNvSpPr>
            <a:spLocks noGrp="1"/>
          </p:cNvSpPr>
          <p:nvPr>
            <p:ph type="body" idx="1"/>
          </p:nvPr>
        </p:nvSpPr>
        <p:spPr/>
        <p:txBody>
          <a:bodyPr/>
          <a:lstStyle/>
          <a:p>
            <a:pPr lvl="0"/>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25</a:t>
            </a:fld>
            <a:endParaRPr lang="en-US" sz="1200" dirty="0"/>
          </a:p>
        </p:txBody>
      </p:sp>
      <p:sp>
        <p:nvSpPr>
          <p:cNvPr id="583682" name="Slide Image Placeholder 583681"/>
          <p:cNvSpPr>
            <a:spLocks noGrp="1" noRot="1" noChangeAspect="1" noTextEdit="1"/>
          </p:cNvSpPr>
          <p:nvPr>
            <p:ph type="sldImg"/>
          </p:nvPr>
        </p:nvSpPr>
        <p:spPr/>
      </p:sp>
      <p:sp>
        <p:nvSpPr>
          <p:cNvPr id="583683" name="Text Placeholder 583682"/>
          <p:cNvSpPr>
            <a:spLocks noGrp="1"/>
          </p:cNvSpPr>
          <p:nvPr>
            <p:ph type="body" idx="1"/>
          </p:nvPr>
        </p:nvSpPr>
        <p:spPr/>
        <p:txBody>
          <a:bodyPr/>
          <a:lstStyle/>
          <a:p>
            <a:pPr lvl="0"/>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6"/>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723900" algn="l"/>
                <a:tab pos="1447800" algn="l"/>
                <a:tab pos="2171700" algn="l"/>
                <a:tab pos="2895600" algn="l"/>
              </a:tabLst>
              <a:defRPr>
                <a:solidFill>
                  <a:schemeClr val="tx1"/>
                </a:solidFill>
                <a:latin typeface="Arial" pitchFamily="34" charset="0"/>
                <a:cs typeface="Lucida Sans Unicode" pitchFamily="34" charset="0"/>
              </a:defRPr>
            </a:lvl1pPr>
            <a:lvl2pPr eaLnBrk="0">
              <a:tabLst>
                <a:tab pos="723900" algn="l"/>
                <a:tab pos="1447800" algn="l"/>
                <a:tab pos="2171700" algn="l"/>
                <a:tab pos="2895600" algn="l"/>
              </a:tabLst>
              <a:defRPr>
                <a:solidFill>
                  <a:schemeClr val="tx1"/>
                </a:solidFill>
                <a:latin typeface="Arial" pitchFamily="34" charset="0"/>
                <a:cs typeface="Lucida Sans Unicode" pitchFamily="34" charset="0"/>
              </a:defRPr>
            </a:lvl2pPr>
            <a:lvl3pPr eaLnBrk="0">
              <a:tabLst>
                <a:tab pos="723900" algn="l"/>
                <a:tab pos="1447800" algn="l"/>
                <a:tab pos="2171700" algn="l"/>
                <a:tab pos="2895600" algn="l"/>
              </a:tabLst>
              <a:defRPr>
                <a:solidFill>
                  <a:schemeClr val="tx1"/>
                </a:solidFill>
                <a:latin typeface="Arial" pitchFamily="34" charset="0"/>
                <a:cs typeface="Lucida Sans Unicode" pitchFamily="34" charset="0"/>
              </a:defRPr>
            </a:lvl3pPr>
            <a:lvl4pPr eaLnBrk="0">
              <a:tabLst>
                <a:tab pos="723900" algn="l"/>
                <a:tab pos="1447800" algn="l"/>
                <a:tab pos="2171700" algn="l"/>
                <a:tab pos="2895600" algn="l"/>
              </a:tabLst>
              <a:defRPr>
                <a:solidFill>
                  <a:schemeClr val="tx1"/>
                </a:solidFill>
                <a:latin typeface="Arial" pitchFamily="34" charset="0"/>
                <a:cs typeface="Lucida Sans Unicode" pitchFamily="34" charset="0"/>
              </a:defRPr>
            </a:lvl4pPr>
            <a:lvl5pPr eaLnBrk="0">
              <a:tabLst>
                <a:tab pos="723900" algn="l"/>
                <a:tab pos="1447800" algn="l"/>
                <a:tab pos="2171700" algn="l"/>
                <a:tab pos="2895600" algn="l"/>
              </a:tabLst>
              <a:defRPr>
                <a:solidFill>
                  <a:schemeClr val="tx1"/>
                </a:solidFill>
                <a:latin typeface="Arial"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9pPr>
          </a:lstStyle>
          <a:p>
            <a:pPr eaLnBrk="1">
              <a:buFont typeface="Times New Roman" pitchFamily="18" charset="0"/>
              <a:buNone/>
            </a:pPr>
            <a:fld id="{A52ABC1B-E651-425F-8536-4141EAE2647D}" type="slidenum">
              <a:rPr lang="en-US" smtClean="0">
                <a:solidFill>
                  <a:srgbClr val="000000"/>
                </a:solidFill>
                <a:latin typeface="Times New Roman" pitchFamily="18" charset="0"/>
              </a:rPr>
              <a:pPr eaLnBrk="1">
                <a:buFont typeface="Times New Roman" pitchFamily="18" charset="0"/>
                <a:buNone/>
              </a:pPr>
              <a:t>26</a:t>
            </a:fld>
            <a:endParaRPr lang="en-US" smtClean="0">
              <a:solidFill>
                <a:srgbClr val="000000"/>
              </a:solidFill>
              <a:latin typeface="Times New Roman" pitchFamily="18" charset="0"/>
            </a:endParaRPr>
          </a:p>
        </p:txBody>
      </p:sp>
      <p:sp>
        <p:nvSpPr>
          <p:cNvPr id="49155" name="Rectangle 1"/>
          <p:cNvSpPr>
            <a:spLocks noGrp="1" noRot="1" noChangeAspect="1" noChangeArrowheads="1" noTextEdit="1"/>
          </p:cNvSpPr>
          <p:nvPr>
            <p:ph type="sldImg"/>
          </p:nvPr>
        </p:nvSpPr>
        <p:spPr>
          <a:xfrm>
            <a:off x="2857500" y="520700"/>
            <a:ext cx="3429000" cy="2571750"/>
          </a:xfrm>
          <a:solidFill>
            <a:srgbClr val="FFFFFF"/>
          </a:solidFill>
          <a:ln>
            <a:solidFill>
              <a:srgbClr val="000000"/>
            </a:solidFill>
            <a:miter lim="800000"/>
            <a:headEnd/>
            <a:tailEnd/>
          </a:ln>
        </p:spPr>
      </p:sp>
      <p:sp>
        <p:nvSpPr>
          <p:cNvPr id="49156" name="Rectangle 2"/>
          <p:cNvSpPr>
            <a:spLocks noGrp="1" noChangeArrowheads="1"/>
          </p:cNvSpPr>
          <p:nvPr>
            <p:ph type="body" idx="1"/>
          </p:nvPr>
        </p:nvSpPr>
        <p:spPr>
          <a:xfrm>
            <a:off x="913281" y="3256901"/>
            <a:ext cx="7315573" cy="30241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latin typeface="Times New Roman"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27</a:t>
            </a:fld>
            <a:endParaRPr lang="en-US" sz="1200" dirty="0"/>
          </a:p>
        </p:txBody>
      </p:sp>
      <p:sp>
        <p:nvSpPr>
          <p:cNvPr id="587778" name="Slide Image Placeholder 587777"/>
          <p:cNvSpPr>
            <a:spLocks noGrp="1" noRot="1" noChangeAspect="1" noTextEdit="1"/>
          </p:cNvSpPr>
          <p:nvPr>
            <p:ph type="sldImg"/>
          </p:nvPr>
        </p:nvSpPr>
        <p:spPr/>
      </p:sp>
      <p:sp>
        <p:nvSpPr>
          <p:cNvPr id="587779" name="Text Placeholder 587778"/>
          <p:cNvSpPr>
            <a:spLocks noGrp="1"/>
          </p:cNvSpPr>
          <p:nvPr>
            <p:ph type="body" idx="1"/>
          </p:nvPr>
        </p:nvSpPr>
        <p:spPr/>
        <p:txBody>
          <a:bodyPr/>
          <a:lstStyle/>
          <a:p>
            <a:pPr lvl="0"/>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28</a:t>
            </a:fld>
            <a:endParaRPr lang="en-US" sz="1200" dirty="0"/>
          </a:p>
        </p:txBody>
      </p:sp>
      <p:sp>
        <p:nvSpPr>
          <p:cNvPr id="588802" name="Slide Image Placeholder 588801"/>
          <p:cNvSpPr>
            <a:spLocks noGrp="1" noRot="1" noChangeAspect="1" noTextEdit="1"/>
          </p:cNvSpPr>
          <p:nvPr>
            <p:ph type="sldImg"/>
          </p:nvPr>
        </p:nvSpPr>
        <p:spPr/>
      </p:sp>
      <p:sp>
        <p:nvSpPr>
          <p:cNvPr id="588803" name="Text Placeholder 588802"/>
          <p:cNvSpPr>
            <a:spLocks noGrp="1"/>
          </p:cNvSpPr>
          <p:nvPr>
            <p:ph type="body" idx="1"/>
          </p:nvPr>
        </p:nvSpPr>
        <p:spPr/>
        <p:txBody>
          <a:bodyPr/>
          <a:lstStyle/>
          <a:p>
            <a:pPr lvl="0"/>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29</a:t>
            </a:fld>
            <a:endParaRPr lang="en-US" sz="1200" dirty="0"/>
          </a:p>
        </p:txBody>
      </p:sp>
      <p:sp>
        <p:nvSpPr>
          <p:cNvPr id="590850" name="Slide Image Placeholder 590849"/>
          <p:cNvSpPr>
            <a:spLocks noGrp="1" noRot="1" noChangeAspect="1" noTextEdit="1"/>
          </p:cNvSpPr>
          <p:nvPr>
            <p:ph type="sldImg"/>
          </p:nvPr>
        </p:nvSpPr>
        <p:spPr/>
      </p:sp>
      <p:sp>
        <p:nvSpPr>
          <p:cNvPr id="590851" name="Text Placeholder 590850"/>
          <p:cNvSpPr>
            <a:spLocks noGrp="1"/>
          </p:cNvSpPr>
          <p:nvPr>
            <p:ph type="body" idx="1"/>
          </p:nvPr>
        </p:nvSpPr>
        <p:spPr/>
        <p:txBody>
          <a:bodyPr/>
          <a:lstStyle/>
          <a:p>
            <a:pPr lvl="0"/>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6"/>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723900" algn="l"/>
                <a:tab pos="1447800" algn="l"/>
                <a:tab pos="2171700" algn="l"/>
                <a:tab pos="2895600" algn="l"/>
              </a:tabLst>
              <a:defRPr>
                <a:solidFill>
                  <a:schemeClr val="tx1"/>
                </a:solidFill>
                <a:latin typeface="Arial" pitchFamily="34" charset="0"/>
                <a:cs typeface="Lucida Sans Unicode" pitchFamily="34" charset="0"/>
              </a:defRPr>
            </a:lvl1pPr>
            <a:lvl2pPr eaLnBrk="0">
              <a:tabLst>
                <a:tab pos="723900" algn="l"/>
                <a:tab pos="1447800" algn="l"/>
                <a:tab pos="2171700" algn="l"/>
                <a:tab pos="2895600" algn="l"/>
              </a:tabLst>
              <a:defRPr>
                <a:solidFill>
                  <a:schemeClr val="tx1"/>
                </a:solidFill>
                <a:latin typeface="Arial" pitchFamily="34" charset="0"/>
                <a:cs typeface="Lucida Sans Unicode" pitchFamily="34" charset="0"/>
              </a:defRPr>
            </a:lvl2pPr>
            <a:lvl3pPr eaLnBrk="0">
              <a:tabLst>
                <a:tab pos="723900" algn="l"/>
                <a:tab pos="1447800" algn="l"/>
                <a:tab pos="2171700" algn="l"/>
                <a:tab pos="2895600" algn="l"/>
              </a:tabLst>
              <a:defRPr>
                <a:solidFill>
                  <a:schemeClr val="tx1"/>
                </a:solidFill>
                <a:latin typeface="Arial" pitchFamily="34" charset="0"/>
                <a:cs typeface="Lucida Sans Unicode" pitchFamily="34" charset="0"/>
              </a:defRPr>
            </a:lvl3pPr>
            <a:lvl4pPr eaLnBrk="0">
              <a:tabLst>
                <a:tab pos="723900" algn="l"/>
                <a:tab pos="1447800" algn="l"/>
                <a:tab pos="2171700" algn="l"/>
                <a:tab pos="2895600" algn="l"/>
              </a:tabLst>
              <a:defRPr>
                <a:solidFill>
                  <a:schemeClr val="tx1"/>
                </a:solidFill>
                <a:latin typeface="Arial" pitchFamily="34" charset="0"/>
                <a:cs typeface="Lucida Sans Unicode" pitchFamily="34" charset="0"/>
              </a:defRPr>
            </a:lvl4pPr>
            <a:lvl5pPr eaLnBrk="0">
              <a:tabLst>
                <a:tab pos="723900" algn="l"/>
                <a:tab pos="1447800" algn="l"/>
                <a:tab pos="2171700" algn="l"/>
                <a:tab pos="2895600" algn="l"/>
              </a:tabLst>
              <a:defRPr>
                <a:solidFill>
                  <a:schemeClr val="tx1"/>
                </a:solidFill>
                <a:latin typeface="Arial"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9pPr>
          </a:lstStyle>
          <a:p>
            <a:pPr eaLnBrk="1">
              <a:buFont typeface="Times New Roman" pitchFamily="18" charset="0"/>
              <a:buNone/>
            </a:pPr>
            <a:fld id="{AA39519F-DA27-4EAB-AAD1-3C83ED185D48}" type="slidenum">
              <a:rPr lang="en-US" smtClean="0">
                <a:solidFill>
                  <a:srgbClr val="000000"/>
                </a:solidFill>
                <a:latin typeface="Times New Roman" pitchFamily="18" charset="0"/>
              </a:rPr>
              <a:pPr eaLnBrk="1">
                <a:buFont typeface="Times New Roman" pitchFamily="18" charset="0"/>
                <a:buNone/>
              </a:pPr>
              <a:t>30</a:t>
            </a:fld>
            <a:endParaRPr lang="en-US" smtClean="0">
              <a:solidFill>
                <a:srgbClr val="000000"/>
              </a:solidFill>
              <a:latin typeface="Times New Roman" pitchFamily="18" charset="0"/>
            </a:endParaRPr>
          </a:p>
        </p:txBody>
      </p:sp>
      <p:sp>
        <p:nvSpPr>
          <p:cNvPr id="34819" name="Rectangle 1"/>
          <p:cNvSpPr>
            <a:spLocks noGrp="1" noRot="1" noChangeAspect="1" noChangeArrowheads="1" noTextEdit="1"/>
          </p:cNvSpPr>
          <p:nvPr>
            <p:ph type="sldImg"/>
          </p:nvPr>
        </p:nvSpPr>
        <p:spPr>
          <a:xfrm>
            <a:off x="2857500" y="520700"/>
            <a:ext cx="3429000" cy="2571750"/>
          </a:xfrm>
          <a:solidFill>
            <a:srgbClr val="FFFFFF"/>
          </a:solidFill>
          <a:ln>
            <a:solidFill>
              <a:srgbClr val="000000"/>
            </a:solidFill>
            <a:miter lim="800000"/>
            <a:headEnd/>
            <a:tailEnd/>
          </a:ln>
        </p:spPr>
      </p:sp>
      <p:sp>
        <p:nvSpPr>
          <p:cNvPr id="34820" name="Rectangle 2"/>
          <p:cNvSpPr>
            <a:spLocks noGrp="1" noChangeArrowheads="1"/>
          </p:cNvSpPr>
          <p:nvPr>
            <p:ph type="body" idx="1"/>
          </p:nvPr>
        </p:nvSpPr>
        <p:spPr>
          <a:xfrm>
            <a:off x="913281" y="3256901"/>
            <a:ext cx="7315573" cy="30241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latin typeface="Times New Roman"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6"/>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723900" algn="l"/>
                <a:tab pos="1447800" algn="l"/>
                <a:tab pos="2171700" algn="l"/>
                <a:tab pos="2895600" algn="l"/>
              </a:tabLst>
              <a:defRPr>
                <a:solidFill>
                  <a:schemeClr val="tx1"/>
                </a:solidFill>
                <a:latin typeface="Arial" pitchFamily="34" charset="0"/>
                <a:cs typeface="Lucida Sans Unicode" pitchFamily="34" charset="0"/>
              </a:defRPr>
            </a:lvl1pPr>
            <a:lvl2pPr eaLnBrk="0">
              <a:tabLst>
                <a:tab pos="723900" algn="l"/>
                <a:tab pos="1447800" algn="l"/>
                <a:tab pos="2171700" algn="l"/>
                <a:tab pos="2895600" algn="l"/>
              </a:tabLst>
              <a:defRPr>
                <a:solidFill>
                  <a:schemeClr val="tx1"/>
                </a:solidFill>
                <a:latin typeface="Arial" pitchFamily="34" charset="0"/>
                <a:cs typeface="Lucida Sans Unicode" pitchFamily="34" charset="0"/>
              </a:defRPr>
            </a:lvl2pPr>
            <a:lvl3pPr eaLnBrk="0">
              <a:tabLst>
                <a:tab pos="723900" algn="l"/>
                <a:tab pos="1447800" algn="l"/>
                <a:tab pos="2171700" algn="l"/>
                <a:tab pos="2895600" algn="l"/>
              </a:tabLst>
              <a:defRPr>
                <a:solidFill>
                  <a:schemeClr val="tx1"/>
                </a:solidFill>
                <a:latin typeface="Arial" pitchFamily="34" charset="0"/>
                <a:cs typeface="Lucida Sans Unicode" pitchFamily="34" charset="0"/>
              </a:defRPr>
            </a:lvl3pPr>
            <a:lvl4pPr eaLnBrk="0">
              <a:tabLst>
                <a:tab pos="723900" algn="l"/>
                <a:tab pos="1447800" algn="l"/>
                <a:tab pos="2171700" algn="l"/>
                <a:tab pos="2895600" algn="l"/>
              </a:tabLst>
              <a:defRPr>
                <a:solidFill>
                  <a:schemeClr val="tx1"/>
                </a:solidFill>
                <a:latin typeface="Arial" pitchFamily="34" charset="0"/>
                <a:cs typeface="Lucida Sans Unicode" pitchFamily="34" charset="0"/>
              </a:defRPr>
            </a:lvl4pPr>
            <a:lvl5pPr eaLnBrk="0">
              <a:tabLst>
                <a:tab pos="723900" algn="l"/>
                <a:tab pos="1447800" algn="l"/>
                <a:tab pos="2171700" algn="l"/>
                <a:tab pos="2895600" algn="l"/>
              </a:tabLst>
              <a:defRPr>
                <a:solidFill>
                  <a:schemeClr val="tx1"/>
                </a:solidFill>
                <a:latin typeface="Arial"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9pPr>
          </a:lstStyle>
          <a:p>
            <a:pPr eaLnBrk="1">
              <a:buFont typeface="Times New Roman" pitchFamily="18" charset="0"/>
              <a:buNone/>
            </a:pPr>
            <a:fld id="{F26E87E3-957D-4A08-B91E-D6E059D0F428}" type="slidenum">
              <a:rPr lang="en-US" smtClean="0">
                <a:solidFill>
                  <a:srgbClr val="000000"/>
                </a:solidFill>
                <a:latin typeface="Times New Roman" pitchFamily="18" charset="0"/>
              </a:rPr>
              <a:pPr eaLnBrk="1">
                <a:buFont typeface="Times New Roman" pitchFamily="18" charset="0"/>
                <a:buNone/>
              </a:pPr>
              <a:t>31</a:t>
            </a:fld>
            <a:endParaRPr lang="en-US" smtClean="0">
              <a:solidFill>
                <a:srgbClr val="000000"/>
              </a:solidFill>
              <a:latin typeface="Times New Roman" pitchFamily="18" charset="0"/>
            </a:endParaRPr>
          </a:p>
        </p:txBody>
      </p:sp>
      <p:sp>
        <p:nvSpPr>
          <p:cNvPr id="35843" name="Rectangle 1"/>
          <p:cNvSpPr>
            <a:spLocks noGrp="1" noRot="1" noChangeAspect="1" noChangeArrowheads="1" noTextEdit="1"/>
          </p:cNvSpPr>
          <p:nvPr>
            <p:ph type="sldImg"/>
          </p:nvPr>
        </p:nvSpPr>
        <p:spPr>
          <a:xfrm>
            <a:off x="2857500" y="520700"/>
            <a:ext cx="3429000" cy="2571750"/>
          </a:xfrm>
          <a:solidFill>
            <a:srgbClr val="FFFFFF"/>
          </a:solidFill>
          <a:ln>
            <a:solidFill>
              <a:srgbClr val="000000"/>
            </a:solidFill>
            <a:miter lim="800000"/>
            <a:headEnd/>
            <a:tailEnd/>
          </a:ln>
        </p:spPr>
      </p:sp>
      <p:sp>
        <p:nvSpPr>
          <p:cNvPr id="35844" name="Rectangle 2"/>
          <p:cNvSpPr>
            <a:spLocks noGrp="1" noChangeArrowheads="1"/>
          </p:cNvSpPr>
          <p:nvPr>
            <p:ph type="body" idx="1"/>
          </p:nvPr>
        </p:nvSpPr>
        <p:spPr>
          <a:xfrm>
            <a:off x="913281" y="3256901"/>
            <a:ext cx="7315573" cy="30241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latin typeface="Times New Roman"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32</a:t>
            </a:fld>
            <a:endParaRPr lang="en-US" sz="1200" dirty="0"/>
          </a:p>
        </p:txBody>
      </p:sp>
      <p:sp>
        <p:nvSpPr>
          <p:cNvPr id="591874" name="Slide Image Placeholder 591873"/>
          <p:cNvSpPr>
            <a:spLocks noGrp="1" noRot="1" noChangeAspect="1" noTextEdit="1"/>
          </p:cNvSpPr>
          <p:nvPr>
            <p:ph type="sldImg"/>
          </p:nvPr>
        </p:nvSpPr>
        <p:spPr/>
      </p:sp>
      <p:sp>
        <p:nvSpPr>
          <p:cNvPr id="591875" name="Text Placeholder 591874"/>
          <p:cNvSpPr>
            <a:spLocks noGrp="1"/>
          </p:cNvSpPr>
          <p:nvPr>
            <p:ph type="body" idx="1"/>
          </p:nvPr>
        </p:nvSpPr>
        <p:spPr/>
        <p:txBody>
          <a:bodyPr/>
          <a:lstStyle/>
          <a:p>
            <a:pPr lvl="0"/>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33</a:t>
            </a:fld>
            <a:endParaRPr lang="en-US" sz="1200" dirty="0"/>
          </a:p>
        </p:txBody>
      </p:sp>
      <p:sp>
        <p:nvSpPr>
          <p:cNvPr id="592898" name="Slide Image Placeholder 592897"/>
          <p:cNvSpPr>
            <a:spLocks noGrp="1" noRot="1" noChangeAspect="1" noTextEdit="1"/>
          </p:cNvSpPr>
          <p:nvPr>
            <p:ph type="sldImg"/>
          </p:nvPr>
        </p:nvSpPr>
        <p:spPr/>
      </p:sp>
      <p:sp>
        <p:nvSpPr>
          <p:cNvPr id="592899" name="Text Placeholder 592898"/>
          <p:cNvSpPr>
            <a:spLocks noGrp="1"/>
          </p:cNvSpPr>
          <p:nvPr>
            <p:ph type="body" idx="1"/>
          </p:nvPr>
        </p:nvSpPr>
        <p:spPr/>
        <p:txBody>
          <a:bodyPr/>
          <a:lstStyle/>
          <a:p>
            <a:pPr lvl="0"/>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34</a:t>
            </a:fld>
            <a:endParaRPr lang="en-US" sz="1200" dirty="0"/>
          </a:p>
        </p:txBody>
      </p:sp>
      <p:sp>
        <p:nvSpPr>
          <p:cNvPr id="595970" name="Slide Image Placeholder 595969"/>
          <p:cNvSpPr>
            <a:spLocks noGrp="1" noRot="1" noChangeAspect="1" noTextEdit="1"/>
          </p:cNvSpPr>
          <p:nvPr>
            <p:ph type="sldImg"/>
          </p:nvPr>
        </p:nvSpPr>
        <p:spPr/>
      </p:sp>
      <p:sp>
        <p:nvSpPr>
          <p:cNvPr id="595971" name="Text Placeholder 595970"/>
          <p:cNvSpPr>
            <a:spLocks noGrp="1"/>
          </p:cNvSpPr>
          <p:nvPr>
            <p:ph type="body" idx="1"/>
          </p:nvPr>
        </p:nvSpPr>
        <p:spPr/>
        <p:txBody>
          <a:bodyPr/>
          <a:lstStyle/>
          <a:p>
            <a:pPr lvl="0"/>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6"/>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723900" algn="l"/>
                <a:tab pos="1447800" algn="l"/>
                <a:tab pos="2171700" algn="l"/>
                <a:tab pos="2895600" algn="l"/>
              </a:tabLst>
              <a:defRPr>
                <a:solidFill>
                  <a:schemeClr val="tx1"/>
                </a:solidFill>
                <a:latin typeface="Arial" pitchFamily="34" charset="0"/>
                <a:cs typeface="Lucida Sans Unicode" pitchFamily="34" charset="0"/>
              </a:defRPr>
            </a:lvl1pPr>
            <a:lvl2pPr eaLnBrk="0">
              <a:tabLst>
                <a:tab pos="723900" algn="l"/>
                <a:tab pos="1447800" algn="l"/>
                <a:tab pos="2171700" algn="l"/>
                <a:tab pos="2895600" algn="l"/>
              </a:tabLst>
              <a:defRPr>
                <a:solidFill>
                  <a:schemeClr val="tx1"/>
                </a:solidFill>
                <a:latin typeface="Arial" pitchFamily="34" charset="0"/>
                <a:cs typeface="Lucida Sans Unicode" pitchFamily="34" charset="0"/>
              </a:defRPr>
            </a:lvl2pPr>
            <a:lvl3pPr eaLnBrk="0">
              <a:tabLst>
                <a:tab pos="723900" algn="l"/>
                <a:tab pos="1447800" algn="l"/>
                <a:tab pos="2171700" algn="l"/>
                <a:tab pos="2895600" algn="l"/>
              </a:tabLst>
              <a:defRPr>
                <a:solidFill>
                  <a:schemeClr val="tx1"/>
                </a:solidFill>
                <a:latin typeface="Arial" pitchFamily="34" charset="0"/>
                <a:cs typeface="Lucida Sans Unicode" pitchFamily="34" charset="0"/>
              </a:defRPr>
            </a:lvl3pPr>
            <a:lvl4pPr eaLnBrk="0">
              <a:tabLst>
                <a:tab pos="723900" algn="l"/>
                <a:tab pos="1447800" algn="l"/>
                <a:tab pos="2171700" algn="l"/>
                <a:tab pos="2895600" algn="l"/>
              </a:tabLst>
              <a:defRPr>
                <a:solidFill>
                  <a:schemeClr val="tx1"/>
                </a:solidFill>
                <a:latin typeface="Arial" pitchFamily="34" charset="0"/>
                <a:cs typeface="Lucida Sans Unicode" pitchFamily="34" charset="0"/>
              </a:defRPr>
            </a:lvl4pPr>
            <a:lvl5pPr eaLnBrk="0">
              <a:tabLst>
                <a:tab pos="723900" algn="l"/>
                <a:tab pos="1447800" algn="l"/>
                <a:tab pos="2171700" algn="l"/>
                <a:tab pos="2895600" algn="l"/>
              </a:tabLst>
              <a:defRPr>
                <a:solidFill>
                  <a:schemeClr val="tx1"/>
                </a:solidFill>
                <a:latin typeface="Arial"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 pos="2895600" algn="l"/>
              </a:tabLst>
              <a:defRPr>
                <a:solidFill>
                  <a:schemeClr val="tx1"/>
                </a:solidFill>
                <a:latin typeface="Arial" pitchFamily="34" charset="0"/>
                <a:cs typeface="Lucida Sans Unicode" pitchFamily="34" charset="0"/>
              </a:defRPr>
            </a:lvl9pPr>
          </a:lstStyle>
          <a:p>
            <a:pPr eaLnBrk="1">
              <a:buFont typeface="Times New Roman" pitchFamily="18" charset="0"/>
              <a:buNone/>
            </a:pPr>
            <a:fld id="{95E9AAF2-6597-45DB-A946-A01FF826743F}" type="slidenum">
              <a:rPr lang="en-US" smtClean="0">
                <a:solidFill>
                  <a:srgbClr val="000000"/>
                </a:solidFill>
                <a:latin typeface="Times New Roman" pitchFamily="18" charset="0"/>
              </a:rPr>
              <a:pPr eaLnBrk="1">
                <a:buFont typeface="Times New Roman" pitchFamily="18" charset="0"/>
                <a:buNone/>
              </a:pPr>
              <a:t>35</a:t>
            </a:fld>
            <a:endParaRPr lang="en-US" smtClean="0">
              <a:solidFill>
                <a:srgbClr val="000000"/>
              </a:solidFill>
              <a:latin typeface="Times New Roman" pitchFamily="18" charset="0"/>
            </a:endParaRPr>
          </a:p>
        </p:txBody>
      </p:sp>
      <p:sp>
        <p:nvSpPr>
          <p:cNvPr id="40963" name="Rectangle 1"/>
          <p:cNvSpPr>
            <a:spLocks noGrp="1" noRot="1" noChangeAspect="1" noChangeArrowheads="1" noTextEdit="1"/>
          </p:cNvSpPr>
          <p:nvPr>
            <p:ph type="sldImg"/>
          </p:nvPr>
        </p:nvSpPr>
        <p:spPr>
          <a:xfrm>
            <a:off x="2857500" y="520700"/>
            <a:ext cx="3429000" cy="2571750"/>
          </a:xfrm>
          <a:solidFill>
            <a:srgbClr val="FFFFFF"/>
          </a:solidFill>
          <a:ln>
            <a:solidFill>
              <a:srgbClr val="000000"/>
            </a:solidFill>
            <a:miter lim="800000"/>
            <a:headEnd/>
            <a:tailEnd/>
          </a:ln>
        </p:spPr>
      </p:sp>
      <p:sp>
        <p:nvSpPr>
          <p:cNvPr id="40964" name="Rectangle 2"/>
          <p:cNvSpPr>
            <a:spLocks noGrp="1" noChangeArrowheads="1"/>
          </p:cNvSpPr>
          <p:nvPr>
            <p:ph type="body" idx="1"/>
          </p:nvPr>
        </p:nvSpPr>
        <p:spPr>
          <a:xfrm>
            <a:off x="913281" y="3256901"/>
            <a:ext cx="7315573" cy="30241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latin typeface="Times New Roman"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36</a:t>
            </a:fld>
            <a:endParaRPr lang="en-US" sz="1200" dirty="0"/>
          </a:p>
        </p:txBody>
      </p:sp>
      <p:sp>
        <p:nvSpPr>
          <p:cNvPr id="601090" name="Slide Image Placeholder 601089"/>
          <p:cNvSpPr>
            <a:spLocks noGrp="1" noRot="1" noChangeAspect="1" noTextEdit="1"/>
          </p:cNvSpPr>
          <p:nvPr>
            <p:ph type="sldImg"/>
          </p:nvPr>
        </p:nvSpPr>
        <p:spPr/>
      </p:sp>
      <p:sp>
        <p:nvSpPr>
          <p:cNvPr id="601091" name="Text Placeholder 601090"/>
          <p:cNvSpPr>
            <a:spLocks noGrp="1"/>
          </p:cNvSpPr>
          <p:nvPr>
            <p:ph type="body" idx="1"/>
          </p:nvPr>
        </p:nvSpPr>
        <p:spPr/>
        <p:txBody>
          <a:bodyPr/>
          <a:lstStyle/>
          <a:p>
            <a:pPr lvl="0"/>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idx="2"/>
          </p:nvPr>
        </p:nvSpPr>
        <p:spPr/>
        <p:txBody>
          <a:bodyPr/>
          <a:lstStyle/>
          <a:p>
            <a:pPr lvl="0"/>
            <a:r>
              <a:rPr lang="en-US" sz="1200" dirty="0"/>
              <a:t>Princess Sumaya University</a:t>
            </a:r>
          </a:p>
        </p:txBody>
      </p:sp>
      <p:sp>
        <p:nvSpPr>
          <p:cNvPr id="3" name="Date Placeholder 2"/>
          <p:cNvSpPr>
            <a:spLocks noGrp="1"/>
          </p:cNvSpPr>
          <p:nvPr>
            <p:ph type="dt" idx="3"/>
          </p:nvPr>
        </p:nvSpPr>
        <p:spPr/>
        <p:txBody>
          <a:bodyPr/>
          <a:lstStyle/>
          <a:p>
            <a:pPr lvl="0" algn="r"/>
            <a:r>
              <a:rPr lang="en-US" sz="1200" dirty="0"/>
              <a:t>4241 - Digital Logic Design</a:t>
            </a:r>
          </a:p>
        </p:txBody>
      </p:sp>
      <p:sp>
        <p:nvSpPr>
          <p:cNvPr id="4" name="Footer Placeholder 3"/>
          <p:cNvSpPr>
            <a:spLocks noGrp="1"/>
          </p:cNvSpPr>
          <p:nvPr>
            <p:ph type="ftr" sz="quarter" idx="4"/>
          </p:nvPr>
        </p:nvSpPr>
        <p:spPr/>
        <p:txBody>
          <a:bodyPr/>
          <a:lstStyle/>
          <a:p>
            <a:pPr lvl="0"/>
            <a:r>
              <a:rPr lang="en-US" sz="1200" dirty="0"/>
              <a:t>Dr. Bassam Kahhaleh</a:t>
            </a:r>
          </a:p>
        </p:txBody>
      </p:sp>
      <p:sp>
        <p:nvSpPr>
          <p:cNvPr id="5" name="Slide Number Placeholder 4"/>
          <p:cNvSpPr>
            <a:spLocks noGrp="1"/>
          </p:cNvSpPr>
          <p:nvPr>
            <p:ph type="sldNum" sz="quarter" idx="5"/>
          </p:nvPr>
        </p:nvSpPr>
        <p:spPr/>
        <p:txBody>
          <a:bodyPr/>
          <a:lstStyle/>
          <a:p>
            <a:pPr lvl="0" algn="r"/>
            <a:fld id="{9A0DB2DC-4C9A-4742-B13C-FB6460FD3503}" type="slidenum">
              <a:rPr lang="en-US" sz="1200" dirty="0"/>
              <a:t>37</a:t>
            </a:fld>
            <a:endParaRPr lang="en-US" sz="1200" dirty="0"/>
          </a:p>
        </p:txBody>
      </p:sp>
      <p:sp>
        <p:nvSpPr>
          <p:cNvPr id="602114" name="Slide Image Placeholder 602113"/>
          <p:cNvSpPr>
            <a:spLocks noGrp="1" noRot="1" noChangeAspect="1" noTextEdit="1"/>
          </p:cNvSpPr>
          <p:nvPr>
            <p:ph type="sldImg"/>
          </p:nvPr>
        </p:nvSpPr>
        <p:spPr/>
      </p:sp>
      <p:sp>
        <p:nvSpPr>
          <p:cNvPr id="602115" name="Text Placeholder 602114"/>
          <p:cNvSpPr>
            <a:spLocks noGrp="1"/>
          </p:cNvSpPr>
          <p:nvPr>
            <p:ph type="body" idx="1"/>
          </p:nvPr>
        </p:nvSpPr>
        <p:spPr/>
        <p:txBody>
          <a:bodyPr/>
          <a:lstStyle/>
          <a:p>
            <a:pPr lvl="0"/>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Title Slide">
    <p:bg>
      <p:bgPr>
        <a:solidFill>
          <a:schemeClr val="bg1"/>
        </a:solidFill>
        <a:effectLst/>
      </p:bgPr>
    </p:bg>
    <p:spTree>
      <p:nvGrpSpPr>
        <p:cNvPr id="1" name=""/>
        <p:cNvGrpSpPr/>
        <p:nvPr/>
      </p:nvGrpSpPr>
      <p:grpSpPr>
        <a:xfrm>
          <a:off x="0" y="0"/>
          <a:ext cx="0" cy="0"/>
          <a:chOff x="0" y="0"/>
          <a:chExt cx="0" cy="0"/>
        </a:xfrm>
      </p:grpSpPr>
      <p:sp>
        <p:nvSpPr>
          <p:cNvPr id="300037" name="Text Box 300036"/>
          <p:cNvSpPr txBox="1"/>
          <p:nvPr userDrawn="1"/>
        </p:nvSpPr>
        <p:spPr>
          <a:xfrm>
            <a:off x="6537325" y="6437313"/>
            <a:ext cx="2225675" cy="366712"/>
          </a:xfrm>
          <a:prstGeom prst="rect">
            <a:avLst/>
          </a:prstGeom>
          <a:noFill/>
          <a:ln w="12700">
            <a:noFill/>
          </a:ln>
        </p:spPr>
        <p:txBody>
          <a:bodyPr>
            <a:spAutoFit/>
          </a:bodyPr>
          <a:lstStyle/>
          <a:p>
            <a:pPr lvl="0" algn="l" eaLnBrk="0" hangingPunct="0">
              <a:lnSpc>
                <a:spcPct val="100000"/>
              </a:lnSpc>
              <a:spcBef>
                <a:spcPct val="0"/>
              </a:spcBef>
            </a:pPr>
            <a:endParaRPr>
              <a:solidFill>
                <a:schemeClr val="accent1"/>
              </a:solidFill>
            </a:endParaRPr>
          </a:p>
        </p:txBody>
      </p:sp>
      <p:sp>
        <p:nvSpPr>
          <p:cNvPr id="300046" name="Rectangles 300045"/>
          <p:cNvSpPr/>
          <p:nvPr userDrawn="1"/>
        </p:nvSpPr>
        <p:spPr>
          <a:xfrm>
            <a:off x="0" y="0"/>
            <a:ext cx="2987675" cy="4905375"/>
          </a:xfrm>
          <a:prstGeom prst="rect">
            <a:avLst/>
          </a:prstGeom>
          <a:noFill/>
          <a:ln w="28575">
            <a:noFill/>
          </a:ln>
        </p:spPr>
        <p:txBody>
          <a:bodyPr/>
          <a:lstStyle/>
          <a:p>
            <a:endParaRPr 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3850" y="188595"/>
            <a:ext cx="8630285" cy="596265"/>
          </a:xfrm>
        </p:spPr>
        <p:txBody>
          <a:bodyPr/>
          <a:lstStyle>
            <a:lvl1pPr algn="ctr">
              <a:defRPr/>
            </a:lvl1pPr>
          </a:lstStyle>
          <a:p>
            <a:r>
              <a:rPr lang="en-US" smtClean="0"/>
              <a:t>Click to edit Master title style</a:t>
            </a:r>
            <a:endParaRPr lang="en-US"/>
          </a:p>
        </p:txBody>
      </p:sp>
      <p:sp>
        <p:nvSpPr>
          <p:cNvPr id="3" name="Content Placeholder 2"/>
          <p:cNvSpPr>
            <a:spLocks noGrp="1"/>
          </p:cNvSpPr>
          <p:nvPr>
            <p:ph idx="1"/>
          </p:nvPr>
        </p:nvSpPr>
        <p:spPr>
          <a:xfrm>
            <a:off x="145415" y="621030"/>
            <a:ext cx="8950325" cy="3097530"/>
          </a:xfrm>
        </p:spPr>
        <p:txBody>
          <a:bodyPr wrap="square"/>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7" name="Straight Connector 6"/>
          <p:cNvCxnSpPr/>
          <p:nvPr userDrawn="1"/>
        </p:nvCxnSpPr>
        <p:spPr>
          <a:xfrm>
            <a:off x="0" y="6769100"/>
            <a:ext cx="685800" cy="0"/>
          </a:xfrm>
          <a:prstGeom prst="line">
            <a:avLst/>
          </a:prstGeom>
        </p:spPr>
        <p:style>
          <a:lnRef idx="3">
            <a:schemeClr val="dk1"/>
          </a:lnRef>
          <a:fillRef idx="0">
            <a:schemeClr val="dk1"/>
          </a:fillRef>
          <a:effectRef idx="2">
            <a:schemeClr val="dk1"/>
          </a:effectRef>
          <a:fontRef idx="minor">
            <a:schemeClr val="tx1"/>
          </a:fontRef>
        </p:style>
      </p:cxnSp>
      <p:cxnSp>
        <p:nvCxnSpPr>
          <p:cNvPr id="8" name="Straight Connector 7"/>
          <p:cNvCxnSpPr/>
          <p:nvPr userDrawn="1"/>
        </p:nvCxnSpPr>
        <p:spPr>
          <a:xfrm flipV="1">
            <a:off x="76200" y="6057900"/>
            <a:ext cx="0" cy="800100"/>
          </a:xfrm>
          <a:prstGeom prst="line">
            <a:avLst/>
          </a:prstGeom>
        </p:spPr>
        <p:style>
          <a:lnRef idx="3">
            <a:schemeClr val="dk1"/>
          </a:lnRef>
          <a:fillRef idx="0">
            <a:schemeClr val="dk1"/>
          </a:fillRef>
          <a:effectRef idx="2">
            <a:schemeClr val="dk1"/>
          </a:effectRef>
          <a:fontRef idx="minor">
            <a:schemeClr val="tx1"/>
          </a:fontRef>
        </p:style>
      </p:cxnSp>
      <p:cxnSp>
        <p:nvCxnSpPr>
          <p:cNvPr id="9" name="Straight Connector 8"/>
          <p:cNvCxnSpPr/>
          <p:nvPr userDrawn="1"/>
        </p:nvCxnSpPr>
        <p:spPr>
          <a:xfrm flipV="1">
            <a:off x="9067800" y="228600"/>
            <a:ext cx="0" cy="6629400"/>
          </a:xfrm>
          <a:prstGeom prst="line">
            <a:avLst/>
          </a:prstGeom>
        </p:spPr>
        <p:style>
          <a:lnRef idx="3">
            <a:schemeClr val="dk1"/>
          </a:lnRef>
          <a:fillRef idx="0">
            <a:schemeClr val="dk1"/>
          </a:fillRef>
          <a:effectRef idx="2">
            <a:schemeClr val="dk1"/>
          </a:effectRef>
          <a:fontRef idx="minor">
            <a:schemeClr val="tx1"/>
          </a:fontRef>
        </p:style>
      </p:cxnSp>
      <p:cxnSp>
        <p:nvCxnSpPr>
          <p:cNvPr id="10" name="Straight Connector 9"/>
          <p:cNvCxnSpPr/>
          <p:nvPr userDrawn="1"/>
        </p:nvCxnSpPr>
        <p:spPr>
          <a:xfrm>
            <a:off x="8458200" y="6629400"/>
            <a:ext cx="685800" cy="0"/>
          </a:xfrm>
          <a:prstGeom prst="line">
            <a:avLst/>
          </a:prstGeom>
        </p:spPr>
        <p:style>
          <a:lnRef idx="3">
            <a:schemeClr val="dk1"/>
          </a:lnRef>
          <a:fillRef idx="0">
            <a:schemeClr val="dk1"/>
          </a:fillRef>
          <a:effectRef idx="2">
            <a:schemeClr val="dk1"/>
          </a:effectRef>
          <a:fontRef idx="minor">
            <a:schemeClr val="tx1"/>
          </a:fontRef>
        </p:style>
      </p:cxnSp>
      <p:sp>
        <p:nvSpPr>
          <p:cNvPr id="11" name="Slide Number Placeholder 10"/>
          <p:cNvSpPr>
            <a:spLocks noGrp="1"/>
          </p:cNvSpPr>
          <p:nvPr>
            <p:ph type="sldNum" sz="quarter" idx="12"/>
          </p:nvPr>
        </p:nvSpPr>
        <p:spPr>
          <a:xfrm>
            <a:off x="7884160" y="6561455"/>
            <a:ext cx="1198245" cy="367665"/>
          </a:xfrm>
        </p:spPr>
        <p:txBody>
          <a:bodyPr/>
          <a:lstStyle>
            <a:lvl1pPr>
              <a:lnSpc>
                <a:spcPct val="150000"/>
              </a:lnSpc>
              <a:defRPr sz="1600" b="1">
                <a:latin typeface="Constantia" panose="02030602050306030303" charset="0"/>
                <a:cs typeface="Constantia" panose="02030602050306030303" charset="0"/>
              </a:defRPr>
            </a:lvl1pPr>
          </a:lstStyle>
          <a:p>
            <a:pPr lvl="0" eaLnBrk="1" hangingPunct="1">
              <a:spcBef>
                <a:spcPct val="0"/>
              </a:spcBef>
            </a:pPr>
            <a:fld id="{9A0DB2DC-4C9A-4742-B13C-FB6460FD3503}" type="slidenum">
              <a:rPr lang="en-US">
                <a:effectLst>
                  <a:outerShdw blurRad="38100" dist="38100" dir="2700000">
                    <a:srgbClr val="C0C0C0"/>
                  </a:outerShdw>
                </a:effectLst>
              </a:rPr>
              <a:t>‹#›</a:t>
            </a:fld>
            <a:r>
              <a:rPr>
                <a:effectLst>
                  <a:outerShdw blurRad="38100" dist="38100" dir="2700000">
                    <a:srgbClr val="C0C0C0"/>
                  </a:outerShdw>
                </a:effectLst>
              </a:rPr>
              <a:t> / 6</a:t>
            </a:r>
            <a:r>
              <a:rPr lang="en-US">
                <a:effectLst>
                  <a:outerShdw blurRad="38100" dist="38100" dir="2700000">
                    <a:srgbClr val="C0C0C0"/>
                  </a:outerShdw>
                </a:effectLst>
              </a:rPr>
              <a:t>3</a:t>
            </a:r>
            <a:endParaRPr lang="en-US" sz="1400">
              <a:effectLst>
                <a:outerShdw blurRad="38100" dist="38100" dir="2700000">
                  <a:srgbClr val="C0C0C0"/>
                </a:outerShdw>
              </a:effectLs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6" name="Slide Number Placeholder 5"/>
          <p:cNvSpPr>
            <a:spLocks noGrp="1"/>
          </p:cNvSpPr>
          <p:nvPr>
            <p:ph type="sldNum" sz="quarter" idx="12"/>
          </p:nvPr>
        </p:nvSpPr>
        <p:spPr>
          <a:xfrm>
            <a:off x="7884160" y="6561455"/>
            <a:ext cx="1198245" cy="367665"/>
          </a:xfrm>
        </p:spPr>
        <p:txBody>
          <a:bodyPr/>
          <a:lstStyle>
            <a:lvl1pPr>
              <a:lnSpc>
                <a:spcPct val="150000"/>
              </a:lnSpc>
              <a:defRPr sz="1600" b="1">
                <a:latin typeface="Constantia" panose="02030602050306030303" charset="0"/>
                <a:cs typeface="Constantia" panose="02030602050306030303" charset="0"/>
              </a:defRPr>
            </a:lvl1pPr>
          </a:lstStyle>
          <a:p>
            <a:pPr lvl="0" eaLnBrk="1" hangingPunct="1">
              <a:spcBef>
                <a:spcPct val="0"/>
              </a:spcBef>
            </a:pPr>
            <a:fld id="{9A0DB2DC-4C9A-4742-B13C-FB6460FD3503}" type="slidenum">
              <a:rPr lang="en-US">
                <a:effectLst>
                  <a:outerShdw blurRad="38100" dist="38100" dir="2700000">
                    <a:srgbClr val="C0C0C0"/>
                  </a:outerShdw>
                </a:effectLst>
              </a:rPr>
              <a:t>‹#›</a:t>
            </a:fld>
            <a:r>
              <a:rPr>
                <a:effectLst>
                  <a:outerShdw blurRad="38100" dist="38100" dir="2700000">
                    <a:srgbClr val="C0C0C0"/>
                  </a:outerShdw>
                </a:effectLst>
              </a:rPr>
              <a:t> / 65</a:t>
            </a:r>
            <a:endParaRPr sz="1400">
              <a:effectLst>
                <a:outerShdw blurRad="38100" dist="38100" dir="2700000">
                  <a:srgbClr val="C0C0C0"/>
                </a:outerShdw>
              </a:effectLst>
            </a:endParaRPr>
          </a:p>
        </p:txBody>
      </p:sp>
      <p:cxnSp>
        <p:nvCxnSpPr>
          <p:cNvPr id="7" name="Straight Connector 6"/>
          <p:cNvCxnSpPr/>
          <p:nvPr userDrawn="1"/>
        </p:nvCxnSpPr>
        <p:spPr>
          <a:xfrm>
            <a:off x="0" y="6769100"/>
            <a:ext cx="685800" cy="0"/>
          </a:xfrm>
          <a:prstGeom prst="line">
            <a:avLst/>
          </a:prstGeom>
        </p:spPr>
        <p:style>
          <a:lnRef idx="3">
            <a:schemeClr val="dk1"/>
          </a:lnRef>
          <a:fillRef idx="0">
            <a:schemeClr val="dk1"/>
          </a:fillRef>
          <a:effectRef idx="2">
            <a:schemeClr val="dk1"/>
          </a:effectRef>
          <a:fontRef idx="minor">
            <a:schemeClr val="tx1"/>
          </a:fontRef>
        </p:style>
      </p:cxnSp>
      <p:cxnSp>
        <p:nvCxnSpPr>
          <p:cNvPr id="8" name="Straight Connector 7"/>
          <p:cNvCxnSpPr/>
          <p:nvPr userDrawn="1"/>
        </p:nvCxnSpPr>
        <p:spPr>
          <a:xfrm flipV="1">
            <a:off x="76200" y="6057900"/>
            <a:ext cx="0" cy="800100"/>
          </a:xfrm>
          <a:prstGeom prst="line">
            <a:avLst/>
          </a:prstGeom>
        </p:spPr>
        <p:style>
          <a:lnRef idx="3">
            <a:schemeClr val="dk1"/>
          </a:lnRef>
          <a:fillRef idx="0">
            <a:schemeClr val="dk1"/>
          </a:fillRef>
          <a:effectRef idx="2">
            <a:schemeClr val="dk1"/>
          </a:effectRef>
          <a:fontRef idx="minor">
            <a:schemeClr val="tx1"/>
          </a:fontRef>
        </p:style>
      </p:cxnSp>
      <p:cxnSp>
        <p:nvCxnSpPr>
          <p:cNvPr id="9" name="Straight Connector 8"/>
          <p:cNvCxnSpPr/>
          <p:nvPr userDrawn="1"/>
        </p:nvCxnSpPr>
        <p:spPr>
          <a:xfrm flipV="1">
            <a:off x="9067800" y="228600"/>
            <a:ext cx="0" cy="6629400"/>
          </a:xfrm>
          <a:prstGeom prst="line">
            <a:avLst/>
          </a:prstGeom>
        </p:spPr>
        <p:style>
          <a:lnRef idx="3">
            <a:schemeClr val="dk1"/>
          </a:lnRef>
          <a:fillRef idx="0">
            <a:schemeClr val="dk1"/>
          </a:fillRef>
          <a:effectRef idx="2">
            <a:schemeClr val="dk1"/>
          </a:effectRef>
          <a:fontRef idx="minor">
            <a:schemeClr val="tx1"/>
          </a:fontRef>
        </p:style>
      </p:cxnSp>
      <p:cxnSp>
        <p:nvCxnSpPr>
          <p:cNvPr id="11" name="Straight Connector 10"/>
          <p:cNvCxnSpPr/>
          <p:nvPr userDrawn="1"/>
        </p:nvCxnSpPr>
        <p:spPr>
          <a:xfrm>
            <a:off x="8458200" y="6629400"/>
            <a:ext cx="685800" cy="0"/>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55650" y="188278"/>
            <a:ext cx="7921625" cy="474662"/>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11188" y="1089025"/>
            <a:ext cx="4057396" cy="3128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34192" y="1089025"/>
            <a:ext cx="4057396" cy="3128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2"/>
          </p:nvPr>
        </p:nvSpPr>
        <p:spPr/>
        <p:txBody>
          <a:bodyPr/>
          <a:lstStyle/>
          <a:p>
            <a:pPr lvl="0" eaLnBrk="1" hangingPunct="1">
              <a:lnSpc>
                <a:spcPct val="100000"/>
              </a:lnSpc>
              <a:spcBef>
                <a:spcPct val="0"/>
              </a:spcBef>
            </a:pPr>
            <a:fld id="{9A0DB2DC-4C9A-4742-B13C-FB6460FD3503}" type="slidenum">
              <a:rPr lang="en-US">
                <a:effectLst>
                  <a:outerShdw blurRad="38100" dist="38100" dir="2700000">
                    <a:srgbClr val="C0C0C0"/>
                  </a:outerShdw>
                </a:effectLst>
              </a:rPr>
              <a:t>‹#›</a:t>
            </a:fld>
            <a:r>
              <a:rPr sz="1400">
                <a:effectLst>
                  <a:outerShdw blurRad="38100" dist="38100" dir="2700000">
                    <a:srgbClr val="C0C0C0"/>
                  </a:outerShdw>
                </a:effectLst>
              </a:rPr>
              <a:t> / 65</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8"/>
          <p:cNvSpPr>
            <a:spLocks noGrp="1"/>
          </p:cNvSpPr>
          <p:nvPr>
            <p:ph type="sldNum" sz="quarter" idx="12"/>
          </p:nvPr>
        </p:nvSpPr>
        <p:spPr/>
        <p:txBody>
          <a:bodyPr/>
          <a:lstStyle/>
          <a:p>
            <a:pPr lvl="0" eaLnBrk="1" hangingPunct="1">
              <a:lnSpc>
                <a:spcPct val="100000"/>
              </a:lnSpc>
              <a:spcBef>
                <a:spcPct val="0"/>
              </a:spcBef>
            </a:pPr>
            <a:fld id="{9A0DB2DC-4C9A-4742-B13C-FB6460FD3503}" type="slidenum">
              <a:rPr lang="en-US">
                <a:effectLst>
                  <a:outerShdw blurRad="38100" dist="38100" dir="2700000">
                    <a:srgbClr val="C0C0C0"/>
                  </a:outerShdw>
                </a:effectLst>
              </a:rPr>
              <a:t>‹#›</a:t>
            </a:fld>
            <a:r>
              <a:rPr sz="1400">
                <a:effectLst>
                  <a:outerShdw blurRad="38100" dist="38100" dir="2700000">
                    <a:srgbClr val="C0C0C0"/>
                  </a:outerShdw>
                </a:effectLst>
              </a:rPr>
              <a:t> / 65</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43305" y="296228"/>
            <a:ext cx="7921625" cy="474662"/>
          </a:xfrm>
        </p:spPr>
        <p:txBody>
          <a:bodyPr/>
          <a:lstStyle/>
          <a:p>
            <a:r>
              <a:rPr lang="en-US" smtClean="0"/>
              <a:t>Click to edit Master title style</a:t>
            </a:r>
            <a:endParaRPr lang="en-US"/>
          </a:p>
        </p:txBody>
      </p:sp>
      <p:sp>
        <p:nvSpPr>
          <p:cNvPr id="5" name="Slide Number Placeholder 4"/>
          <p:cNvSpPr>
            <a:spLocks noGrp="1"/>
          </p:cNvSpPr>
          <p:nvPr>
            <p:ph type="sldNum" sz="quarter" idx="12"/>
          </p:nvPr>
        </p:nvSpPr>
        <p:spPr/>
        <p:txBody>
          <a:bodyPr/>
          <a:lstStyle/>
          <a:p>
            <a:pPr lvl="0" eaLnBrk="1" hangingPunct="1">
              <a:lnSpc>
                <a:spcPct val="100000"/>
              </a:lnSpc>
              <a:spcBef>
                <a:spcPct val="0"/>
              </a:spcBef>
            </a:pPr>
            <a:fld id="{9A0DB2DC-4C9A-4742-B13C-FB6460FD3503}" type="slidenum">
              <a:rPr lang="en-US">
                <a:effectLst>
                  <a:outerShdw blurRad="38100" dist="38100" dir="2700000">
                    <a:srgbClr val="C0C0C0"/>
                  </a:outerShdw>
                </a:effectLst>
              </a:rPr>
              <a:t>‹#›</a:t>
            </a:fld>
            <a:r>
              <a:rPr sz="1400">
                <a:effectLst>
                  <a:outerShdw blurRad="38100" dist="38100" dir="2700000">
                    <a:srgbClr val="C0C0C0"/>
                  </a:outerShdw>
                </a:effectLst>
              </a:rPr>
              <a:t> / 65</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945438" y="6597650"/>
            <a:ext cx="1198562" cy="288925"/>
          </a:xfrm>
        </p:spPr>
        <p:txBody>
          <a:bodyPr/>
          <a:lstStyle/>
          <a:p>
            <a:pPr lvl="0" eaLnBrk="1" hangingPunct="1">
              <a:lnSpc>
                <a:spcPct val="100000"/>
              </a:lnSpc>
              <a:spcBef>
                <a:spcPct val="0"/>
              </a:spcBef>
            </a:pPr>
            <a:fld id="{9A0DB2DC-4C9A-4742-B13C-FB6460FD3503}" type="slidenum">
              <a:rPr lang="en-US" sz="1400">
                <a:effectLst>
                  <a:outerShdw blurRad="38100" dist="38100" dir="2700000">
                    <a:srgbClr val="C0C0C0"/>
                  </a:outerShdw>
                </a:effectLst>
              </a:rPr>
              <a:t>‹#›</a:t>
            </a:fld>
            <a:r>
              <a:rPr sz="1400">
                <a:effectLst>
                  <a:outerShdw blurRad="38100" dist="38100" dir="2700000">
                    <a:srgbClr val="C0C0C0"/>
                  </a:outerShdw>
                </a:effectLst>
              </a:rPr>
              <a:t> / 65</a:t>
            </a:r>
          </a:p>
        </p:txBody>
      </p:sp>
      <p:cxnSp>
        <p:nvCxnSpPr>
          <p:cNvPr id="7" name="Straight Connector 6"/>
          <p:cNvCxnSpPr/>
          <p:nvPr userDrawn="1"/>
        </p:nvCxnSpPr>
        <p:spPr>
          <a:xfrm>
            <a:off x="0" y="6769100"/>
            <a:ext cx="685800" cy="0"/>
          </a:xfrm>
          <a:prstGeom prst="line">
            <a:avLst/>
          </a:prstGeom>
        </p:spPr>
        <p:style>
          <a:lnRef idx="3">
            <a:schemeClr val="dk1"/>
          </a:lnRef>
          <a:fillRef idx="0">
            <a:schemeClr val="dk1"/>
          </a:fillRef>
          <a:effectRef idx="2">
            <a:schemeClr val="dk1"/>
          </a:effectRef>
          <a:fontRef idx="minor">
            <a:schemeClr val="tx1"/>
          </a:fontRef>
        </p:style>
      </p:cxnSp>
      <p:cxnSp>
        <p:nvCxnSpPr>
          <p:cNvPr id="5" name="Straight Connector 4"/>
          <p:cNvCxnSpPr/>
          <p:nvPr userDrawn="1"/>
        </p:nvCxnSpPr>
        <p:spPr>
          <a:xfrm flipV="1">
            <a:off x="76200" y="6057900"/>
            <a:ext cx="0" cy="800100"/>
          </a:xfrm>
          <a:prstGeom prst="line">
            <a:avLst/>
          </a:prstGeom>
        </p:spPr>
        <p:style>
          <a:lnRef idx="3">
            <a:schemeClr val="dk1"/>
          </a:lnRef>
          <a:fillRef idx="0">
            <a:schemeClr val="dk1"/>
          </a:fillRef>
          <a:effectRef idx="2">
            <a:schemeClr val="dk1"/>
          </a:effectRef>
          <a:fontRef idx="minor">
            <a:schemeClr val="tx1"/>
          </a:fontRef>
        </p:style>
      </p:cxnSp>
      <p:cxnSp>
        <p:nvCxnSpPr>
          <p:cNvPr id="9" name="Straight Connector 8"/>
          <p:cNvCxnSpPr/>
          <p:nvPr userDrawn="1"/>
        </p:nvCxnSpPr>
        <p:spPr>
          <a:xfrm>
            <a:off x="8458200" y="6629400"/>
            <a:ext cx="685800"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p:cNvCxnSpPr/>
          <p:nvPr userDrawn="1"/>
        </p:nvCxnSpPr>
        <p:spPr>
          <a:xfrm flipV="1">
            <a:off x="9067800" y="228600"/>
            <a:ext cx="0" cy="6629400"/>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a:xfrm>
            <a:off x="250825" y="6489700"/>
            <a:ext cx="2520950" cy="288925"/>
          </a:xfrm>
        </p:spPr>
        <p:txBody>
          <a:bodyPr/>
          <a:lstStyle/>
          <a:p>
            <a:pPr lvl="0" eaLnBrk="1" hangingPunct="1">
              <a:lnSpc>
                <a:spcPct val="100000"/>
              </a:lnSpc>
              <a:spcBef>
                <a:spcPct val="0"/>
              </a:spcBef>
            </a:pPr>
            <a:endParaRPr lang="en-US">
              <a:effectLst>
                <a:outerShdw blurRad="38100" dist="38100" dir="2700000">
                  <a:srgbClr val="C0C0C0"/>
                </a:outerShdw>
              </a:effectLst>
            </a:endParaRPr>
          </a:p>
        </p:txBody>
      </p:sp>
      <p:sp>
        <p:nvSpPr>
          <p:cNvPr id="7" name="Slide Number Placeholder 6"/>
          <p:cNvSpPr>
            <a:spLocks noGrp="1"/>
          </p:cNvSpPr>
          <p:nvPr>
            <p:ph type="sldNum" sz="quarter" idx="12"/>
          </p:nvPr>
        </p:nvSpPr>
        <p:spPr/>
        <p:txBody>
          <a:bodyPr/>
          <a:lstStyle/>
          <a:p>
            <a:pPr lvl="0" eaLnBrk="1" hangingPunct="1">
              <a:lnSpc>
                <a:spcPct val="100000"/>
              </a:lnSpc>
              <a:spcBef>
                <a:spcPct val="0"/>
              </a:spcBef>
            </a:pPr>
            <a:fld id="{9A0DB2DC-4C9A-4742-B13C-FB6460FD3503}" type="slidenum">
              <a:rPr lang="en-US">
                <a:effectLst>
                  <a:outerShdw blurRad="38100" dist="38100" dir="2700000">
                    <a:srgbClr val="C0C0C0"/>
                  </a:outerShdw>
                </a:effectLst>
              </a:rPr>
              <a:t>‹#›</a:t>
            </a:fld>
            <a:r>
              <a:rPr sz="1400">
                <a:effectLst>
                  <a:outerShdw blurRad="38100" dist="38100" dir="2700000">
                    <a:srgbClr val="C0C0C0"/>
                  </a:outerShdw>
                </a:effectLst>
              </a:rPr>
              <a:t> / 65</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7" name="Slide Number Placeholder 6"/>
          <p:cNvSpPr>
            <a:spLocks noGrp="1"/>
          </p:cNvSpPr>
          <p:nvPr>
            <p:ph type="sldNum" sz="quarter" idx="12"/>
          </p:nvPr>
        </p:nvSpPr>
        <p:spPr/>
        <p:txBody>
          <a:bodyPr/>
          <a:lstStyle/>
          <a:p>
            <a:pPr lvl="0" eaLnBrk="1" hangingPunct="1">
              <a:lnSpc>
                <a:spcPct val="100000"/>
              </a:lnSpc>
              <a:spcBef>
                <a:spcPct val="0"/>
              </a:spcBef>
            </a:pPr>
            <a:fld id="{9A0DB2DC-4C9A-4742-B13C-FB6460FD3503}" type="slidenum">
              <a:rPr lang="en-US">
                <a:effectLst>
                  <a:outerShdw blurRad="38100" dist="38100" dir="2700000">
                    <a:srgbClr val="C0C0C0"/>
                  </a:outerShdw>
                </a:effectLst>
              </a:rPr>
              <a:t>‹#›</a:t>
            </a:fld>
            <a:r>
              <a:rPr sz="1400">
                <a:effectLst>
                  <a:outerShdw blurRad="38100" dist="38100" dir="2700000">
                    <a:srgbClr val="C0C0C0"/>
                  </a:outerShdw>
                </a:effectLst>
              </a:rPr>
              <a:t> / 65</a:t>
            </a:r>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971550" y="188913"/>
            <a:ext cx="7921625" cy="474662"/>
          </a:xfr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p:txBody>
          <a:bodyPr/>
          <a:lstStyle/>
          <a:p>
            <a:pPr lvl="0" eaLnBrk="1" hangingPunct="1">
              <a:lnSpc>
                <a:spcPct val="100000"/>
              </a:lnSpc>
              <a:spcBef>
                <a:spcPct val="0"/>
              </a:spcBef>
            </a:pPr>
            <a:fld id="{9A0DB2DC-4C9A-4742-B13C-FB6460FD3503}" type="slidenum">
              <a:rPr lang="en-US">
                <a:effectLst>
                  <a:outerShdw blurRad="38100" dist="38100" dir="2700000">
                    <a:srgbClr val="C0C0C0"/>
                  </a:outerShdw>
                </a:effectLst>
              </a:rPr>
              <a:t>‹#›</a:t>
            </a:fld>
            <a:r>
              <a:rPr sz="1400">
                <a:effectLst>
                  <a:outerShdw blurRad="38100" dist="38100" dir="2700000">
                    <a:srgbClr val="C0C0C0"/>
                  </a:outerShdw>
                </a:effectLst>
              </a:rPr>
              <a:t> / 65</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2678" y="188913"/>
            <a:ext cx="2070497" cy="40290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11188" y="188913"/>
            <a:ext cx="6091461" cy="40290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250825" y="6489700"/>
            <a:ext cx="2520950" cy="288925"/>
          </a:xfrm>
        </p:spPr>
        <p:txBody>
          <a:bodyPr/>
          <a:lstStyle/>
          <a:p>
            <a:pPr lvl="0" eaLnBrk="1" hangingPunct="1">
              <a:lnSpc>
                <a:spcPct val="100000"/>
              </a:lnSpc>
              <a:spcBef>
                <a:spcPct val="0"/>
              </a:spcBef>
            </a:pPr>
            <a:endParaRPr lang="en-US">
              <a:effectLst>
                <a:outerShdw blurRad="38100" dist="38100" dir="2700000">
                  <a:srgbClr val="C0C0C0"/>
                </a:outerShdw>
              </a:effectLst>
            </a:endParaRPr>
          </a:p>
        </p:txBody>
      </p:sp>
      <p:sp>
        <p:nvSpPr>
          <p:cNvPr id="6" name="Slide Number Placeholder 5"/>
          <p:cNvSpPr>
            <a:spLocks noGrp="1"/>
          </p:cNvSpPr>
          <p:nvPr>
            <p:ph type="sldNum" sz="quarter" idx="12"/>
          </p:nvPr>
        </p:nvSpPr>
        <p:spPr/>
        <p:txBody>
          <a:bodyPr/>
          <a:lstStyle/>
          <a:p>
            <a:pPr lvl="0" eaLnBrk="1" hangingPunct="1">
              <a:lnSpc>
                <a:spcPct val="100000"/>
              </a:lnSpc>
              <a:spcBef>
                <a:spcPct val="0"/>
              </a:spcBef>
            </a:pPr>
            <a:fld id="{9A0DB2DC-4C9A-4742-B13C-FB6460FD3503}" type="slidenum">
              <a:rPr lang="en-US">
                <a:effectLst>
                  <a:outerShdw blurRad="38100" dist="38100" dir="2700000">
                    <a:srgbClr val="C0C0C0"/>
                  </a:outerShdw>
                </a:effectLst>
              </a:rPr>
              <a:t>‹#›</a:t>
            </a:fld>
            <a:r>
              <a:rPr sz="1400">
                <a:effectLst>
                  <a:outerShdw blurRad="38100" dist="38100" dir="2700000">
                    <a:srgbClr val="C0C0C0"/>
                  </a:outerShdw>
                </a:effectLst>
              </a:rPr>
              <a:t> / 65</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a:prstGeom prst="rect">
            <a:avLst/>
          </a:prstGeom>
        </p:spPr>
        <p:txBody>
          <a:bodyPr/>
          <a:lstStyle/>
          <a:p>
            <a:r>
              <a:rPr lang="en-US" smtClean="0"/>
              <a:t>Click to edit Master title style</a:t>
            </a:r>
            <a:endParaRPr lang="id-ID"/>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Content Placeholder 3"/>
          <p:cNvSpPr>
            <a:spLocks noGrp="1"/>
          </p:cNvSpPr>
          <p:nvPr>
            <p:ph sz="half" idx="2"/>
          </p:nvPr>
        </p:nvSpPr>
        <p:spPr>
          <a:xfrm>
            <a:off x="4648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Date Placeholder 4"/>
          <p:cNvSpPr>
            <a:spLocks noGrp="1"/>
          </p:cNvSpPr>
          <p:nvPr>
            <p:ph type="dt" sz="half" idx="10"/>
          </p:nvPr>
        </p:nvSpPr>
        <p:spPr>
          <a:xfrm>
            <a:off x="457200" y="6243638"/>
            <a:ext cx="2133600" cy="457200"/>
          </a:xfrm>
          <a:prstGeom prst="rect">
            <a:avLst/>
          </a:prstGeom>
        </p:spPr>
        <p:txBody>
          <a:bodyPr/>
          <a:lstStyle>
            <a:lvl1pPr>
              <a:defRPr/>
            </a:lvl1pPr>
          </a:lstStyle>
          <a:p>
            <a:pPr>
              <a:defRPr/>
            </a:pPr>
            <a:endParaRPr lang="en-US" altLang="en-US"/>
          </a:p>
        </p:txBody>
      </p:sp>
      <p:sp>
        <p:nvSpPr>
          <p:cNvPr id="6" name="Footer Placeholder 5"/>
          <p:cNvSpPr>
            <a:spLocks noGrp="1"/>
          </p:cNvSpPr>
          <p:nvPr>
            <p:ph type="ftr" sz="quarter" idx="11"/>
          </p:nvPr>
        </p:nvSpPr>
        <p:spPr>
          <a:xfrm>
            <a:off x="3124200" y="6248400"/>
            <a:ext cx="2895600" cy="457200"/>
          </a:xfrm>
          <a:prstGeom prst="rect">
            <a:avLst/>
          </a:prstGeom>
        </p:spPr>
        <p:txBody>
          <a:bodyPr/>
          <a:lstStyle>
            <a:lvl1pPr>
              <a:defRPr/>
            </a:lvl1pPr>
          </a:lstStyle>
          <a:p>
            <a:pPr>
              <a:defRPr/>
            </a:pPr>
            <a:endParaRPr lang="en-US" altLang="en-US"/>
          </a:p>
        </p:txBody>
      </p:sp>
      <p:sp>
        <p:nvSpPr>
          <p:cNvPr id="7" name="Slide Number Placeholder 6"/>
          <p:cNvSpPr>
            <a:spLocks noGrp="1"/>
          </p:cNvSpPr>
          <p:nvPr>
            <p:ph type="sldNum" sz="quarter" idx="12"/>
          </p:nvPr>
        </p:nvSpPr>
        <p:spPr>
          <a:xfrm>
            <a:off x="6553200" y="6243638"/>
            <a:ext cx="2133600" cy="457200"/>
          </a:xfrm>
        </p:spPr>
        <p:txBody>
          <a:bodyPr/>
          <a:lstStyle>
            <a:lvl1pPr>
              <a:defRPr smtClean="0"/>
            </a:lvl1pPr>
          </a:lstStyle>
          <a:p>
            <a:pPr>
              <a:defRPr/>
            </a:pPr>
            <a:fld id="{58FD430D-2A4F-4FF0-9F71-20A9C6377067}" type="slidenum">
              <a:rPr lang="en-US" altLang="en-US"/>
              <a:pPr>
                <a:defRPr/>
              </a:pPr>
              <a:t>‹#›</a:t>
            </a:fld>
            <a:endParaRPr lang="en-US" altLang="en-US"/>
          </a:p>
        </p:txBody>
      </p:sp>
    </p:spTree>
    <p:extLst>
      <p:ext uri="{BB962C8B-B14F-4D97-AF65-F5344CB8AC3E}">
        <p14:creationId xmlns:p14="http://schemas.microsoft.com/office/powerpoint/2010/main" val="10222042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6132" name="Text Placeholder 176131"/>
          <p:cNvSpPr>
            <a:spLocks noGrp="1"/>
          </p:cNvSpPr>
          <p:nvPr>
            <p:ph type="body" idx="1"/>
          </p:nvPr>
        </p:nvSpPr>
        <p:spPr>
          <a:xfrm>
            <a:off x="71120" y="584835"/>
            <a:ext cx="8987790" cy="4267200"/>
          </a:xfrm>
          <a:prstGeom prst="rect">
            <a:avLst/>
          </a:prstGeom>
          <a:noFill/>
          <a:ln w="12700">
            <a:noFill/>
          </a:ln>
        </p:spPr>
        <p:txBody>
          <a:bodyPr wrap="square" lIns="63500" tIns="25400" rIns="63500" bIns="25400">
            <a:spAutoFit/>
          </a:bodyPr>
          <a:lstStyle/>
          <a:p>
            <a:pPr lvl="0"/>
            <a:r>
              <a:rPr dirty="0"/>
              <a:t>This is our 1st Level Bullet</a:t>
            </a:r>
          </a:p>
          <a:p>
            <a:pPr lvl="1"/>
            <a:r>
              <a:rPr dirty="0"/>
              <a:t>This is our 2nd level bullet</a:t>
            </a:r>
          </a:p>
          <a:p>
            <a:pPr lvl="2"/>
            <a:r>
              <a:rPr dirty="0"/>
              <a:t>This is our 3rd level bullet</a:t>
            </a:r>
          </a:p>
          <a:p>
            <a:pPr lvl="0"/>
            <a:r>
              <a:rPr dirty="0"/>
              <a:t>This is our next 1st Level Bullet</a:t>
            </a:r>
          </a:p>
          <a:p>
            <a:pPr lvl="1"/>
            <a:r>
              <a:rPr dirty="0"/>
              <a:t>This is our 2nd level bullet</a:t>
            </a:r>
          </a:p>
          <a:p>
            <a:pPr lvl="2"/>
            <a:r>
              <a:rPr dirty="0"/>
              <a:t>This is our 3rd level bullet</a:t>
            </a:r>
          </a:p>
        </p:txBody>
      </p:sp>
      <p:sp>
        <p:nvSpPr>
          <p:cNvPr id="176134" name="Text Box 176133"/>
          <p:cNvSpPr txBox="1"/>
          <p:nvPr userDrawn="1"/>
        </p:nvSpPr>
        <p:spPr>
          <a:xfrm>
            <a:off x="6537325" y="6437313"/>
            <a:ext cx="2225675" cy="366712"/>
          </a:xfrm>
          <a:prstGeom prst="rect">
            <a:avLst/>
          </a:prstGeom>
          <a:noFill/>
          <a:ln w="12700">
            <a:noFill/>
          </a:ln>
        </p:spPr>
        <p:txBody>
          <a:bodyPr>
            <a:spAutoFit/>
          </a:bodyPr>
          <a:lstStyle/>
          <a:p>
            <a:pPr lvl="0" algn="l" eaLnBrk="0" hangingPunct="0">
              <a:lnSpc>
                <a:spcPct val="100000"/>
              </a:lnSpc>
              <a:spcBef>
                <a:spcPct val="0"/>
              </a:spcBef>
            </a:pPr>
            <a:endParaRPr>
              <a:solidFill>
                <a:schemeClr val="accent1"/>
              </a:solidFill>
            </a:endParaRPr>
          </a:p>
        </p:txBody>
      </p:sp>
      <p:sp>
        <p:nvSpPr>
          <p:cNvPr id="176139" name="Slide Number Placeholder 176138"/>
          <p:cNvSpPr>
            <a:spLocks noGrp="1"/>
          </p:cNvSpPr>
          <p:nvPr>
            <p:ph type="sldNum" sz="quarter" idx="4"/>
          </p:nvPr>
        </p:nvSpPr>
        <p:spPr>
          <a:xfrm>
            <a:off x="7945438" y="6489700"/>
            <a:ext cx="1198562" cy="288925"/>
          </a:xfrm>
          <a:prstGeom prst="rect">
            <a:avLst/>
          </a:prstGeom>
          <a:noFill/>
          <a:ln w="9525">
            <a:noFill/>
          </a:ln>
        </p:spPr>
        <p:txBody>
          <a:bodyPr anchor="b" anchorCtr="0"/>
          <a:lstStyle>
            <a:lvl1pPr algn="r">
              <a:defRPr sz="1400"/>
            </a:lvl1pPr>
          </a:lstStyle>
          <a:p>
            <a:pPr lvl="0" eaLnBrk="1" hangingPunct="1">
              <a:lnSpc>
                <a:spcPct val="100000"/>
              </a:lnSpc>
              <a:spcBef>
                <a:spcPct val="0"/>
              </a:spcBef>
            </a:pPr>
            <a:fld id="{9A0DB2DC-4C9A-4742-B13C-FB6460FD3503}" type="slidenum">
              <a:rPr lang="en-US">
                <a:effectLst>
                  <a:outerShdw blurRad="38100" dist="38100" dir="2700000">
                    <a:srgbClr val="C0C0C0"/>
                  </a:outerShdw>
                </a:effectLst>
              </a:rPr>
              <a:t>‹#›</a:t>
            </a:fld>
            <a:r>
              <a:rPr sz="1400">
                <a:effectLst>
                  <a:outerShdw blurRad="38100" dist="38100" dir="2700000">
                    <a:srgbClr val="C0C0C0"/>
                  </a:outerShdw>
                </a:effectLst>
              </a:rPr>
              <a:t> / 65</a:t>
            </a:r>
          </a:p>
        </p:txBody>
      </p:sp>
      <p:sp>
        <p:nvSpPr>
          <p:cNvPr id="176143" name="Rectangles 176142"/>
          <p:cNvSpPr/>
          <p:nvPr userDrawn="1"/>
        </p:nvSpPr>
        <p:spPr>
          <a:xfrm>
            <a:off x="0" y="0"/>
            <a:ext cx="431800" cy="4508500"/>
          </a:xfrm>
          <a:prstGeom prst="rect">
            <a:avLst/>
          </a:prstGeom>
          <a:noFill/>
          <a:ln w="28575">
            <a:noFill/>
          </a:ln>
        </p:spPr>
        <p:txBody>
          <a:bodyPr/>
          <a:lstStyle/>
          <a:p>
            <a:endParaRPr lang="en-US"/>
          </a:p>
        </p:txBody>
      </p:sp>
      <p:sp>
        <p:nvSpPr>
          <p:cNvPr id="176145" name="Rectangles 176144"/>
          <p:cNvSpPr/>
          <p:nvPr userDrawn="1"/>
        </p:nvSpPr>
        <p:spPr>
          <a:xfrm>
            <a:off x="0" y="0"/>
            <a:ext cx="8712200" cy="908050"/>
          </a:xfrm>
          <a:prstGeom prst="rect">
            <a:avLst/>
          </a:prstGeom>
          <a:noFill/>
          <a:ln w="28575">
            <a:noFill/>
          </a:ln>
        </p:spPr>
        <p:txBody>
          <a:bodyPr/>
          <a:lstStyle/>
          <a:p>
            <a:endParaRPr lang="en-US"/>
          </a:p>
        </p:txBody>
      </p:sp>
      <p:cxnSp>
        <p:nvCxnSpPr>
          <p:cNvPr id="9" name="Straight Connector 8"/>
          <p:cNvCxnSpPr/>
          <p:nvPr userDrawn="1"/>
        </p:nvCxnSpPr>
        <p:spPr>
          <a:xfrm>
            <a:off x="152400" y="685800"/>
            <a:ext cx="8763000" cy="0"/>
          </a:xfrm>
          <a:prstGeom prst="line">
            <a:avLst/>
          </a:prstGeom>
          <a:ln w="28575">
            <a:solidFill>
              <a:schemeClr val="tx1"/>
            </a:solidFill>
          </a:ln>
        </p:spPr>
        <p:style>
          <a:lnRef idx="1">
            <a:schemeClr val="accent2"/>
          </a:lnRef>
          <a:fillRef idx="0">
            <a:schemeClr val="accent2"/>
          </a:fillRef>
          <a:effectRef idx="0">
            <a:schemeClr val="accent2"/>
          </a:effectRef>
          <a:fontRef idx="minor">
            <a:schemeClr val="tx1"/>
          </a:fontRef>
        </p:style>
      </p:cxnSp>
      <p:cxnSp>
        <p:nvCxnSpPr>
          <p:cNvPr id="7" name="Straight Connector 6"/>
          <p:cNvCxnSpPr/>
          <p:nvPr userDrawn="1"/>
        </p:nvCxnSpPr>
        <p:spPr>
          <a:xfrm flipV="1">
            <a:off x="304800" y="66675"/>
            <a:ext cx="0" cy="800100"/>
          </a:xfrm>
          <a:prstGeom prst="line">
            <a:avLst/>
          </a:prstGeom>
        </p:spPr>
        <p:style>
          <a:lnRef idx="3">
            <a:schemeClr val="dk1"/>
          </a:lnRef>
          <a:fillRef idx="0">
            <a:schemeClr val="dk1"/>
          </a:fillRef>
          <a:effectRef idx="2">
            <a:schemeClr val="dk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marL="0" lvl="0" indent="0" algn="l" defTabSz="914400" rtl="0" eaLnBrk="0" fontAlgn="base" latinLnBrk="0" hangingPunct="0">
        <a:lnSpc>
          <a:spcPct val="87000"/>
        </a:lnSpc>
        <a:spcBef>
          <a:spcPct val="0"/>
        </a:spcBef>
        <a:spcAft>
          <a:spcPct val="0"/>
        </a:spcAft>
        <a:buNone/>
        <a:defRPr sz="3200" b="1" i="0" u="none" kern="1200" baseline="0">
          <a:solidFill>
            <a:schemeClr val="accent2"/>
          </a:solidFill>
          <a:effectLst>
            <a:outerShdw blurRad="38100" dist="38100" dir="2700000">
              <a:srgbClr val="C0C0C0"/>
            </a:outerShdw>
          </a:effectLst>
          <a:latin typeface="+mj-lt"/>
          <a:ea typeface="+mj-ea"/>
          <a:cs typeface="+mj-cs"/>
        </a:defRPr>
      </a:lvl1pPr>
    </p:titleStyle>
    <p:bodyStyle>
      <a:lvl1pPr marL="0" lvl="0" indent="0" algn="l" defTabSz="914400" rtl="0" eaLnBrk="0" fontAlgn="base" latinLnBrk="0" hangingPunct="0">
        <a:lnSpc>
          <a:spcPct val="150000"/>
        </a:lnSpc>
        <a:spcBef>
          <a:spcPct val="50000"/>
        </a:spcBef>
        <a:spcAft>
          <a:spcPct val="0"/>
        </a:spcAft>
        <a:buClr>
          <a:srgbClr val="CC3300"/>
        </a:buClr>
        <a:buSzPct val="100000"/>
        <a:buFont typeface="Wingdings" panose="05000000000000000000" charset="0"/>
        <a:buChar char="q"/>
        <a:defRPr sz="2800" b="1" i="0" u="none" kern="1200" baseline="0">
          <a:solidFill>
            <a:schemeClr val="accent2"/>
          </a:solidFill>
          <a:latin typeface="Constantia" panose="02030602050306030303" charset="0"/>
          <a:ea typeface="+mn-ea"/>
          <a:cs typeface="Constantia" panose="02030602050306030303" charset="0"/>
        </a:defRPr>
      </a:lvl1pPr>
      <a:lvl2pPr marL="809625" lvl="1" indent="-277495" algn="l" defTabSz="914400" rtl="0" eaLnBrk="0" fontAlgn="base" latinLnBrk="0" hangingPunct="0">
        <a:lnSpc>
          <a:spcPct val="150000"/>
        </a:lnSpc>
        <a:spcBef>
          <a:spcPct val="50000"/>
        </a:spcBef>
        <a:spcAft>
          <a:spcPct val="0"/>
        </a:spcAft>
        <a:buClr>
          <a:schemeClr val="accent2"/>
        </a:buClr>
        <a:buSzPct val="100000"/>
        <a:buFont typeface="Times New Roman" panose="02020603050405020304" pitchFamily="18" charset="0"/>
        <a:buChar char="●"/>
        <a:defRPr sz="2400" b="1" i="0" u="none" kern="1200" baseline="0">
          <a:solidFill>
            <a:schemeClr val="tx1"/>
          </a:solidFill>
          <a:latin typeface="Constantia" panose="02030602050306030303" charset="0"/>
          <a:ea typeface="+mn-ea"/>
          <a:cs typeface="Constantia" panose="02030602050306030303" charset="0"/>
        </a:defRPr>
      </a:lvl2pPr>
      <a:lvl3pPr marL="1254125" lvl="2" indent="-264795" algn="l" defTabSz="914400" rtl="0" eaLnBrk="0" fontAlgn="base" latinLnBrk="0" hangingPunct="0">
        <a:lnSpc>
          <a:spcPct val="150000"/>
        </a:lnSpc>
        <a:spcBef>
          <a:spcPct val="50000"/>
        </a:spcBef>
        <a:spcAft>
          <a:spcPct val="0"/>
        </a:spcAft>
        <a:buClr>
          <a:srgbClr val="CC3300"/>
        </a:buClr>
        <a:buSzPct val="100000"/>
        <a:buFont typeface="Arial" panose="020B0604020202020204" pitchFamily="34" charset="0"/>
        <a:buChar char="♦"/>
        <a:defRPr sz="2000" b="1" i="0" u="none" kern="1200" baseline="0">
          <a:solidFill>
            <a:schemeClr val="tx1"/>
          </a:solidFill>
          <a:latin typeface="Constantia" panose="02030602050306030303" charset="0"/>
          <a:ea typeface="+mn-ea"/>
          <a:cs typeface="Constantia" panose="02030602050306030303" charset="0"/>
        </a:defRPr>
      </a:lvl3pPr>
      <a:lvl4pPr marL="1868805" lvl="3" indent="-342900" algn="l" defTabSz="914400" rtl="0" eaLnBrk="1" fontAlgn="base" latinLnBrk="0" hangingPunct="1">
        <a:lnSpc>
          <a:spcPct val="150000"/>
        </a:lnSpc>
        <a:spcBef>
          <a:spcPct val="20000"/>
        </a:spcBef>
        <a:spcAft>
          <a:spcPct val="0"/>
        </a:spcAft>
        <a:buSzTx/>
        <a:buFontTx/>
        <a:buChar char="–"/>
        <a:defRPr sz="2000" b="0" i="0" u="none" kern="1200" baseline="0">
          <a:solidFill>
            <a:schemeClr val="tx1"/>
          </a:solidFill>
          <a:latin typeface="Constantia" panose="02030602050306030303" charset="0"/>
          <a:ea typeface="+mn-ea"/>
          <a:cs typeface="Constantia" panose="02030602050306030303" charset="0"/>
        </a:defRPr>
      </a:lvl4pPr>
      <a:lvl5pPr marL="2390775" lvl="4" indent="-342900" algn="l" defTabSz="914400" rtl="0" eaLnBrk="1" fontAlgn="base" latinLnBrk="0" hangingPunct="1">
        <a:lnSpc>
          <a:spcPct val="150000"/>
        </a:lnSpc>
        <a:spcBef>
          <a:spcPct val="20000"/>
        </a:spcBef>
        <a:spcAft>
          <a:spcPct val="0"/>
        </a:spcAft>
        <a:buSzTx/>
        <a:buFontTx/>
        <a:buChar char="»"/>
        <a:defRPr sz="2000" b="0" i="0" u="none" kern="1200" baseline="0">
          <a:solidFill>
            <a:schemeClr val="tx1"/>
          </a:solidFill>
          <a:latin typeface="Constantia" panose="02030602050306030303" charset="0"/>
          <a:ea typeface="+mn-ea"/>
          <a:cs typeface="Constantia" panose="02030602050306030303" charset="0"/>
        </a:defRPr>
      </a:lvl5pPr>
      <a:lvl6pPr marL="2514600" lvl="5" indent="-228600" algn="l" defTabSz="914400" rtl="0" eaLnBrk="1" fontAlgn="base" latinLnBrk="0" hangingPunct="1">
        <a:lnSpc>
          <a:spcPct val="150000"/>
        </a:lnSpc>
        <a:spcBef>
          <a:spcPct val="20000"/>
        </a:spcBef>
        <a:spcAft>
          <a:spcPct val="0"/>
        </a:spcAft>
        <a:buSzTx/>
        <a:buFontTx/>
        <a:buChar char="»"/>
        <a:defRPr sz="2000" b="0" i="0" u="none" kern="1200" baseline="0">
          <a:solidFill>
            <a:schemeClr val="tx1"/>
          </a:solidFill>
          <a:latin typeface="Constantia" panose="02030602050306030303" charset="0"/>
          <a:ea typeface="+mn-ea"/>
          <a:cs typeface="Constantia" panose="02030602050306030303" charset="0"/>
        </a:defRPr>
      </a:lvl6pPr>
      <a:lvl7pPr marL="2971800" lvl="6" indent="-228600" algn="l" defTabSz="914400" rtl="0" eaLnBrk="1" fontAlgn="base" latinLnBrk="0" hangingPunct="1">
        <a:lnSpc>
          <a:spcPct val="150000"/>
        </a:lnSpc>
        <a:spcBef>
          <a:spcPct val="20000"/>
        </a:spcBef>
        <a:spcAft>
          <a:spcPct val="0"/>
        </a:spcAft>
        <a:buSzTx/>
        <a:buFontTx/>
        <a:buChar char="»"/>
        <a:defRPr sz="2000" b="0" i="0" u="none" kern="1200" baseline="0">
          <a:solidFill>
            <a:schemeClr val="tx1"/>
          </a:solidFill>
          <a:latin typeface="Constantia" panose="02030602050306030303" charset="0"/>
          <a:ea typeface="+mn-ea"/>
          <a:cs typeface="Constantia" panose="02030602050306030303" charset="0"/>
        </a:defRPr>
      </a:lvl7pPr>
      <a:lvl8pPr marL="3429000" lvl="7" indent="-228600" algn="l" defTabSz="914400" rtl="0" eaLnBrk="1" fontAlgn="base" latinLnBrk="0" hangingPunct="1">
        <a:lnSpc>
          <a:spcPct val="150000"/>
        </a:lnSpc>
        <a:spcBef>
          <a:spcPct val="20000"/>
        </a:spcBef>
        <a:spcAft>
          <a:spcPct val="0"/>
        </a:spcAft>
        <a:buSzTx/>
        <a:buFontTx/>
        <a:buChar char="»"/>
        <a:defRPr sz="2000" b="0" i="0" u="none" kern="1200" baseline="0">
          <a:solidFill>
            <a:schemeClr val="tx1"/>
          </a:solidFill>
          <a:latin typeface="Constantia" panose="02030602050306030303" charset="0"/>
          <a:ea typeface="+mn-ea"/>
          <a:cs typeface="Constantia" panose="02030602050306030303" charset="0"/>
        </a:defRPr>
      </a:lvl8pPr>
      <a:lvl9pPr marL="3886200" lvl="8" indent="-228600" algn="l" defTabSz="914400" rtl="0" eaLnBrk="1" fontAlgn="base" latinLnBrk="0" hangingPunct="1">
        <a:lnSpc>
          <a:spcPct val="150000"/>
        </a:lnSpc>
        <a:spcBef>
          <a:spcPct val="20000"/>
        </a:spcBef>
        <a:spcAft>
          <a:spcPct val="0"/>
        </a:spcAft>
        <a:buSzTx/>
        <a:buFontTx/>
        <a:buChar char="»"/>
        <a:defRPr sz="2000" b="0" i="0" u="none" kern="1200" baseline="0">
          <a:solidFill>
            <a:schemeClr val="tx1"/>
          </a:solidFill>
          <a:latin typeface="Constantia" panose="02030602050306030303" charset="0"/>
          <a:ea typeface="+mn-ea"/>
          <a:cs typeface="Constantia" panose="02030602050306030303" charset="0"/>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rtl="0" eaLnBrk="0" fontAlgn="base" latinLnBrk="0" hangingPunct="0">
        <a:lnSpc>
          <a:spcPct val="90000"/>
        </a:lnSpc>
        <a:spcBef>
          <a:spcPct val="5000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ctr" defTabSz="914400" rtl="0" eaLnBrk="0" fontAlgn="base" latinLnBrk="0" hangingPunct="0">
        <a:lnSpc>
          <a:spcPct val="90000"/>
        </a:lnSpc>
        <a:spcBef>
          <a:spcPct val="5000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ctr" defTabSz="914400" rtl="0" eaLnBrk="0" fontAlgn="base" latinLnBrk="0" hangingPunct="0">
        <a:lnSpc>
          <a:spcPct val="90000"/>
        </a:lnSpc>
        <a:spcBef>
          <a:spcPct val="5000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ctr" defTabSz="914400" rtl="0" eaLnBrk="0" fontAlgn="base" latinLnBrk="0" hangingPunct="0">
        <a:lnSpc>
          <a:spcPct val="90000"/>
        </a:lnSpc>
        <a:spcBef>
          <a:spcPct val="5000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ctr" defTabSz="914400" rtl="0" eaLnBrk="0" fontAlgn="base" latinLnBrk="0" hangingPunct="0">
        <a:lnSpc>
          <a:spcPct val="90000"/>
        </a:lnSpc>
        <a:spcBef>
          <a:spcPct val="5000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ctr" defTabSz="914400" rtl="0" eaLnBrk="0" fontAlgn="base" latinLnBrk="0" hangingPunct="0">
        <a:lnSpc>
          <a:spcPct val="90000"/>
        </a:lnSpc>
        <a:spcBef>
          <a:spcPct val="5000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ctr" defTabSz="914400" rtl="0" eaLnBrk="0" fontAlgn="base" latinLnBrk="0" hangingPunct="0">
        <a:lnSpc>
          <a:spcPct val="90000"/>
        </a:lnSpc>
        <a:spcBef>
          <a:spcPct val="5000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ctr" defTabSz="914400" rtl="0" eaLnBrk="0" fontAlgn="base" latinLnBrk="0" hangingPunct="0">
        <a:lnSpc>
          <a:spcPct val="90000"/>
        </a:lnSpc>
        <a:spcBef>
          <a:spcPct val="50000"/>
        </a:spcBef>
        <a:spcAft>
          <a:spcPct val="0"/>
        </a:spcAft>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8.xml"/><Relationship Id="rId7" Type="http://schemas.openxmlformats.org/officeDocument/2006/relationships/image" Target="../media/image6.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11" Type="http://schemas.openxmlformats.org/officeDocument/2006/relationships/image" Target="../media/image8.emf"/><Relationship Id="rId5" Type="http://schemas.openxmlformats.org/officeDocument/2006/relationships/image" Target="../media/image5.emf"/><Relationship Id="rId10"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7.em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10.e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9.emf"/><Relationship Id="rId4" Type="http://schemas.openxmlformats.org/officeDocument/2006/relationships/oleObject" Target="../embeddings/oleObject7.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3.emf"/><Relationship Id="rId4" Type="http://schemas.openxmlformats.org/officeDocument/2006/relationships/oleObject" Target="../embeddings/oleObject9.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4.emf"/><Relationship Id="rId4" Type="http://schemas.openxmlformats.org/officeDocument/2006/relationships/oleObject" Target="../embeddings/oleObject10.bin"/></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20.wmf"/><Relationship Id="rId3" Type="http://schemas.openxmlformats.org/officeDocument/2006/relationships/notesSlide" Target="../notesSlides/notesSlide18.xml"/><Relationship Id="rId7" Type="http://schemas.openxmlformats.org/officeDocument/2006/relationships/image" Target="../media/image17.wmf"/><Relationship Id="rId12"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2.bin"/><Relationship Id="rId11" Type="http://schemas.openxmlformats.org/officeDocument/2006/relationships/image" Target="../media/image19.wmf"/><Relationship Id="rId5" Type="http://schemas.openxmlformats.org/officeDocument/2006/relationships/image" Target="../media/image16.e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18.wm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21.emf"/><Relationship Id="rId4" Type="http://schemas.openxmlformats.org/officeDocument/2006/relationships/oleObject" Target="../embeddings/oleObject16.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26.wmf"/><Relationship Id="rId18" Type="http://schemas.openxmlformats.org/officeDocument/2006/relationships/oleObject" Target="../embeddings/oleObject24.bin"/><Relationship Id="rId3" Type="http://schemas.openxmlformats.org/officeDocument/2006/relationships/notesSlide" Target="../notesSlides/notesSlide20.xml"/><Relationship Id="rId21" Type="http://schemas.openxmlformats.org/officeDocument/2006/relationships/image" Target="../media/image30.wmf"/><Relationship Id="rId7" Type="http://schemas.openxmlformats.org/officeDocument/2006/relationships/image" Target="../media/image23.wmf"/><Relationship Id="rId12" Type="http://schemas.openxmlformats.org/officeDocument/2006/relationships/oleObject" Target="../embeddings/oleObject21.bin"/><Relationship Id="rId17" Type="http://schemas.openxmlformats.org/officeDocument/2006/relationships/image" Target="../media/image28.wmf"/><Relationship Id="rId2" Type="http://schemas.openxmlformats.org/officeDocument/2006/relationships/slideLayout" Target="../slideLayouts/slideLayout2.xml"/><Relationship Id="rId16" Type="http://schemas.openxmlformats.org/officeDocument/2006/relationships/oleObject" Target="../embeddings/oleObject23.bin"/><Relationship Id="rId20" Type="http://schemas.openxmlformats.org/officeDocument/2006/relationships/oleObject" Target="../embeddings/oleObject25.bin"/><Relationship Id="rId1" Type="http://schemas.openxmlformats.org/officeDocument/2006/relationships/vmlDrawing" Target="../drawings/vmlDrawing9.vml"/><Relationship Id="rId6" Type="http://schemas.openxmlformats.org/officeDocument/2006/relationships/oleObject" Target="../embeddings/oleObject18.bin"/><Relationship Id="rId11" Type="http://schemas.openxmlformats.org/officeDocument/2006/relationships/image" Target="../media/image25.wmf"/><Relationship Id="rId5" Type="http://schemas.openxmlformats.org/officeDocument/2006/relationships/image" Target="../media/image22.emf"/><Relationship Id="rId15" Type="http://schemas.openxmlformats.org/officeDocument/2006/relationships/image" Target="../media/image27.wmf"/><Relationship Id="rId10" Type="http://schemas.openxmlformats.org/officeDocument/2006/relationships/oleObject" Target="../embeddings/oleObject20.bin"/><Relationship Id="rId19" Type="http://schemas.openxmlformats.org/officeDocument/2006/relationships/image" Target="../media/image29.wmf"/><Relationship Id="rId4" Type="http://schemas.openxmlformats.org/officeDocument/2006/relationships/oleObject" Target="../embeddings/oleObject17.bin"/><Relationship Id="rId9" Type="http://schemas.openxmlformats.org/officeDocument/2006/relationships/image" Target="../media/image24.wmf"/><Relationship Id="rId14" Type="http://schemas.openxmlformats.org/officeDocument/2006/relationships/oleObject" Target="../embeddings/oleObject22.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31.emf"/><Relationship Id="rId4" Type="http://schemas.openxmlformats.org/officeDocument/2006/relationships/oleObject" Target="../embeddings/oleObject26.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34.e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28.bin"/><Relationship Id="rId5" Type="http://schemas.openxmlformats.org/officeDocument/2006/relationships/image" Target="../media/image33.wmf"/><Relationship Id="rId4" Type="http://schemas.openxmlformats.org/officeDocument/2006/relationships/oleObject" Target="../embeddings/oleObject27.bin"/></Relationships>
</file>

<file path=ppt/slides/_rels/slide30.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36.emf"/><Relationship Id="rId4" Type="http://schemas.openxmlformats.org/officeDocument/2006/relationships/oleObject" Target="../embeddings/oleObject29.bin"/></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9.xml"/><Relationship Id="rId7" Type="http://schemas.openxmlformats.org/officeDocument/2006/relationships/image" Target="../media/image38.e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31.bin"/><Relationship Id="rId5" Type="http://schemas.openxmlformats.org/officeDocument/2006/relationships/image" Target="../media/image37.emf"/><Relationship Id="rId4" Type="http://schemas.openxmlformats.org/officeDocument/2006/relationships/oleObject" Target="../embeddings/oleObject30.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2.xml"/><Relationship Id="rId7" Type="http://schemas.openxmlformats.org/officeDocument/2006/relationships/image" Target="../media/image40.e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33.bin"/><Relationship Id="rId5" Type="http://schemas.openxmlformats.org/officeDocument/2006/relationships/image" Target="../media/image39.emf"/><Relationship Id="rId4" Type="http://schemas.openxmlformats.org/officeDocument/2006/relationships/oleObject" Target="../embeddings/oleObject32.bin"/></Relationships>
</file>

<file path=ppt/slides/_rels/slide38.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itle 2"/>
          <p:cNvSpPr>
            <a:spLocks noGrp="1"/>
          </p:cNvSpPr>
          <p:nvPr>
            <p:ph type="subTitle" idx="4294967295"/>
          </p:nvPr>
        </p:nvSpPr>
        <p:spPr>
          <a:xfrm>
            <a:off x="144780" y="76200"/>
            <a:ext cx="8923020" cy="6759575"/>
          </a:xfrm>
          <a:noFill/>
        </p:spPr>
        <p:txBody>
          <a:bodyPr vert="horz" lIns="45720" tIns="45720" rIns="45720" bIns="45720" rtlCol="0">
            <a:normAutofit fontScale="95000"/>
          </a:bodyPr>
          <a:lstStyle/>
          <a:p>
            <a:pPr marL="0" marR="0" lvl="0" indent="0" algn="ctr" defTabSz="914400" rtl="0" eaLnBrk="1" fontAlgn="auto" latinLnBrk="0" hangingPunct="1">
              <a:lnSpc>
                <a:spcPct val="150000"/>
              </a:lnSpc>
              <a:spcBef>
                <a:spcPts val="1200"/>
              </a:spcBef>
              <a:spcAft>
                <a:spcPts val="200"/>
              </a:spcAft>
              <a:buClr>
                <a:schemeClr val="accent1"/>
              </a:buClr>
              <a:buSzTx/>
              <a:buFont typeface="Tw Cen MT" panose="020B0602020104020603" pitchFamily="34" charset="0"/>
              <a:buNone/>
              <a:defRPr/>
            </a:pPr>
            <a:endParaRPr kumimoji="0" lang="en-US" sz="2400" b="0" i="0" u="none" strike="noStrike" kern="1200" cap="none" spc="0" normalizeH="0" baseline="0" noProof="0" dirty="0">
              <a:ln>
                <a:noFill/>
              </a:ln>
              <a:solidFill>
                <a:schemeClr val="tx1"/>
              </a:solidFill>
              <a:effectLst/>
              <a:uLnTx/>
              <a:uFillTx/>
              <a:latin typeface="Constantia" panose="02030602050306030303" charset="0"/>
              <a:ea typeface="+mn-ea"/>
              <a:cs typeface="+mn-cs"/>
            </a:endParaRPr>
          </a:p>
          <a:p>
            <a:pPr marL="0" marR="0" lvl="0" indent="0" algn="ctr" defTabSz="914400" rtl="0" eaLnBrk="1" fontAlgn="auto" latinLnBrk="0" hangingPunct="1">
              <a:lnSpc>
                <a:spcPct val="150000"/>
              </a:lnSpc>
              <a:spcBef>
                <a:spcPts val="1200"/>
              </a:spcBef>
              <a:spcAft>
                <a:spcPts val="200"/>
              </a:spcAft>
              <a:buClr>
                <a:schemeClr val="accent1"/>
              </a:buClr>
              <a:buSzTx/>
              <a:buFont typeface="Tw Cen MT" panose="020B0602020104020603" pitchFamily="34" charset="0"/>
              <a:buNone/>
              <a:defRPr/>
            </a:pPr>
            <a:endParaRPr kumimoji="0" lang="en-US" sz="3200" b="1" i="0" u="none" strike="noStrike" kern="1200" cap="none" spc="0" normalizeH="0" baseline="0" noProof="0" dirty="0">
              <a:ln>
                <a:noFill/>
              </a:ln>
              <a:solidFill>
                <a:schemeClr val="tx1"/>
              </a:solidFill>
              <a:effectLst/>
              <a:uLnTx/>
              <a:uFillTx/>
              <a:latin typeface="Constantia" panose="02030602050306030303" charset="0"/>
              <a:ea typeface="+mn-ea"/>
              <a:cs typeface="+mn-cs"/>
            </a:endParaRPr>
          </a:p>
          <a:p>
            <a:pPr marL="0" marR="0" lvl="0" indent="0" algn="ctr" defTabSz="914400" rtl="0" eaLnBrk="1" fontAlgn="auto" latinLnBrk="0" hangingPunct="1">
              <a:lnSpc>
                <a:spcPct val="150000"/>
              </a:lnSpc>
              <a:spcBef>
                <a:spcPts val="1200"/>
              </a:spcBef>
              <a:spcAft>
                <a:spcPts val="200"/>
              </a:spcAft>
              <a:buClr>
                <a:schemeClr val="accent1"/>
              </a:buClr>
              <a:buSzTx/>
              <a:buFont typeface="Tw Cen MT" panose="020B0602020104020603" pitchFamily="34" charset="0"/>
              <a:buNone/>
              <a:defRPr/>
            </a:pPr>
            <a:endParaRPr kumimoji="0" lang="en-US" sz="3200" b="1" i="0" u="none" strike="noStrike" kern="1200" cap="none" spc="0" normalizeH="0" baseline="0" noProof="0" dirty="0">
              <a:ln>
                <a:noFill/>
              </a:ln>
              <a:solidFill>
                <a:schemeClr val="tx1"/>
              </a:solidFill>
              <a:effectLst/>
              <a:uLnTx/>
              <a:uFillTx/>
              <a:latin typeface="Constantia" panose="02030602050306030303" charset="0"/>
              <a:ea typeface="+mn-ea"/>
              <a:cs typeface="+mn-cs"/>
            </a:endParaRPr>
          </a:p>
          <a:p>
            <a:pPr marL="0" marR="0" lvl="0" indent="0" algn="ctr" defTabSz="914400" rtl="0" eaLnBrk="1" fontAlgn="auto" latinLnBrk="0" hangingPunct="1">
              <a:lnSpc>
                <a:spcPct val="150000"/>
              </a:lnSpc>
              <a:spcBef>
                <a:spcPts val="1200"/>
              </a:spcBef>
              <a:spcAft>
                <a:spcPts val="200"/>
              </a:spcAft>
              <a:buClr>
                <a:schemeClr val="accent1"/>
              </a:buClr>
              <a:buSzTx/>
              <a:buFont typeface="Tw Cen MT" panose="020B0602020104020603" pitchFamily="34" charset="0"/>
              <a:buNone/>
              <a:defRPr/>
            </a:pPr>
            <a:r>
              <a:rPr kumimoji="0" lang="en-US" sz="4600" b="1" i="0" u="none" strike="noStrike" kern="1200" cap="none" spc="0" normalizeH="0" baseline="0" noProof="0" dirty="0" smtClean="0">
                <a:ln>
                  <a:noFill/>
                </a:ln>
                <a:solidFill>
                  <a:schemeClr val="tx1"/>
                </a:solidFill>
                <a:effectLst/>
                <a:uLnTx/>
                <a:uFillTx/>
                <a:cs typeface="+mn-cs"/>
              </a:rPr>
              <a:t>Chapter 5</a:t>
            </a:r>
            <a:endParaRPr kumimoji="0" lang="en-US" sz="4600" b="1" i="0" u="none" strike="noStrike" kern="1200" cap="none" spc="0" normalizeH="0" baseline="0" noProof="0" dirty="0">
              <a:ln>
                <a:noFill/>
              </a:ln>
              <a:solidFill>
                <a:schemeClr val="tx1"/>
              </a:solidFill>
              <a:effectLst/>
              <a:uLnTx/>
              <a:uFillTx/>
              <a:cs typeface="+mn-cs"/>
            </a:endParaRPr>
          </a:p>
          <a:p>
            <a:pPr marL="0" marR="0" lvl="0" indent="0" algn="ctr" defTabSz="914400" rtl="0" eaLnBrk="1" fontAlgn="auto" latinLnBrk="0" hangingPunct="1">
              <a:lnSpc>
                <a:spcPct val="150000"/>
              </a:lnSpc>
              <a:spcBef>
                <a:spcPts val="1200"/>
              </a:spcBef>
              <a:spcAft>
                <a:spcPts val="200"/>
              </a:spcAft>
              <a:buClr>
                <a:schemeClr val="accent1"/>
              </a:buClr>
              <a:buSzTx/>
              <a:buFont typeface="Tw Cen MT" panose="020B0602020104020603" pitchFamily="34" charset="0"/>
              <a:buNone/>
              <a:defRPr/>
            </a:pPr>
            <a:r>
              <a:rPr lang="en-US" sz="4200" b="1" dirty="0">
                <a:solidFill>
                  <a:schemeClr val="tx1"/>
                </a:solidFill>
                <a:ea typeface="標楷體" pitchFamily="65" charset="-120"/>
                <a:sym typeface="+mn-ea"/>
              </a:rPr>
              <a:t>Combinational logic </a:t>
            </a:r>
            <a:r>
              <a:rPr lang="en-US" sz="4200" b="1" dirty="0" smtClean="0">
                <a:solidFill>
                  <a:schemeClr val="tx1"/>
                </a:solidFill>
                <a:ea typeface="標楷體" pitchFamily="65" charset="-120"/>
                <a:sym typeface="+mn-ea"/>
              </a:rPr>
              <a:t>circuits</a:t>
            </a:r>
          </a:p>
          <a:p>
            <a:pPr marL="0" marR="0" lvl="0" indent="0" algn="ctr" defTabSz="914400" rtl="0" eaLnBrk="1" fontAlgn="auto" latinLnBrk="0" hangingPunct="1">
              <a:lnSpc>
                <a:spcPct val="150000"/>
              </a:lnSpc>
              <a:spcBef>
                <a:spcPts val="1200"/>
              </a:spcBef>
              <a:spcAft>
                <a:spcPts val="200"/>
              </a:spcAft>
              <a:buClr>
                <a:schemeClr val="accent1"/>
              </a:buClr>
              <a:buSzTx/>
              <a:buFont typeface="Tw Cen MT" panose="020B0602020104020603" pitchFamily="34" charset="0"/>
              <a:buNone/>
              <a:defRPr/>
            </a:pPr>
            <a:r>
              <a:rPr lang="en-US" sz="3400" dirty="0" err="1" smtClean="0">
                <a:solidFill>
                  <a:schemeClr val="tx1"/>
                </a:solidFill>
                <a:ea typeface="標楷體" pitchFamily="65" charset="-120"/>
                <a:sym typeface="+mn-ea"/>
              </a:rPr>
              <a:t>By:Getinet</a:t>
            </a:r>
            <a:r>
              <a:rPr lang="en-US" sz="3400" dirty="0" smtClean="0">
                <a:solidFill>
                  <a:schemeClr val="tx1"/>
                </a:solidFill>
                <a:ea typeface="標楷體" pitchFamily="65" charset="-120"/>
                <a:sym typeface="+mn-ea"/>
              </a:rPr>
              <a:t> G</a:t>
            </a:r>
            <a:endParaRPr lang="en-US" sz="3400" b="1" dirty="0">
              <a:solidFill>
                <a:schemeClr val="tx1"/>
              </a:solidFill>
              <a:ea typeface="標楷體" pitchFamily="65" charset="-120"/>
              <a:sym typeface="+mn-ea"/>
            </a:endParaRPr>
          </a:p>
          <a:p>
            <a:pPr marL="0" marR="0" lvl="0" indent="0" algn="ctr" defTabSz="914400" rtl="0" eaLnBrk="1" fontAlgn="auto" latinLnBrk="0" hangingPunct="1">
              <a:lnSpc>
                <a:spcPct val="150000"/>
              </a:lnSpc>
              <a:spcBef>
                <a:spcPts val="1200"/>
              </a:spcBef>
              <a:spcAft>
                <a:spcPts val="200"/>
              </a:spcAft>
              <a:buClr>
                <a:schemeClr val="accent1"/>
              </a:buClr>
              <a:buSzTx/>
              <a:buFont typeface="Tw Cen MT" panose="020B0602020104020603" pitchFamily="34" charset="0"/>
              <a:buNone/>
              <a:defRPr/>
            </a:pPr>
            <a:endParaRPr kumimoji="0" lang="en-US" sz="6285" b="1" i="0" u="none" strike="noStrike" kern="1200" cap="none" spc="0" normalizeH="0" baseline="0" noProof="0" dirty="0">
              <a:ln>
                <a:noFill/>
              </a:ln>
              <a:solidFill>
                <a:schemeClr val="tx1"/>
              </a:solidFill>
              <a:effectLst/>
              <a:uLnTx/>
              <a:uFillTx/>
              <a:latin typeface="Pristina" panose="03060402040406080204" pitchFamily="66" charset="0"/>
              <a:ea typeface="+mn-ea"/>
              <a:cs typeface="+mn-cs"/>
            </a:endParaRPr>
          </a:p>
          <a:p>
            <a:pPr marL="0" marR="0" lvl="0" indent="0" algn="ctr" defTabSz="914400" rtl="0" eaLnBrk="1" fontAlgn="auto" latinLnBrk="0" hangingPunct="1">
              <a:lnSpc>
                <a:spcPct val="150000"/>
              </a:lnSpc>
              <a:spcBef>
                <a:spcPts val="1200"/>
              </a:spcBef>
              <a:spcAft>
                <a:spcPts val="200"/>
              </a:spcAft>
              <a:buClr>
                <a:schemeClr val="accent1"/>
              </a:buClr>
              <a:buSzTx/>
              <a:buFont typeface="Tw Cen MT" panose="020B0602020104020603" pitchFamily="34" charset="0"/>
              <a:buNone/>
              <a:defRPr/>
            </a:pPr>
            <a:endParaRPr kumimoji="0" lang="en-US" sz="6285" b="1" i="0" u="none" strike="noStrike" kern="1200" cap="none" spc="0" normalizeH="0" baseline="0" noProof="0" dirty="0">
              <a:ln>
                <a:noFill/>
              </a:ln>
              <a:solidFill>
                <a:schemeClr val="tx1"/>
              </a:solidFill>
              <a:effectLst/>
              <a:uLnTx/>
              <a:uFillTx/>
              <a:latin typeface="Ink Free" panose="03080402000500000000" pitchFamily="66" charset="0"/>
              <a:ea typeface="+mn-ea"/>
              <a:cs typeface="+mn-cs"/>
            </a:endParaRPr>
          </a:p>
        </p:txBody>
      </p:sp>
      <p:sp>
        <p:nvSpPr>
          <p:cNvPr id="2" name="Rectangle 1"/>
          <p:cNvSpPr/>
          <p:nvPr/>
        </p:nvSpPr>
        <p:spPr>
          <a:xfrm>
            <a:off x="1012792" y="2060848"/>
            <a:ext cx="7085594" cy="590931"/>
          </a:xfrm>
          <a:prstGeom prst="rect">
            <a:avLst/>
          </a:prstGeom>
        </p:spPr>
        <p:txBody>
          <a:bodyPr wrap="none">
            <a:spAutoFit/>
          </a:bodyPr>
          <a:lstStyle/>
          <a:p>
            <a:r>
              <a:rPr kumimoji="1" lang="en-US" altLang="zh-TW" sz="3600" dirty="0">
                <a:latin typeface="Book Antiqua" pitchFamily="18" charset="0"/>
              </a:rPr>
              <a:t>Digital </a:t>
            </a:r>
            <a:r>
              <a:rPr kumimoji="1" lang="tr-TR" altLang="zh-TW" sz="3600" dirty="0">
                <a:latin typeface="Book Antiqua" pitchFamily="18" charset="0"/>
              </a:rPr>
              <a:t>Logic Design </a:t>
            </a:r>
            <a:r>
              <a:rPr kumimoji="1" lang="en-US" altLang="zh-TW" sz="3600" dirty="0">
                <a:latin typeface="Book Antiqua" pitchFamily="18" charset="0"/>
              </a:rPr>
              <a:t>- ECEG-3161</a:t>
            </a:r>
            <a:endParaRPr lang="en-US" sz="3600" dirty="0"/>
          </a:p>
        </p:txBody>
      </p:sp>
      <p:pic>
        <p:nvPicPr>
          <p:cNvPr id="5" name="Picture 4" descr="wku log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5525" y="721298"/>
            <a:ext cx="1380571" cy="133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ontent Placeholder 2"/>
          <p:cNvSpPr>
            <a:spLocks noGrp="1"/>
          </p:cNvSpPr>
          <p:nvPr/>
        </p:nvSpPr>
        <p:spPr>
          <a:xfrm>
            <a:off x="107950" y="612140"/>
            <a:ext cx="8942705" cy="6184265"/>
          </a:xfrm>
          <a:prstGeom prst="rect">
            <a:avLst/>
          </a:prstGeom>
          <a:noFill/>
          <a:ln w="12700">
            <a:noFill/>
          </a:ln>
        </p:spPr>
        <p:txBody>
          <a:bodyPr lIns="90488" tIns="44450" rIns="90488" bIns="44450" anchor="t" anchorCtr="0"/>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800" b="1" i="0" u="none" kern="1200" baseline="0">
                <a:solidFill>
                  <a:schemeClr val="accent2"/>
                </a:solidFill>
                <a:latin typeface="Constantia" panose="02030602050306030303" charset="0"/>
                <a:ea typeface="+mn-ea"/>
                <a:cs typeface="+mn-cs"/>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400" b="1" i="0" u="none" kern="1200" baseline="0">
                <a:solidFill>
                  <a:schemeClr val="tx1"/>
                </a:solidFill>
                <a:latin typeface="Constantia" panose="02030602050306030303" charset="0"/>
                <a:ea typeface="+mn-ea"/>
                <a:cs typeface="+mn-cs"/>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2000" b="1" i="0" u="none" kern="1200" baseline="0">
                <a:solidFill>
                  <a:schemeClr val="tx1"/>
                </a:solidFill>
                <a:latin typeface="Constantia" panose="02030602050306030303" charset="0"/>
                <a:ea typeface="+mn-ea"/>
                <a:cs typeface="+mn-cs"/>
              </a:defRPr>
            </a:lvl3pPr>
            <a:lvl4pPr marL="1868805" lvl="3" indent="-342900" algn="l" defTabSz="914400" rtl="0" eaLnBrk="1" fontAlgn="base" latinLnBrk="0" hangingPunct="1">
              <a:lnSpc>
                <a:spcPct val="100000"/>
              </a:lnSpc>
              <a:spcBef>
                <a:spcPct val="20000"/>
              </a:spcBef>
              <a:spcAft>
                <a:spcPct val="0"/>
              </a:spcAft>
              <a:buSzTx/>
              <a:buFontTx/>
              <a:buChar char="–"/>
              <a:defRPr sz="2000" b="0" i="0" u="none" kern="1200" baseline="0">
                <a:solidFill>
                  <a:schemeClr val="tx1"/>
                </a:solidFill>
                <a:latin typeface="Constantia" panose="02030602050306030303" charset="0"/>
                <a:ea typeface="+mn-ea"/>
                <a:cs typeface="+mn-cs"/>
              </a:defRPr>
            </a:lvl4pPr>
            <a:lvl5pPr marL="2390775" lvl="4" indent="-342900" algn="l" defTabSz="914400" rtl="0" eaLnBrk="1" fontAlgn="base" latinLnBrk="0" hangingPunct="1">
              <a:lnSpc>
                <a:spcPct val="100000"/>
              </a:lnSpc>
              <a:spcBef>
                <a:spcPct val="20000"/>
              </a:spcBef>
              <a:spcAft>
                <a:spcPct val="0"/>
              </a:spcAft>
              <a:buSzTx/>
              <a:buFontTx/>
              <a:buChar char="»"/>
              <a:defRPr sz="2000" b="0" i="0" u="none" kern="1200" baseline="0">
                <a:solidFill>
                  <a:schemeClr val="tx1"/>
                </a:solidFill>
                <a:latin typeface="Constantia" panose="02030602050306030303" charset="0"/>
                <a:ea typeface="+mn-ea"/>
                <a:cs typeface="+mn-cs"/>
              </a:defRPr>
            </a:lvl5pPr>
            <a:lvl6pPr marL="2514600" lvl="5" indent="-228600" algn="l" defTabSz="914400" rtl="0" eaLnBrk="1" fontAlgn="base" latinLnBrk="0" hangingPunct="1">
              <a:lnSpc>
                <a:spcPct val="100000"/>
              </a:lnSpc>
              <a:spcBef>
                <a:spcPct val="20000"/>
              </a:spcBef>
              <a:spcAft>
                <a:spcPct val="0"/>
              </a:spcAft>
              <a:buSzTx/>
              <a:buFontTx/>
              <a:buChar char="»"/>
              <a:defRPr sz="2000" b="0" i="0" u="none" kern="1200" baseline="0">
                <a:solidFill>
                  <a:schemeClr val="tx1"/>
                </a:solidFill>
                <a:latin typeface="Constantia" panose="02030602050306030303" charset="0"/>
                <a:ea typeface="+mn-ea"/>
                <a:cs typeface="+mn-cs"/>
              </a:defRPr>
            </a:lvl6pPr>
            <a:lvl7pPr marL="2971800" lvl="6" indent="-228600" algn="l" defTabSz="914400" rtl="0" eaLnBrk="1" fontAlgn="base" latinLnBrk="0" hangingPunct="1">
              <a:lnSpc>
                <a:spcPct val="100000"/>
              </a:lnSpc>
              <a:spcBef>
                <a:spcPct val="20000"/>
              </a:spcBef>
              <a:spcAft>
                <a:spcPct val="0"/>
              </a:spcAft>
              <a:buSzTx/>
              <a:buFontTx/>
              <a:buChar char="»"/>
              <a:defRPr sz="2000" b="0" i="0" u="none" kern="1200" baseline="0">
                <a:solidFill>
                  <a:schemeClr val="tx1"/>
                </a:solidFill>
                <a:latin typeface="Constantia" panose="02030602050306030303" charset="0"/>
                <a:ea typeface="+mn-ea"/>
                <a:cs typeface="+mn-cs"/>
              </a:defRPr>
            </a:lvl7pPr>
            <a:lvl8pPr marL="3429000" lvl="7" indent="-228600" algn="l" defTabSz="914400" rtl="0" eaLnBrk="1" fontAlgn="base" latinLnBrk="0" hangingPunct="1">
              <a:lnSpc>
                <a:spcPct val="100000"/>
              </a:lnSpc>
              <a:spcBef>
                <a:spcPct val="20000"/>
              </a:spcBef>
              <a:spcAft>
                <a:spcPct val="0"/>
              </a:spcAft>
              <a:buSzTx/>
              <a:buFontTx/>
              <a:buChar char="»"/>
              <a:defRPr sz="2000" b="0" i="0" u="none" kern="1200" baseline="0">
                <a:solidFill>
                  <a:schemeClr val="tx1"/>
                </a:solidFill>
                <a:latin typeface="Constantia" panose="02030602050306030303" charset="0"/>
                <a:ea typeface="+mn-ea"/>
                <a:cs typeface="+mn-cs"/>
              </a:defRPr>
            </a:lvl8pPr>
            <a:lvl9pPr marL="3886200" lvl="8" indent="-228600" algn="l" defTabSz="914400" rtl="0" eaLnBrk="1" fontAlgn="base" latinLnBrk="0" hangingPunct="1">
              <a:lnSpc>
                <a:spcPct val="100000"/>
              </a:lnSpc>
              <a:spcBef>
                <a:spcPct val="20000"/>
              </a:spcBef>
              <a:spcAft>
                <a:spcPct val="0"/>
              </a:spcAft>
              <a:buSzTx/>
              <a:buFontTx/>
              <a:buChar char="»"/>
              <a:defRPr sz="2000" b="0" i="0" u="none" kern="1200" baseline="0">
                <a:solidFill>
                  <a:schemeClr val="tx1"/>
                </a:solidFill>
                <a:latin typeface="Constantia" panose="02030602050306030303" charset="0"/>
                <a:ea typeface="+mn-ea"/>
                <a:cs typeface="+mn-cs"/>
              </a:defRPr>
            </a:lvl9pPr>
          </a:lstStyle>
          <a:p>
            <a:pPr marL="0" indent="0">
              <a:lnSpc>
                <a:spcPct val="150000"/>
              </a:lnSpc>
              <a:buNone/>
            </a:pPr>
            <a:r>
              <a:rPr lang="en-US" altLang="zh-CN" sz="1800" dirty="0">
                <a:solidFill>
                  <a:schemeClr val="tx1"/>
                </a:solidFill>
              </a:rPr>
              <a:t>4.1 </a:t>
            </a:r>
            <a:r>
              <a:rPr lang="en-US" altLang="zh-CN" sz="1800" dirty="0" smtClean="0">
                <a:solidFill>
                  <a:schemeClr val="tx1"/>
                </a:solidFill>
              </a:rPr>
              <a:t>Introduction</a:t>
            </a:r>
            <a:endParaRPr lang="en-US" altLang="zh-CN" sz="1800" dirty="0">
              <a:solidFill>
                <a:schemeClr val="tx1"/>
              </a:solidFill>
            </a:endParaRPr>
          </a:p>
          <a:p>
            <a:pPr marL="0" indent="0">
              <a:lnSpc>
                <a:spcPct val="150000"/>
              </a:lnSpc>
              <a:buNone/>
            </a:pPr>
            <a:r>
              <a:rPr lang="en-US" altLang="zh-CN" sz="1800" dirty="0">
                <a:solidFill>
                  <a:schemeClr val="tx1"/>
                </a:solidFill>
              </a:rPr>
              <a:t>4.2 Combination </a:t>
            </a:r>
            <a:r>
              <a:rPr lang="en-US" altLang="zh-CN" sz="1800" dirty="0" smtClean="0">
                <a:solidFill>
                  <a:schemeClr val="tx1"/>
                </a:solidFill>
              </a:rPr>
              <a:t>Circuits</a:t>
            </a:r>
            <a:endParaRPr lang="en-US" altLang="zh-CN" sz="1800" dirty="0">
              <a:solidFill>
                <a:schemeClr val="tx1"/>
              </a:solidFill>
            </a:endParaRPr>
          </a:p>
          <a:p>
            <a:pPr marL="0" indent="0">
              <a:lnSpc>
                <a:spcPct val="150000"/>
              </a:lnSpc>
              <a:buNone/>
            </a:pPr>
            <a:r>
              <a:rPr lang="en-US" altLang="zh-CN" sz="1800" dirty="0">
                <a:solidFill>
                  <a:schemeClr val="tx1"/>
                </a:solidFill>
              </a:rPr>
              <a:t>4.3 Analysis </a:t>
            </a:r>
            <a:r>
              <a:rPr lang="en-US" altLang="zh-CN" sz="1800" dirty="0" smtClean="0">
                <a:solidFill>
                  <a:schemeClr val="tx1"/>
                </a:solidFill>
              </a:rPr>
              <a:t>Procedure</a:t>
            </a:r>
            <a:endParaRPr lang="en-US" altLang="zh-CN" sz="1800" dirty="0">
              <a:solidFill>
                <a:schemeClr val="tx1"/>
              </a:solidFill>
            </a:endParaRPr>
          </a:p>
          <a:p>
            <a:pPr marL="0" indent="0">
              <a:lnSpc>
                <a:spcPct val="150000"/>
              </a:lnSpc>
              <a:buNone/>
            </a:pPr>
            <a:r>
              <a:rPr lang="en-US" altLang="zh-CN" sz="1800" dirty="0">
                <a:solidFill>
                  <a:schemeClr val="tx1"/>
                </a:solidFill>
              </a:rPr>
              <a:t>4.4 Design </a:t>
            </a:r>
            <a:r>
              <a:rPr lang="en-US" altLang="zh-CN" sz="1800" dirty="0" smtClean="0">
                <a:solidFill>
                  <a:schemeClr val="tx1"/>
                </a:solidFill>
              </a:rPr>
              <a:t>Procedure</a:t>
            </a:r>
            <a:endParaRPr lang="en-US" altLang="zh-CN" sz="1800" dirty="0">
              <a:solidFill>
                <a:schemeClr val="tx1"/>
              </a:solidFill>
            </a:endParaRPr>
          </a:p>
          <a:p>
            <a:pPr marL="0" indent="0">
              <a:lnSpc>
                <a:spcPct val="150000"/>
              </a:lnSpc>
              <a:buNone/>
            </a:pPr>
            <a:r>
              <a:rPr lang="en-US" altLang="zh-CN" sz="1800" dirty="0">
                <a:solidFill>
                  <a:schemeClr val="tx1"/>
                </a:solidFill>
              </a:rPr>
              <a:t>4.5 Binary Adder-</a:t>
            </a:r>
            <a:r>
              <a:rPr lang="en-US" altLang="zh-CN" sz="1800" dirty="0" err="1">
                <a:solidFill>
                  <a:schemeClr val="tx1"/>
                </a:solidFill>
              </a:rPr>
              <a:t>Subtractor</a:t>
            </a:r>
            <a:r>
              <a:rPr lang="en-US" altLang="zh-CN" sz="1800" dirty="0">
                <a:solidFill>
                  <a:schemeClr val="tx1"/>
                </a:solidFill>
              </a:rPr>
              <a:t>, </a:t>
            </a:r>
          </a:p>
          <a:p>
            <a:pPr marL="0" indent="0">
              <a:lnSpc>
                <a:spcPct val="150000"/>
              </a:lnSpc>
              <a:buNone/>
            </a:pPr>
            <a:r>
              <a:rPr lang="en-US" altLang="zh-CN" sz="1800" dirty="0">
                <a:solidFill>
                  <a:schemeClr val="tx1"/>
                </a:solidFill>
              </a:rPr>
              <a:t>4.6 Decimal Adder, </a:t>
            </a:r>
          </a:p>
          <a:p>
            <a:pPr marL="0" indent="0">
              <a:lnSpc>
                <a:spcPct val="150000"/>
              </a:lnSpc>
              <a:buNone/>
            </a:pPr>
            <a:r>
              <a:rPr lang="en-US" altLang="zh-CN" sz="1800" dirty="0">
                <a:solidFill>
                  <a:schemeClr val="tx1"/>
                </a:solidFill>
              </a:rPr>
              <a:t>4.7 Binary Multiplier, </a:t>
            </a:r>
          </a:p>
          <a:p>
            <a:pPr marL="0" indent="0">
              <a:lnSpc>
                <a:spcPct val="150000"/>
              </a:lnSpc>
              <a:buNone/>
            </a:pPr>
            <a:r>
              <a:rPr lang="en-US" altLang="zh-CN" sz="1800" dirty="0">
                <a:solidFill>
                  <a:schemeClr val="tx1"/>
                </a:solidFill>
              </a:rPr>
              <a:t>4.8 Magnitude Comparator, </a:t>
            </a:r>
          </a:p>
          <a:p>
            <a:pPr marL="0" indent="0">
              <a:lnSpc>
                <a:spcPct val="150000"/>
              </a:lnSpc>
              <a:buNone/>
            </a:pPr>
            <a:r>
              <a:rPr lang="en-US" altLang="zh-CN" sz="1800" dirty="0">
                <a:solidFill>
                  <a:schemeClr val="tx1"/>
                </a:solidFill>
              </a:rPr>
              <a:t>4.9 Decoders, </a:t>
            </a:r>
          </a:p>
          <a:p>
            <a:pPr marL="0" indent="0">
              <a:lnSpc>
                <a:spcPct val="150000"/>
              </a:lnSpc>
              <a:buNone/>
            </a:pPr>
            <a:r>
              <a:rPr lang="en-US" altLang="zh-CN" sz="1800" dirty="0">
                <a:solidFill>
                  <a:schemeClr val="tx1"/>
                </a:solidFill>
              </a:rPr>
              <a:t>4.10 Encoders, </a:t>
            </a:r>
          </a:p>
          <a:p>
            <a:pPr marL="0" indent="0">
              <a:lnSpc>
                <a:spcPct val="150000"/>
              </a:lnSpc>
              <a:buNone/>
            </a:pPr>
            <a:r>
              <a:rPr lang="en-US" altLang="zh-CN" sz="1800" dirty="0">
                <a:solidFill>
                  <a:schemeClr val="tx1"/>
                </a:solidFill>
              </a:rPr>
              <a:t>4.11 Multiplexers  </a:t>
            </a:r>
            <a:r>
              <a:rPr lang="en-US" altLang="zh-CN" sz="1800" dirty="0" smtClean="0">
                <a:solidFill>
                  <a:schemeClr val="tx1"/>
                </a:solidFill>
              </a:rPr>
              <a:t>,</a:t>
            </a:r>
            <a:r>
              <a:rPr lang="en-US" altLang="zh-CN" sz="1800" dirty="0" err="1" smtClean="0">
                <a:solidFill>
                  <a:schemeClr val="tx1"/>
                </a:solidFill>
              </a:rPr>
              <a:t>Demultiplexers</a:t>
            </a:r>
            <a:endParaRPr lang="en-US" altLang="zh-CN" sz="1800" dirty="0">
              <a:solidFill>
                <a:schemeClr val="tx1"/>
              </a:solidFill>
            </a:endParaRPr>
          </a:p>
        </p:txBody>
      </p:sp>
      <p:sp>
        <p:nvSpPr>
          <p:cNvPr id="3" name="Title 1"/>
          <p:cNvSpPr>
            <a:spLocks noGrp="1"/>
          </p:cNvSpPr>
          <p:nvPr/>
        </p:nvSpPr>
        <p:spPr>
          <a:xfrm>
            <a:off x="323850" y="404813"/>
            <a:ext cx="8634413" cy="474663"/>
          </a:xfrm>
          <a:prstGeom prst="rect">
            <a:avLst/>
          </a:prstGeom>
          <a:noFill/>
          <a:ln w="9525">
            <a:noFill/>
          </a:ln>
        </p:spPr>
        <p:txBody>
          <a:bodyPr lIns="0" tIns="0" rIns="0" bIns="0" anchor="ctr" anchorCtr="0"/>
          <a:lstStyle>
            <a:lvl1pPr marL="0" lvl="0" indent="0" algn="ctr" defTabSz="914400" rtl="0" eaLnBrk="0" fontAlgn="base" latinLnBrk="0" hangingPunct="0">
              <a:lnSpc>
                <a:spcPct val="87000"/>
              </a:lnSpc>
              <a:spcBef>
                <a:spcPct val="0"/>
              </a:spcBef>
              <a:spcAft>
                <a:spcPct val="0"/>
              </a:spcAft>
              <a:buNone/>
              <a:defRPr sz="2800" b="1" i="0" u="none" kern="1200" baseline="0">
                <a:solidFill>
                  <a:schemeClr val="tx1"/>
                </a:solidFill>
                <a:effectLst>
                  <a:outerShdw blurRad="38100" dist="38100" dir="2700000">
                    <a:srgbClr val="C0C0C0"/>
                  </a:outerShdw>
                </a:effectLst>
                <a:latin typeface="+mj-lt"/>
                <a:ea typeface="+mj-ea"/>
                <a:cs typeface="+mj-cs"/>
              </a:defRPr>
            </a:lvl1pPr>
          </a:lstStyle>
          <a:p>
            <a:pPr marL="0" marR="0" indent="0" algn="ctr" defTabSz="914400" rtl="0" eaLnBrk="0" fontAlgn="base" latinLnBrk="0" hangingPunct="0">
              <a:lnSpc>
                <a:spcPct val="87000"/>
              </a:lnSpc>
              <a:spcBef>
                <a:spcPct val="0"/>
              </a:spcBef>
              <a:spcAft>
                <a:spcPct val="0"/>
              </a:spcAft>
              <a:buClrTx/>
              <a:buSzTx/>
              <a:buFontTx/>
              <a:buNone/>
            </a:pPr>
            <a:r>
              <a:rPr kumimoji="0" lang="en-US" altLang="zh-TW" sz="2800" b="1" i="0" u="none" strike="noStrike" kern="1200" cap="none" spc="0" normalizeH="0" baseline="0" noProof="1">
                <a:solidFill>
                  <a:schemeClr val="tx1"/>
                </a:solidFill>
                <a:effectLst>
                  <a:outerShdw blurRad="38100" dist="38100" dir="2700000">
                    <a:srgbClr val="C0C0C0"/>
                  </a:outerShdw>
                </a:effectLst>
                <a:latin typeface="+mj-lt"/>
                <a:ea typeface="+mj-ea"/>
                <a:cs typeface="+mj-cs"/>
                <a:sym typeface="+mn-ea"/>
              </a:rPr>
              <a:t>Outline of Chapter 4</a:t>
            </a:r>
            <a:r>
              <a:rPr lang="en-US" altLang="zh-TW" b="1" dirty="0">
                <a:solidFill>
                  <a:schemeClr val="tx1"/>
                </a:solidFill>
              </a:rPr>
              <a:t/>
            </a:r>
            <a:br>
              <a:rPr lang="en-US" altLang="zh-TW" b="1" dirty="0">
                <a:solidFill>
                  <a:schemeClr val="tx1"/>
                </a:solidFill>
              </a:rPr>
            </a:br>
            <a:endParaRPr kumimoji="0" lang="en-US" altLang="zh-TW" sz="2800" b="1" i="0" u="none" strike="noStrike" kern="1200" cap="none" spc="0" normalizeH="0" baseline="0" noProof="1">
              <a:solidFill>
                <a:schemeClr val="tx1"/>
              </a:solidFill>
              <a:effectLst>
                <a:outerShdw blurRad="38100" dist="38100" dir="2700000">
                  <a:srgbClr val="C0C0C0"/>
                </a:outerShdw>
              </a:effectLst>
              <a:latin typeface="+mj-lt"/>
              <a:ea typeface="+mj-ea"/>
              <a:cs typeface="+mj-cs"/>
            </a:endParaRPr>
          </a:p>
        </p:txBody>
      </p:sp>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1</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lnSpc>
                <a:spcPct val="100000"/>
              </a:lnSpc>
              <a:spcBef>
                <a:spcPct val="0"/>
              </a:spcBef>
            </a:pPr>
            <a:fld id="{9A0DB2DC-4C9A-4742-B13C-FB6460FD3503}" type="slidenum">
              <a:rPr lang="en-US" sz="1400" smtClean="0">
                <a:effectLst>
                  <a:outerShdw blurRad="38100" dist="38100" dir="2700000">
                    <a:srgbClr val="C0C0C0"/>
                  </a:outerShdw>
                </a:effectLst>
              </a:rPr>
              <a:t>2</a:t>
            </a:fld>
            <a:r>
              <a:rPr lang="en-US" sz="1400" smtClean="0">
                <a:effectLst>
                  <a:outerShdw blurRad="38100" dist="38100" dir="2700000">
                    <a:srgbClr val="C0C0C0"/>
                  </a:outerShdw>
                </a:effectLst>
              </a:rPr>
              <a:t> / 65</a:t>
            </a:r>
            <a:endParaRPr lang="en-US" sz="1400">
              <a:effectLst>
                <a:outerShdw blurRad="38100" dist="38100" dir="2700000">
                  <a:srgbClr val="C0C0C0"/>
                </a:outerShdw>
              </a:effectLst>
            </a:endParaRPr>
          </a:p>
        </p:txBody>
      </p:sp>
      <p:sp>
        <p:nvSpPr>
          <p:cNvPr id="3" name="Rectangle 2"/>
          <p:cNvSpPr/>
          <p:nvPr/>
        </p:nvSpPr>
        <p:spPr>
          <a:xfrm>
            <a:off x="0" y="738664"/>
            <a:ext cx="9036495" cy="6186309"/>
          </a:xfrm>
          <a:prstGeom prst="rect">
            <a:avLst/>
          </a:prstGeom>
        </p:spPr>
        <p:txBody>
          <a:bodyPr wrap="square">
            <a:spAutoFit/>
          </a:bodyPr>
          <a:lstStyle/>
          <a:p>
            <a:pPr marL="342900" indent="-342900" algn="l">
              <a:lnSpc>
                <a:spcPct val="150000"/>
              </a:lnSpc>
              <a:buClr>
                <a:schemeClr val="accent1"/>
              </a:buClr>
              <a:buFont typeface="Wingdings" pitchFamily="2" charset="2"/>
              <a:buChar char="Ø"/>
            </a:pPr>
            <a:r>
              <a:rPr lang="en-US" sz="2400" dirty="0">
                <a:latin typeface="+mj-lt"/>
              </a:rPr>
              <a:t>Logic circuits for digital </a:t>
            </a:r>
            <a:r>
              <a:rPr lang="en-US" sz="2400" dirty="0" smtClean="0">
                <a:latin typeface="+mj-lt"/>
              </a:rPr>
              <a:t>systems  are either:-</a:t>
            </a:r>
          </a:p>
          <a:p>
            <a:pPr marL="800100" lvl="1" indent="-342900" algn="l">
              <a:lnSpc>
                <a:spcPct val="150000"/>
              </a:lnSpc>
              <a:buClr>
                <a:schemeClr val="accent1"/>
              </a:buClr>
              <a:buFont typeface="Wingdings" pitchFamily="2" charset="2"/>
              <a:buChar char="ü"/>
            </a:pPr>
            <a:r>
              <a:rPr lang="en-US" sz="2400" dirty="0" smtClean="0">
                <a:latin typeface="+mj-lt"/>
              </a:rPr>
              <a:t> Combinational  or </a:t>
            </a:r>
          </a:p>
          <a:p>
            <a:pPr marL="800100" lvl="1" indent="-342900" algn="l">
              <a:lnSpc>
                <a:spcPct val="150000"/>
              </a:lnSpc>
              <a:buClr>
                <a:schemeClr val="accent1"/>
              </a:buClr>
              <a:buFont typeface="Wingdings" pitchFamily="2" charset="2"/>
              <a:buChar char="ü"/>
            </a:pPr>
            <a:r>
              <a:rPr lang="en-US" sz="2400" dirty="0" smtClean="0">
                <a:latin typeface="+mj-lt"/>
              </a:rPr>
              <a:t>Sequential   </a:t>
            </a:r>
          </a:p>
          <a:p>
            <a:pPr marL="342900" indent="-342900" algn="l">
              <a:lnSpc>
                <a:spcPct val="150000"/>
              </a:lnSpc>
              <a:buClr>
                <a:schemeClr val="accent1"/>
              </a:buClr>
              <a:buFont typeface="Wingdings" pitchFamily="2" charset="2"/>
              <a:buChar char="Ø"/>
            </a:pPr>
            <a:r>
              <a:rPr lang="en-US" sz="2400" dirty="0" smtClean="0">
                <a:latin typeface="+mj-lt"/>
              </a:rPr>
              <a:t>A </a:t>
            </a:r>
            <a:r>
              <a:rPr lang="en-US" sz="2400" dirty="0">
                <a:latin typeface="+mj-lt"/>
              </a:rPr>
              <a:t>combinational </a:t>
            </a:r>
            <a:r>
              <a:rPr lang="en-US" sz="2400" dirty="0" smtClean="0">
                <a:latin typeface="+mj-lt"/>
              </a:rPr>
              <a:t>circuit Contains </a:t>
            </a:r>
          </a:p>
          <a:p>
            <a:pPr marL="800100" lvl="1" indent="-342900" algn="l">
              <a:lnSpc>
                <a:spcPct val="150000"/>
              </a:lnSpc>
              <a:buClr>
                <a:schemeClr val="accent1"/>
              </a:buClr>
              <a:buFont typeface="Wingdings" pitchFamily="2" charset="2"/>
              <a:buChar char="ü"/>
            </a:pPr>
            <a:r>
              <a:rPr lang="en-US" sz="2400" dirty="0" smtClean="0">
                <a:latin typeface="+mj-lt"/>
              </a:rPr>
              <a:t>Logic gates and Input variables</a:t>
            </a:r>
          </a:p>
          <a:p>
            <a:pPr marL="800100" lvl="1" indent="-342900" algn="l">
              <a:lnSpc>
                <a:spcPct val="150000"/>
              </a:lnSpc>
              <a:buClr>
                <a:schemeClr val="accent1"/>
              </a:buClr>
              <a:buFont typeface="Wingdings" pitchFamily="2" charset="2"/>
              <a:buChar char="ü"/>
            </a:pPr>
            <a:r>
              <a:rPr lang="en-US" sz="2400" dirty="0" smtClean="0">
                <a:latin typeface="+mj-lt"/>
              </a:rPr>
              <a:t>Logic gates :Accept signals from Input &amp; generate signals to output</a:t>
            </a:r>
          </a:p>
          <a:p>
            <a:pPr marL="800100" lvl="1" indent="-342900" algn="l">
              <a:lnSpc>
                <a:spcPct val="150000"/>
              </a:lnSpc>
              <a:buClr>
                <a:schemeClr val="accent1"/>
              </a:buClr>
              <a:buFont typeface="Wingdings" pitchFamily="2" charset="2"/>
              <a:buChar char="ü"/>
            </a:pPr>
            <a:r>
              <a:rPr lang="en-US" sz="2400" dirty="0" smtClean="0">
                <a:latin typeface="+mj-lt"/>
              </a:rPr>
              <a:t> outputs </a:t>
            </a:r>
            <a:r>
              <a:rPr lang="en-US" sz="2400" dirty="0">
                <a:latin typeface="+mj-lt"/>
              </a:rPr>
              <a:t>at any time are determined from the </a:t>
            </a:r>
            <a:r>
              <a:rPr lang="en-US" sz="2400" dirty="0">
                <a:solidFill>
                  <a:srgbClr val="FF0000"/>
                </a:solidFill>
                <a:latin typeface="+mj-lt"/>
              </a:rPr>
              <a:t>present combination of </a:t>
            </a:r>
            <a:r>
              <a:rPr lang="en-US" sz="2400" dirty="0" smtClean="0">
                <a:solidFill>
                  <a:srgbClr val="FF0000"/>
                </a:solidFill>
                <a:latin typeface="+mj-lt"/>
              </a:rPr>
              <a:t>inputs only. </a:t>
            </a:r>
            <a:endParaRPr lang="en-US" sz="2400" dirty="0">
              <a:solidFill>
                <a:srgbClr val="FF0000"/>
              </a:solidFill>
              <a:latin typeface="+mj-lt"/>
            </a:endParaRPr>
          </a:p>
        </p:txBody>
      </p:sp>
      <p:sp>
        <p:nvSpPr>
          <p:cNvPr id="4" name="Rectangle 3"/>
          <p:cNvSpPr/>
          <p:nvPr/>
        </p:nvSpPr>
        <p:spPr>
          <a:xfrm>
            <a:off x="1907704" y="0"/>
            <a:ext cx="2448272" cy="738664"/>
          </a:xfrm>
          <a:prstGeom prst="rect">
            <a:avLst/>
          </a:prstGeom>
        </p:spPr>
        <p:txBody>
          <a:bodyPr wrap="square">
            <a:spAutoFit/>
          </a:bodyPr>
          <a:lstStyle/>
          <a:p>
            <a:pPr algn="l">
              <a:lnSpc>
                <a:spcPct val="150000"/>
              </a:lnSpc>
            </a:pPr>
            <a:r>
              <a:rPr lang="en-US" sz="2800" dirty="0" smtClean="0">
                <a:latin typeface="+mj-lt"/>
              </a:rPr>
              <a:t>Introduction</a:t>
            </a:r>
            <a:endParaRPr lang="en-US" sz="2800" dirty="0">
              <a:latin typeface="+mj-lt"/>
            </a:endParaRPr>
          </a:p>
        </p:txBody>
      </p:sp>
    </p:spTree>
    <p:extLst>
      <p:ext uri="{BB962C8B-B14F-4D97-AF65-F5344CB8AC3E}">
        <p14:creationId xmlns:p14="http://schemas.microsoft.com/office/powerpoint/2010/main" val="24726239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lnSpc>
                <a:spcPct val="100000"/>
              </a:lnSpc>
              <a:spcBef>
                <a:spcPct val="0"/>
              </a:spcBef>
            </a:pPr>
            <a:fld id="{9A0DB2DC-4C9A-4742-B13C-FB6460FD3503}" type="slidenum">
              <a:rPr lang="en-US" sz="1400" smtClean="0">
                <a:effectLst>
                  <a:outerShdw blurRad="38100" dist="38100" dir="2700000">
                    <a:srgbClr val="C0C0C0"/>
                  </a:outerShdw>
                </a:effectLst>
              </a:rPr>
              <a:t>3</a:t>
            </a:fld>
            <a:r>
              <a:rPr lang="en-US" sz="1400" smtClean="0">
                <a:effectLst>
                  <a:outerShdw blurRad="38100" dist="38100" dir="2700000">
                    <a:srgbClr val="C0C0C0"/>
                  </a:outerShdw>
                </a:effectLst>
              </a:rPr>
              <a:t> / 65</a:t>
            </a:r>
            <a:endParaRPr lang="en-US" sz="1400">
              <a:effectLst>
                <a:outerShdw blurRad="38100" dist="38100" dir="2700000">
                  <a:srgbClr val="C0C0C0"/>
                </a:outerShdw>
              </a:effectLst>
            </a:endParaRPr>
          </a:p>
        </p:txBody>
      </p:sp>
      <p:sp>
        <p:nvSpPr>
          <p:cNvPr id="3" name="Rectangle 2"/>
          <p:cNvSpPr/>
          <p:nvPr/>
        </p:nvSpPr>
        <p:spPr>
          <a:xfrm>
            <a:off x="143508" y="1196752"/>
            <a:ext cx="8763183" cy="4801314"/>
          </a:xfrm>
          <a:prstGeom prst="rect">
            <a:avLst/>
          </a:prstGeom>
        </p:spPr>
        <p:txBody>
          <a:bodyPr wrap="square">
            <a:spAutoFit/>
          </a:bodyPr>
          <a:lstStyle/>
          <a:p>
            <a:pPr marL="342900" indent="-342900" algn="l">
              <a:lnSpc>
                <a:spcPct val="150000"/>
              </a:lnSpc>
              <a:buClr>
                <a:schemeClr val="accent1"/>
              </a:buClr>
              <a:buFont typeface="Wingdings" pitchFamily="2" charset="2"/>
              <a:buChar char="q"/>
            </a:pPr>
            <a:r>
              <a:rPr lang="en-US" sz="2800" dirty="0">
                <a:solidFill>
                  <a:srgbClr val="FF0000"/>
                </a:solidFill>
                <a:latin typeface="+mn-lt"/>
              </a:rPr>
              <a:t>Sequential </a:t>
            </a:r>
            <a:r>
              <a:rPr lang="en-US" sz="2800" dirty="0" smtClean="0">
                <a:solidFill>
                  <a:srgbClr val="FF0000"/>
                </a:solidFill>
                <a:latin typeface="+mn-lt"/>
              </a:rPr>
              <a:t>circuits</a:t>
            </a:r>
          </a:p>
          <a:p>
            <a:pPr marL="342900" indent="-342900" algn="l">
              <a:lnSpc>
                <a:spcPct val="150000"/>
              </a:lnSpc>
              <a:buClr>
                <a:schemeClr val="accent1"/>
              </a:buClr>
              <a:buFont typeface="Wingdings" pitchFamily="2" charset="2"/>
              <a:buChar char="ü"/>
            </a:pPr>
            <a:r>
              <a:rPr lang="en-US" sz="2400" dirty="0" smtClean="0">
                <a:latin typeface="+mn-lt"/>
              </a:rPr>
              <a:t>  </a:t>
            </a:r>
            <a:r>
              <a:rPr lang="en-US" sz="2400" dirty="0">
                <a:latin typeface="+mn-lt"/>
              </a:rPr>
              <a:t>Employ storage </a:t>
            </a:r>
            <a:r>
              <a:rPr lang="en-US" sz="2400" dirty="0" smtClean="0">
                <a:latin typeface="+mn-lt"/>
              </a:rPr>
              <a:t>elements(Memory) </a:t>
            </a:r>
            <a:r>
              <a:rPr lang="en-US" sz="2400" dirty="0">
                <a:latin typeface="+mn-lt"/>
              </a:rPr>
              <a:t>in addition to logic gates. </a:t>
            </a:r>
            <a:endParaRPr lang="en-US" sz="2400" dirty="0" smtClean="0">
              <a:latin typeface="+mn-lt"/>
            </a:endParaRPr>
          </a:p>
          <a:p>
            <a:pPr marL="342900" indent="-342900" algn="l">
              <a:lnSpc>
                <a:spcPct val="150000"/>
              </a:lnSpc>
              <a:buClr>
                <a:schemeClr val="accent1"/>
              </a:buClr>
              <a:buFont typeface="Wingdings" pitchFamily="2" charset="2"/>
              <a:buChar char="ü"/>
            </a:pPr>
            <a:r>
              <a:rPr lang="en-US" sz="2400" dirty="0" smtClean="0">
                <a:latin typeface="+mn-lt"/>
              </a:rPr>
              <a:t>Their </a:t>
            </a:r>
            <a:r>
              <a:rPr lang="en-US" sz="2400" dirty="0">
                <a:latin typeface="+mn-lt"/>
              </a:rPr>
              <a:t>outputs are a function of inputs and state of the storage elements. </a:t>
            </a:r>
            <a:endParaRPr lang="en-US" sz="2400" dirty="0" smtClean="0">
              <a:latin typeface="+mn-lt"/>
            </a:endParaRPr>
          </a:p>
          <a:p>
            <a:pPr marL="342900" indent="-342900" algn="l">
              <a:lnSpc>
                <a:spcPct val="150000"/>
              </a:lnSpc>
              <a:buClr>
                <a:schemeClr val="accent1"/>
              </a:buClr>
              <a:buFont typeface="Wingdings" pitchFamily="2" charset="2"/>
              <a:buChar char="ü"/>
            </a:pPr>
            <a:r>
              <a:rPr lang="en-US" sz="2400" dirty="0" smtClean="0">
                <a:latin typeface="+mn-lt"/>
              </a:rPr>
              <a:t> </a:t>
            </a:r>
            <a:r>
              <a:rPr lang="en-US" sz="2400" dirty="0">
                <a:latin typeface="+mn-lt"/>
              </a:rPr>
              <a:t>Not only present values of inputs, but also on past inputs</a:t>
            </a:r>
            <a:r>
              <a:rPr lang="en-US" sz="2400" dirty="0" smtClean="0">
                <a:latin typeface="+mn-lt"/>
              </a:rPr>
              <a:t>.</a:t>
            </a:r>
          </a:p>
          <a:p>
            <a:pPr marL="342900" indent="-342900" algn="l">
              <a:lnSpc>
                <a:spcPct val="150000"/>
              </a:lnSpc>
              <a:buClr>
                <a:schemeClr val="accent1"/>
              </a:buClr>
              <a:buFont typeface="Wingdings" pitchFamily="2" charset="2"/>
              <a:buChar char="ü"/>
            </a:pPr>
            <a:r>
              <a:rPr lang="en-US" sz="2400" dirty="0" smtClean="0">
                <a:latin typeface="+mn-lt"/>
              </a:rPr>
              <a:t> Circuit behavior </a:t>
            </a:r>
            <a:r>
              <a:rPr lang="en-US" sz="2400" dirty="0">
                <a:latin typeface="+mn-lt"/>
              </a:rPr>
              <a:t>must be specified by a time sequence of inputs and internal states.</a:t>
            </a:r>
            <a:endParaRPr lang="en-US" dirty="0">
              <a:latin typeface="+mn-lt"/>
            </a:endParaRPr>
          </a:p>
        </p:txBody>
      </p:sp>
      <p:sp>
        <p:nvSpPr>
          <p:cNvPr id="4" name="Rectangle 3"/>
          <p:cNvSpPr/>
          <p:nvPr/>
        </p:nvSpPr>
        <p:spPr>
          <a:xfrm>
            <a:off x="1907704" y="0"/>
            <a:ext cx="2448272" cy="738664"/>
          </a:xfrm>
          <a:prstGeom prst="rect">
            <a:avLst/>
          </a:prstGeom>
        </p:spPr>
        <p:txBody>
          <a:bodyPr wrap="square">
            <a:spAutoFit/>
          </a:bodyPr>
          <a:lstStyle/>
          <a:p>
            <a:pPr algn="l">
              <a:lnSpc>
                <a:spcPct val="150000"/>
              </a:lnSpc>
            </a:pPr>
            <a:r>
              <a:rPr lang="en-US" sz="2800" dirty="0" smtClean="0">
                <a:latin typeface="+mj-lt"/>
              </a:rPr>
              <a:t>Introduction</a:t>
            </a:r>
            <a:endParaRPr lang="en-US" sz="2800" dirty="0">
              <a:latin typeface="+mj-lt"/>
            </a:endParaRPr>
          </a:p>
        </p:txBody>
      </p:sp>
    </p:spTree>
    <p:extLst>
      <p:ext uri="{BB962C8B-B14F-4D97-AF65-F5344CB8AC3E}">
        <p14:creationId xmlns:p14="http://schemas.microsoft.com/office/powerpoint/2010/main" val="22572995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Title 399361"/>
          <p:cNvSpPr>
            <a:spLocks noGrp="1"/>
          </p:cNvSpPr>
          <p:nvPr>
            <p:ph type="title"/>
          </p:nvPr>
        </p:nvSpPr>
        <p:spPr>
          <a:xfrm>
            <a:off x="431165" y="224790"/>
            <a:ext cx="8526145" cy="478790"/>
          </a:xfrm>
        </p:spPr>
        <p:txBody>
          <a:bodyPr wrap="square" lIns="63500" tIns="25400" rIns="63500" bIns="25400">
            <a:spAutoFit/>
          </a:bodyPr>
          <a:lstStyle/>
          <a:p>
            <a:r>
              <a:rPr lang="en-US" altLang="zh-CN" dirty="0" smtClean="0">
                <a:solidFill>
                  <a:schemeClr val="tx1"/>
                </a:solidFill>
                <a:sym typeface="+mn-ea"/>
              </a:rPr>
              <a:t> Combinational Logic Circuits</a:t>
            </a:r>
            <a:endParaRPr lang="en-US" altLang="zh-CN" dirty="0">
              <a:solidFill>
                <a:schemeClr val="tx1"/>
              </a:solidFill>
              <a:sym typeface="+mn-ea"/>
            </a:endParaRPr>
          </a:p>
        </p:txBody>
      </p:sp>
      <p:sp>
        <p:nvSpPr>
          <p:cNvPr id="399363" name="Text Placeholder 399362"/>
          <p:cNvSpPr>
            <a:spLocks noGrp="1"/>
          </p:cNvSpPr>
          <p:nvPr>
            <p:ph type="body" idx="1"/>
          </p:nvPr>
        </p:nvSpPr>
        <p:spPr>
          <a:xfrm>
            <a:off x="107950" y="570865"/>
            <a:ext cx="8848725" cy="5128895"/>
          </a:xfrm>
        </p:spPr>
        <p:txBody>
          <a:bodyPr wrap="square" lIns="63500" tIns="25400" rIns="63500" bIns="25400">
            <a:spAutoFit/>
          </a:bodyPr>
          <a:lstStyle/>
          <a:p>
            <a:r>
              <a:rPr dirty="0"/>
              <a:t>Output is function of input only</a:t>
            </a:r>
          </a:p>
          <a:p>
            <a:pPr marL="808355" lvl="1" indent="-276225">
              <a:buNone/>
            </a:pPr>
            <a:r>
              <a:rPr dirty="0"/>
              <a:t>i.e. </a:t>
            </a:r>
            <a:r>
              <a:rPr lang="en-US" dirty="0" smtClean="0"/>
              <a:t>N</a:t>
            </a:r>
            <a:r>
              <a:rPr dirty="0" smtClean="0"/>
              <a:t>o </a:t>
            </a:r>
            <a:r>
              <a:rPr dirty="0"/>
              <a:t>feedback</a:t>
            </a:r>
          </a:p>
          <a:p>
            <a:pPr marL="808355" lvl="1" indent="-276225">
              <a:buNone/>
            </a:pPr>
            <a:endParaRPr dirty="0"/>
          </a:p>
          <a:p>
            <a:pPr marL="808355" lvl="1" indent="-276225">
              <a:buNone/>
            </a:pPr>
            <a:endParaRPr dirty="0"/>
          </a:p>
          <a:p>
            <a:pPr marL="808355" lvl="1" indent="-276225">
              <a:buNone/>
            </a:pPr>
            <a:endParaRPr dirty="0"/>
          </a:p>
          <a:p>
            <a:pPr marL="808355" lvl="1" indent="-276225">
              <a:buNone/>
            </a:pPr>
            <a:endParaRPr dirty="0"/>
          </a:p>
          <a:p>
            <a:pPr marL="378460" lvl="1" indent="-325755">
              <a:buFont typeface="Wingdings" panose="05000000000000000000" charset="0"/>
              <a:buChar char="q"/>
            </a:pPr>
            <a:r>
              <a:rPr lang="en-US" dirty="0"/>
              <a:t> </a:t>
            </a:r>
            <a:r>
              <a:rPr dirty="0"/>
              <a:t>When </a:t>
            </a:r>
            <a:r>
              <a:rPr dirty="0">
                <a:solidFill>
                  <a:schemeClr val="accent2"/>
                </a:solidFill>
              </a:rPr>
              <a:t>input</a:t>
            </a:r>
            <a:r>
              <a:rPr dirty="0"/>
              <a:t> changes, </a:t>
            </a:r>
            <a:r>
              <a:rPr dirty="0">
                <a:solidFill>
                  <a:schemeClr val="accent1"/>
                </a:solidFill>
              </a:rPr>
              <a:t>output</a:t>
            </a:r>
            <a:r>
              <a:rPr dirty="0"/>
              <a:t> may change (after a delay)</a:t>
            </a:r>
          </a:p>
        </p:txBody>
      </p:sp>
      <p:sp>
        <p:nvSpPr>
          <p:cNvPr id="399435" name="Rounded Rectangle 399434"/>
          <p:cNvSpPr/>
          <p:nvPr/>
        </p:nvSpPr>
        <p:spPr>
          <a:xfrm>
            <a:off x="3311525" y="2528888"/>
            <a:ext cx="2519363" cy="1800225"/>
          </a:xfrm>
          <a:prstGeom prst="roundRect">
            <a:avLst>
              <a:gd name="adj" fmla="val 16667"/>
            </a:avLst>
          </a:prstGeom>
          <a:noFill/>
          <a:ln w="38100" cap="flat" cmpd="sng">
            <a:solidFill>
              <a:schemeClr val="tx1"/>
            </a:solidFill>
            <a:prstDash val="solid"/>
            <a:headEnd type="none" w="med" len="med"/>
            <a:tailEnd type="none" w="med" len="med"/>
          </a:ln>
        </p:spPr>
        <p:txBody>
          <a:bodyPr/>
          <a:lstStyle/>
          <a:p>
            <a:endParaRPr lang="en-US"/>
          </a:p>
        </p:txBody>
      </p:sp>
      <p:sp>
        <p:nvSpPr>
          <p:cNvPr id="399436" name="Straight Connector 399435"/>
          <p:cNvSpPr/>
          <p:nvPr/>
        </p:nvSpPr>
        <p:spPr>
          <a:xfrm>
            <a:off x="2411413" y="2889250"/>
            <a:ext cx="900112" cy="0"/>
          </a:xfrm>
          <a:prstGeom prst="line">
            <a:avLst/>
          </a:prstGeom>
          <a:ln w="38100" cap="flat" cmpd="sng">
            <a:solidFill>
              <a:schemeClr val="accent2"/>
            </a:solidFill>
            <a:prstDash val="solid"/>
            <a:headEnd type="none" w="med" len="med"/>
            <a:tailEnd type="triangle" w="lg" len="lg"/>
          </a:ln>
        </p:spPr>
      </p:sp>
      <p:sp>
        <p:nvSpPr>
          <p:cNvPr id="399437" name="Straight Connector 399436"/>
          <p:cNvSpPr/>
          <p:nvPr/>
        </p:nvSpPr>
        <p:spPr>
          <a:xfrm>
            <a:off x="2411413" y="3968750"/>
            <a:ext cx="900112" cy="0"/>
          </a:xfrm>
          <a:prstGeom prst="line">
            <a:avLst/>
          </a:prstGeom>
          <a:ln w="38100" cap="flat" cmpd="sng">
            <a:solidFill>
              <a:schemeClr val="accent2"/>
            </a:solidFill>
            <a:prstDash val="solid"/>
            <a:headEnd type="none" w="med" len="med"/>
            <a:tailEnd type="triangle" w="lg" len="lg"/>
          </a:ln>
        </p:spPr>
      </p:sp>
      <p:sp>
        <p:nvSpPr>
          <p:cNvPr id="399438" name="Straight Connector 399437"/>
          <p:cNvSpPr/>
          <p:nvPr/>
        </p:nvSpPr>
        <p:spPr>
          <a:xfrm>
            <a:off x="2411413" y="3248025"/>
            <a:ext cx="900112" cy="0"/>
          </a:xfrm>
          <a:prstGeom prst="line">
            <a:avLst/>
          </a:prstGeom>
          <a:ln w="38100" cap="flat" cmpd="sng">
            <a:solidFill>
              <a:schemeClr val="accent2"/>
            </a:solidFill>
            <a:prstDash val="solid"/>
            <a:headEnd type="none" w="med" len="med"/>
            <a:tailEnd type="triangle" w="lg" len="lg"/>
          </a:ln>
        </p:spPr>
      </p:sp>
      <p:sp>
        <p:nvSpPr>
          <p:cNvPr id="399439" name="Text Box 399438"/>
          <p:cNvSpPr txBox="1"/>
          <p:nvPr/>
        </p:nvSpPr>
        <p:spPr>
          <a:xfrm>
            <a:off x="2771775" y="3429000"/>
            <a:ext cx="180975" cy="414338"/>
          </a:xfrm>
          <a:prstGeom prst="rect">
            <a:avLst/>
          </a:prstGeom>
          <a:noFill/>
          <a:ln w="28575">
            <a:noFill/>
          </a:ln>
        </p:spPr>
        <p:txBody>
          <a:bodyPr lIns="0" tIns="0" rIns="0" bIns="0">
            <a:spAutoFit/>
          </a:bodyPr>
          <a:lstStyle/>
          <a:p>
            <a:pPr>
              <a:lnSpc>
                <a:spcPct val="50000"/>
              </a:lnSpc>
              <a:spcBef>
                <a:spcPct val="0"/>
              </a:spcBef>
              <a:buClr>
                <a:schemeClr val="bg1"/>
              </a:buClr>
            </a:pPr>
            <a:r>
              <a:rPr b="1">
                <a:solidFill>
                  <a:schemeClr val="accent2"/>
                </a:solidFill>
                <a:latin typeface="Arial" panose="020B0604020202020204" pitchFamily="34" charset="0"/>
              </a:rPr>
              <a:t>•</a:t>
            </a:r>
            <a:endParaRPr b="1">
              <a:solidFill>
                <a:schemeClr val="accent2"/>
              </a:solidFill>
            </a:endParaRPr>
          </a:p>
          <a:p>
            <a:pPr>
              <a:lnSpc>
                <a:spcPct val="50000"/>
              </a:lnSpc>
              <a:spcBef>
                <a:spcPct val="0"/>
              </a:spcBef>
              <a:buClr>
                <a:schemeClr val="bg1"/>
              </a:buClr>
            </a:pPr>
            <a:r>
              <a:rPr b="1">
                <a:solidFill>
                  <a:schemeClr val="accent2"/>
                </a:solidFill>
              </a:rPr>
              <a:t>•</a:t>
            </a:r>
          </a:p>
          <a:p>
            <a:pPr>
              <a:lnSpc>
                <a:spcPct val="50000"/>
              </a:lnSpc>
              <a:spcBef>
                <a:spcPct val="0"/>
              </a:spcBef>
              <a:buClr>
                <a:schemeClr val="bg1"/>
              </a:buClr>
            </a:pPr>
            <a:r>
              <a:rPr b="1">
                <a:solidFill>
                  <a:schemeClr val="accent2"/>
                </a:solidFill>
              </a:rPr>
              <a:t>•</a:t>
            </a:r>
          </a:p>
        </p:txBody>
      </p:sp>
      <p:sp>
        <p:nvSpPr>
          <p:cNvPr id="399440" name="Straight Connector 399439"/>
          <p:cNvSpPr/>
          <p:nvPr/>
        </p:nvSpPr>
        <p:spPr>
          <a:xfrm>
            <a:off x="5830888" y="2889250"/>
            <a:ext cx="900112" cy="0"/>
          </a:xfrm>
          <a:prstGeom prst="line">
            <a:avLst/>
          </a:prstGeom>
          <a:ln w="38100" cap="flat" cmpd="sng">
            <a:solidFill>
              <a:schemeClr val="accent1"/>
            </a:solidFill>
            <a:prstDash val="solid"/>
            <a:headEnd type="none" w="med" len="med"/>
            <a:tailEnd type="triangle" w="lg" len="lg"/>
          </a:ln>
        </p:spPr>
      </p:sp>
      <p:sp>
        <p:nvSpPr>
          <p:cNvPr id="399441" name="Straight Connector 399440"/>
          <p:cNvSpPr/>
          <p:nvPr/>
        </p:nvSpPr>
        <p:spPr>
          <a:xfrm>
            <a:off x="5830888" y="3968750"/>
            <a:ext cx="900112" cy="0"/>
          </a:xfrm>
          <a:prstGeom prst="line">
            <a:avLst/>
          </a:prstGeom>
          <a:ln w="38100" cap="flat" cmpd="sng">
            <a:solidFill>
              <a:schemeClr val="accent1"/>
            </a:solidFill>
            <a:prstDash val="solid"/>
            <a:headEnd type="none" w="med" len="med"/>
            <a:tailEnd type="triangle" w="lg" len="lg"/>
          </a:ln>
        </p:spPr>
      </p:sp>
      <p:sp>
        <p:nvSpPr>
          <p:cNvPr id="399442" name="Straight Connector 399441"/>
          <p:cNvSpPr/>
          <p:nvPr/>
        </p:nvSpPr>
        <p:spPr>
          <a:xfrm>
            <a:off x="5830888" y="3248025"/>
            <a:ext cx="900112" cy="0"/>
          </a:xfrm>
          <a:prstGeom prst="line">
            <a:avLst/>
          </a:prstGeom>
          <a:ln w="38100" cap="flat" cmpd="sng">
            <a:solidFill>
              <a:schemeClr val="accent1"/>
            </a:solidFill>
            <a:prstDash val="solid"/>
            <a:headEnd type="none" w="med" len="med"/>
            <a:tailEnd type="triangle" w="lg" len="lg"/>
          </a:ln>
        </p:spPr>
      </p:sp>
      <p:sp>
        <p:nvSpPr>
          <p:cNvPr id="399443" name="Text Box 399442"/>
          <p:cNvSpPr txBox="1"/>
          <p:nvPr/>
        </p:nvSpPr>
        <p:spPr>
          <a:xfrm>
            <a:off x="6191250" y="3429000"/>
            <a:ext cx="180975" cy="414338"/>
          </a:xfrm>
          <a:prstGeom prst="rect">
            <a:avLst/>
          </a:prstGeom>
          <a:noFill/>
          <a:ln w="28575">
            <a:noFill/>
          </a:ln>
        </p:spPr>
        <p:txBody>
          <a:bodyPr lIns="0" tIns="0" rIns="0" bIns="0">
            <a:spAutoFit/>
          </a:bodyPr>
          <a:lstStyle/>
          <a:p>
            <a:pPr>
              <a:lnSpc>
                <a:spcPct val="50000"/>
              </a:lnSpc>
              <a:spcBef>
                <a:spcPct val="0"/>
              </a:spcBef>
              <a:buClr>
                <a:schemeClr val="bg1"/>
              </a:buClr>
            </a:pPr>
            <a:r>
              <a:rPr b="1">
                <a:solidFill>
                  <a:schemeClr val="accent1"/>
                </a:solidFill>
                <a:latin typeface="Arial" panose="020B0604020202020204" pitchFamily="34" charset="0"/>
              </a:rPr>
              <a:t>•</a:t>
            </a:r>
            <a:endParaRPr b="1">
              <a:solidFill>
                <a:schemeClr val="accent1"/>
              </a:solidFill>
            </a:endParaRPr>
          </a:p>
          <a:p>
            <a:pPr>
              <a:lnSpc>
                <a:spcPct val="50000"/>
              </a:lnSpc>
              <a:spcBef>
                <a:spcPct val="0"/>
              </a:spcBef>
              <a:buClr>
                <a:schemeClr val="bg1"/>
              </a:buClr>
            </a:pPr>
            <a:r>
              <a:rPr b="1">
                <a:solidFill>
                  <a:schemeClr val="accent1"/>
                </a:solidFill>
              </a:rPr>
              <a:t>•</a:t>
            </a:r>
          </a:p>
          <a:p>
            <a:pPr>
              <a:lnSpc>
                <a:spcPct val="50000"/>
              </a:lnSpc>
              <a:spcBef>
                <a:spcPct val="0"/>
              </a:spcBef>
              <a:buClr>
                <a:schemeClr val="bg1"/>
              </a:buClr>
            </a:pPr>
            <a:r>
              <a:rPr b="1">
                <a:solidFill>
                  <a:schemeClr val="accent1"/>
                </a:solidFill>
              </a:rPr>
              <a:t>•</a:t>
            </a:r>
          </a:p>
        </p:txBody>
      </p:sp>
      <p:sp>
        <p:nvSpPr>
          <p:cNvPr id="399444" name="Text Box 399443"/>
          <p:cNvSpPr txBox="1"/>
          <p:nvPr/>
        </p:nvSpPr>
        <p:spPr>
          <a:xfrm>
            <a:off x="971550" y="3248025"/>
            <a:ext cx="1260475" cy="328613"/>
          </a:xfrm>
          <a:prstGeom prst="rect">
            <a:avLst/>
          </a:prstGeom>
          <a:noFill/>
          <a:ln w="28575">
            <a:noFill/>
          </a:ln>
        </p:spPr>
        <p:txBody>
          <a:bodyPr lIns="0" tIns="0" rIns="0" bIns="0">
            <a:spAutoFit/>
          </a:bodyPr>
          <a:lstStyle/>
          <a:p>
            <a:pPr>
              <a:buClr>
                <a:schemeClr val="bg1"/>
              </a:buClr>
            </a:pPr>
            <a:r>
              <a:rPr sz="2400" b="1" i="1">
                <a:latin typeface="Times New Roman" panose="02020603050405020304" pitchFamily="18" charset="0"/>
                <a:cs typeface="Times New Roman" panose="02020603050405020304" pitchFamily="18" charset="0"/>
              </a:rPr>
              <a:t>n</a:t>
            </a:r>
            <a:r>
              <a:rPr sz="2400" b="1">
                <a:latin typeface="Times New Roman" panose="02020603050405020304" pitchFamily="18" charset="0"/>
                <a:cs typeface="Times New Roman" panose="02020603050405020304" pitchFamily="18" charset="0"/>
              </a:rPr>
              <a:t> inputs</a:t>
            </a:r>
            <a:endParaRPr sz="2400" b="1">
              <a:latin typeface="Times New Roman" panose="02020603050405020304" pitchFamily="18" charset="0"/>
              <a:ea typeface="Times New Roman" panose="02020603050405020304" pitchFamily="18" charset="0"/>
            </a:endParaRPr>
          </a:p>
        </p:txBody>
      </p:sp>
      <p:sp>
        <p:nvSpPr>
          <p:cNvPr id="399445" name="Text Box 399444"/>
          <p:cNvSpPr txBox="1"/>
          <p:nvPr/>
        </p:nvSpPr>
        <p:spPr>
          <a:xfrm>
            <a:off x="6911975" y="3248025"/>
            <a:ext cx="1439863" cy="328613"/>
          </a:xfrm>
          <a:prstGeom prst="rect">
            <a:avLst/>
          </a:prstGeom>
          <a:noFill/>
          <a:ln w="28575">
            <a:noFill/>
          </a:ln>
        </p:spPr>
        <p:txBody>
          <a:bodyPr lIns="0" tIns="0" rIns="0" bIns="0">
            <a:spAutoFit/>
          </a:bodyPr>
          <a:lstStyle/>
          <a:p>
            <a:pPr>
              <a:buClr>
                <a:schemeClr val="bg1"/>
              </a:buClr>
            </a:pPr>
            <a:r>
              <a:rPr sz="2400" b="1" i="1">
                <a:latin typeface="Times New Roman" panose="02020603050405020304" pitchFamily="18" charset="0"/>
                <a:cs typeface="Times New Roman" panose="02020603050405020304" pitchFamily="18" charset="0"/>
              </a:rPr>
              <a:t>m</a:t>
            </a:r>
            <a:r>
              <a:rPr sz="2400" b="1">
                <a:latin typeface="Times New Roman" panose="02020603050405020304" pitchFamily="18" charset="0"/>
                <a:cs typeface="Times New Roman" panose="02020603050405020304" pitchFamily="18" charset="0"/>
              </a:rPr>
              <a:t> outputs</a:t>
            </a:r>
            <a:endParaRPr sz="2400" b="1">
              <a:latin typeface="Times New Roman" panose="02020603050405020304" pitchFamily="18" charset="0"/>
              <a:ea typeface="Times New Roman" panose="02020603050405020304" pitchFamily="18" charset="0"/>
            </a:endParaRPr>
          </a:p>
        </p:txBody>
      </p:sp>
      <p:sp>
        <p:nvSpPr>
          <p:cNvPr id="399446" name="Text Box 399445"/>
          <p:cNvSpPr txBox="1"/>
          <p:nvPr/>
        </p:nvSpPr>
        <p:spPr>
          <a:xfrm>
            <a:off x="3490913" y="3068638"/>
            <a:ext cx="2160587" cy="712787"/>
          </a:xfrm>
          <a:prstGeom prst="rect">
            <a:avLst/>
          </a:prstGeom>
          <a:noFill/>
          <a:ln w="28575">
            <a:noFill/>
          </a:ln>
        </p:spPr>
        <p:txBody>
          <a:bodyPr lIns="0" tIns="0" rIns="0" bIns="0">
            <a:spAutoFit/>
          </a:bodyPr>
          <a:lstStyle/>
          <a:p>
            <a:pPr>
              <a:spcBef>
                <a:spcPct val="15000"/>
              </a:spcBef>
              <a:buClr>
                <a:schemeClr val="bg1"/>
              </a:buClr>
            </a:pPr>
            <a:r>
              <a:rPr sz="2400" b="1">
                <a:latin typeface="Times New Roman" panose="02020603050405020304" pitchFamily="18" charset="0"/>
                <a:cs typeface="Times New Roman" panose="02020603050405020304" pitchFamily="18" charset="0"/>
              </a:rPr>
              <a:t>Combinational</a:t>
            </a:r>
          </a:p>
          <a:p>
            <a:pPr>
              <a:spcBef>
                <a:spcPct val="15000"/>
              </a:spcBef>
              <a:buClr>
                <a:schemeClr val="bg1"/>
              </a:buClr>
            </a:pPr>
            <a:r>
              <a:rPr sz="2400" b="1">
                <a:latin typeface="Times New Roman" panose="02020603050405020304" pitchFamily="18" charset="0"/>
                <a:cs typeface="Times New Roman" panose="02020603050405020304" pitchFamily="18" charset="0"/>
              </a:rPr>
              <a:t>Circuits</a:t>
            </a:r>
            <a:endParaRPr sz="2400" b="1">
              <a:latin typeface="Times New Roman" panose="02020603050405020304" pitchFamily="18" charset="0"/>
              <a:ea typeface="Times New Roman" panose="02020603050405020304" pitchFamily="18" charset="0"/>
            </a:endParaRPr>
          </a:p>
        </p:txBody>
      </p:sp>
      <p:sp>
        <p:nvSpPr>
          <p:cNvPr id="399447" name="Straight Connector 399446"/>
          <p:cNvSpPr/>
          <p:nvPr/>
        </p:nvSpPr>
        <p:spPr>
          <a:xfrm>
            <a:off x="6192838" y="3968750"/>
            <a:ext cx="0" cy="900113"/>
          </a:xfrm>
          <a:prstGeom prst="line">
            <a:avLst/>
          </a:prstGeom>
          <a:ln w="38100" cap="flat" cmpd="sng">
            <a:solidFill>
              <a:srgbClr val="996600"/>
            </a:solidFill>
            <a:prstDash val="solid"/>
            <a:headEnd type="none" w="med" len="med"/>
            <a:tailEnd type="none" w="med" len="med"/>
          </a:ln>
        </p:spPr>
      </p:sp>
      <p:sp>
        <p:nvSpPr>
          <p:cNvPr id="399448" name="Straight Connector 399447"/>
          <p:cNvSpPr/>
          <p:nvPr/>
        </p:nvSpPr>
        <p:spPr>
          <a:xfrm flipH="1" flipV="1">
            <a:off x="2411413" y="4868863"/>
            <a:ext cx="3781425" cy="1587"/>
          </a:xfrm>
          <a:prstGeom prst="line">
            <a:avLst/>
          </a:prstGeom>
          <a:ln w="38100" cap="flat" cmpd="sng">
            <a:solidFill>
              <a:srgbClr val="996600"/>
            </a:solidFill>
            <a:prstDash val="solid"/>
            <a:headEnd type="none" w="med" len="med"/>
            <a:tailEnd type="none" w="med" len="med"/>
          </a:ln>
        </p:spPr>
      </p:sp>
      <p:sp>
        <p:nvSpPr>
          <p:cNvPr id="399449" name="Straight Connector 399448"/>
          <p:cNvSpPr/>
          <p:nvPr/>
        </p:nvSpPr>
        <p:spPr>
          <a:xfrm flipV="1">
            <a:off x="2411413" y="3968750"/>
            <a:ext cx="0" cy="901700"/>
          </a:xfrm>
          <a:prstGeom prst="line">
            <a:avLst/>
          </a:prstGeom>
          <a:ln w="38100" cap="flat" cmpd="sng">
            <a:solidFill>
              <a:srgbClr val="996600"/>
            </a:solidFill>
            <a:prstDash val="solid"/>
            <a:headEnd type="none" w="med" len="med"/>
            <a:tailEnd type="none" w="med" len="med"/>
          </a:ln>
        </p:spPr>
      </p:sp>
      <p:sp>
        <p:nvSpPr>
          <p:cNvPr id="399450" name="Text Box 399449"/>
          <p:cNvSpPr txBox="1"/>
          <p:nvPr/>
        </p:nvSpPr>
        <p:spPr>
          <a:xfrm>
            <a:off x="4108450" y="4381500"/>
            <a:ext cx="900113" cy="987425"/>
          </a:xfrm>
          <a:prstGeom prst="rect">
            <a:avLst/>
          </a:prstGeom>
          <a:noFill/>
          <a:ln w="28575">
            <a:noFill/>
          </a:ln>
        </p:spPr>
        <p:txBody>
          <a:bodyPr lIns="0" tIns="0" rIns="0" bIns="0">
            <a:spAutoFit/>
          </a:bodyPr>
          <a:lstStyle/>
          <a:p>
            <a:pPr>
              <a:buClr>
                <a:schemeClr val="bg1"/>
              </a:buClr>
            </a:pPr>
            <a:r>
              <a:rPr sz="7200" b="1">
                <a:sym typeface="Wingdings" panose="05000000000000000000" pitchFamily="2" charset="2"/>
              </a:rPr>
              <a:t></a:t>
            </a:r>
          </a:p>
        </p:txBody>
      </p:sp>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4</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99363">
                                            <p:txEl>
                                              <p:pRg st="0" end="0"/>
                                            </p:txEl>
                                          </p:spTgt>
                                        </p:tgtEl>
                                        <p:attrNameLst>
                                          <p:attrName>style.visibility</p:attrName>
                                        </p:attrNameLst>
                                      </p:cBhvr>
                                      <p:to>
                                        <p:strVal val="visible"/>
                                      </p:to>
                                    </p:set>
                                    <p:animEffect transition="in" filter="wipe(left)">
                                      <p:cBhvr>
                                        <p:cTn id="7" dur="500"/>
                                        <p:tgtEl>
                                          <p:spTgt spid="39936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99363">
                                            <p:txEl>
                                              <p:pRg st="1" end="1"/>
                                            </p:txEl>
                                          </p:spTgt>
                                        </p:tgtEl>
                                        <p:attrNameLst>
                                          <p:attrName>style.visibility</p:attrName>
                                        </p:attrNameLst>
                                      </p:cBhvr>
                                      <p:to>
                                        <p:strVal val="visible"/>
                                      </p:to>
                                    </p:set>
                                    <p:animEffect transition="in" filter="wipe(left)">
                                      <p:cBhvr>
                                        <p:cTn id="11" dur="500"/>
                                        <p:tgtEl>
                                          <p:spTgt spid="39936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399447"/>
                                        </p:tgtEl>
                                        <p:attrNameLst>
                                          <p:attrName>style.visibility</p:attrName>
                                        </p:attrNameLst>
                                      </p:cBhvr>
                                      <p:to>
                                        <p:strVal val="visible"/>
                                      </p:to>
                                    </p:set>
                                    <p:animEffect transition="in" filter="wipe(up)">
                                      <p:cBhvr>
                                        <p:cTn id="16" dur="500"/>
                                        <p:tgtEl>
                                          <p:spTgt spid="399447"/>
                                        </p:tgtEl>
                                      </p:cBhvr>
                                    </p:animEffec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399448"/>
                                        </p:tgtEl>
                                        <p:attrNameLst>
                                          <p:attrName>style.visibility</p:attrName>
                                        </p:attrNameLst>
                                      </p:cBhvr>
                                      <p:to>
                                        <p:strVal val="visible"/>
                                      </p:to>
                                    </p:set>
                                    <p:animEffect transition="in" filter="wipe(right)">
                                      <p:cBhvr>
                                        <p:cTn id="20" dur="500"/>
                                        <p:tgtEl>
                                          <p:spTgt spid="399448"/>
                                        </p:tgtEl>
                                      </p:cBhvr>
                                    </p:animEffect>
                                  </p:childTnLst>
                                </p:cTn>
                              </p:par>
                            </p:childTnLst>
                          </p:cTn>
                        </p:par>
                        <p:par>
                          <p:cTn id="21" fill="hold">
                            <p:stCondLst>
                              <p:cond delay="1000"/>
                            </p:stCondLst>
                            <p:childTnLst>
                              <p:par>
                                <p:cTn id="22" presetID="22" presetClass="entr" presetSubtype="4" fill="hold" nodeType="afterEffect">
                                  <p:stCondLst>
                                    <p:cond delay="0"/>
                                  </p:stCondLst>
                                  <p:childTnLst>
                                    <p:set>
                                      <p:cBhvr>
                                        <p:cTn id="23" dur="1" fill="hold">
                                          <p:stCondLst>
                                            <p:cond delay="0"/>
                                          </p:stCondLst>
                                        </p:cTn>
                                        <p:tgtEl>
                                          <p:spTgt spid="399449"/>
                                        </p:tgtEl>
                                        <p:attrNameLst>
                                          <p:attrName>style.visibility</p:attrName>
                                        </p:attrNameLst>
                                      </p:cBhvr>
                                      <p:to>
                                        <p:strVal val="visible"/>
                                      </p:to>
                                    </p:set>
                                    <p:animEffect transition="in" filter="wipe(down)">
                                      <p:cBhvr>
                                        <p:cTn id="24" dur="500"/>
                                        <p:tgtEl>
                                          <p:spTgt spid="399449"/>
                                        </p:tgtEl>
                                      </p:cBhvr>
                                    </p:animEffect>
                                  </p:childTnLst>
                                </p:cTn>
                              </p:par>
                            </p:childTnLst>
                          </p:cTn>
                        </p:par>
                        <p:par>
                          <p:cTn id="25" fill="hold">
                            <p:stCondLst>
                              <p:cond delay="1500"/>
                            </p:stCondLst>
                            <p:childTnLst>
                              <p:par>
                                <p:cTn id="26" presetID="22" presetClass="entr" presetSubtype="1" fill="hold" grpId="0" nodeType="afterEffect">
                                  <p:stCondLst>
                                    <p:cond delay="0"/>
                                  </p:stCondLst>
                                  <p:childTnLst>
                                    <p:set>
                                      <p:cBhvr>
                                        <p:cTn id="27" dur="1" fill="hold">
                                          <p:stCondLst>
                                            <p:cond delay="0"/>
                                          </p:stCondLst>
                                        </p:cTn>
                                        <p:tgtEl>
                                          <p:spTgt spid="399450"/>
                                        </p:tgtEl>
                                        <p:attrNameLst>
                                          <p:attrName>style.visibility</p:attrName>
                                        </p:attrNameLst>
                                      </p:cBhvr>
                                      <p:to>
                                        <p:strVal val="visible"/>
                                      </p:to>
                                    </p:set>
                                    <p:animEffect transition="in" filter="wipe(up)">
                                      <p:cBhvr>
                                        <p:cTn id="28" dur="500"/>
                                        <p:tgtEl>
                                          <p:spTgt spid="399450"/>
                                        </p:tgtEl>
                                      </p:cBhvr>
                                    </p:animEffect>
                                  </p:childTnLst>
                                </p:cTn>
                              </p:par>
                            </p:childTnLst>
                          </p:cTn>
                        </p:par>
                        <p:par>
                          <p:cTn id="29" fill="hold">
                            <p:stCondLst>
                              <p:cond delay="2000"/>
                            </p:stCondLst>
                            <p:childTnLst>
                              <p:par>
                                <p:cTn id="30" presetID="3" presetClass="emph" presetSubtype="6" repeatCount="indefinite" fill="hold" grpId="1" nodeType="afterEffect">
                                  <p:stCondLst>
                                    <p:cond delay="0"/>
                                  </p:stCondLst>
                                  <p:endCondLst>
                                    <p:cond evt="onNext" delay="0">
                                      <p:tgtEl>
                                        <p:sldTgt/>
                                      </p:tgtEl>
                                    </p:cond>
                                  </p:endCondLst>
                                  <p:childTnLst>
                                    <p:animClr clrSpc="hsl" dir="cw">
                                      <p:cBhvr override="childStyle">
                                        <p:cTn id="31" dur="500" fill="hold"/>
                                        <p:tgtEl>
                                          <p:spTgt spid="399450"/>
                                        </p:tgtEl>
                                        <p:attrNameLst>
                                          <p:attrName>style.color</p:attrName>
                                        </p:attrNameLst>
                                      </p:cBhvr>
                                      <p:to>
                                        <a:schemeClr val="accent1"/>
                                      </p:to>
                                    </p:animClr>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99363">
                                            <p:txEl>
                                              <p:charRg st="56" end="109"/>
                                            </p:txEl>
                                          </p:spTgt>
                                        </p:tgtEl>
                                        <p:attrNameLst>
                                          <p:attrName>style.visibility</p:attrName>
                                        </p:attrNameLst>
                                      </p:cBhvr>
                                      <p:to>
                                        <p:strVal val="visible"/>
                                      </p:to>
                                    </p:set>
                                    <p:animEffect transition="in" filter="wipe(left)">
                                      <p:cBhvr>
                                        <p:cTn id="36" dur="500"/>
                                        <p:tgtEl>
                                          <p:spTgt spid="399363">
                                            <p:txEl>
                                              <p:charRg st="56" end="10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50" grpId="0"/>
      <p:bldP spid="399450"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Title 487425"/>
          <p:cNvSpPr>
            <a:spLocks noGrp="1"/>
          </p:cNvSpPr>
          <p:nvPr>
            <p:ph type="title"/>
          </p:nvPr>
        </p:nvSpPr>
        <p:spPr/>
        <p:txBody>
          <a:bodyPr lIns="63500" tIns="25400" rIns="63500" bIns="25400">
            <a:spAutoFit/>
          </a:bodyPr>
          <a:lstStyle/>
          <a:p>
            <a:r>
              <a:t>Design Procedure</a:t>
            </a:r>
          </a:p>
        </p:txBody>
      </p:sp>
      <p:sp>
        <p:nvSpPr>
          <p:cNvPr id="487427" name="Text Placeholder 487426"/>
          <p:cNvSpPr>
            <a:spLocks noGrp="1"/>
          </p:cNvSpPr>
          <p:nvPr>
            <p:ph type="body" idx="1"/>
          </p:nvPr>
        </p:nvSpPr>
        <p:spPr>
          <a:xfrm>
            <a:off x="71120" y="621030"/>
            <a:ext cx="8823960" cy="4420870"/>
          </a:xfrm>
        </p:spPr>
        <p:txBody>
          <a:bodyPr wrap="square" lIns="63500" tIns="25400" rIns="63500" bIns="25400">
            <a:spAutoFit/>
          </a:bodyPr>
          <a:lstStyle/>
          <a:p>
            <a:r>
              <a:rPr sz="2400" dirty="0"/>
              <a:t>Given a problem statement:</a:t>
            </a:r>
          </a:p>
          <a:p>
            <a:pPr lvl="1"/>
            <a:r>
              <a:rPr sz="2000" dirty="0"/>
              <a:t>Determine the number of </a:t>
            </a:r>
            <a:r>
              <a:rPr sz="2000" i="1" dirty="0">
                <a:solidFill>
                  <a:schemeClr val="accent1"/>
                </a:solidFill>
              </a:rPr>
              <a:t>inputs</a:t>
            </a:r>
            <a:r>
              <a:rPr sz="2000" dirty="0"/>
              <a:t> and </a:t>
            </a:r>
            <a:r>
              <a:rPr sz="2000" i="1" dirty="0">
                <a:solidFill>
                  <a:schemeClr val="accent1"/>
                </a:solidFill>
              </a:rPr>
              <a:t>outputs</a:t>
            </a:r>
          </a:p>
          <a:p>
            <a:pPr lvl="1"/>
            <a:r>
              <a:rPr sz="2000" dirty="0"/>
              <a:t>Derive the truth table</a:t>
            </a:r>
          </a:p>
          <a:p>
            <a:pPr lvl="1"/>
            <a:r>
              <a:rPr sz="2000" dirty="0"/>
              <a:t>Simplify the Boolean expression for each output</a:t>
            </a:r>
          </a:p>
          <a:p>
            <a:pPr lvl="1"/>
            <a:r>
              <a:rPr sz="2000" dirty="0"/>
              <a:t>Produce the required </a:t>
            </a:r>
            <a:r>
              <a:rPr lang="en-US" sz="2000" dirty="0" smtClean="0"/>
              <a:t> logic </a:t>
            </a:r>
            <a:r>
              <a:rPr sz="2000" dirty="0" smtClean="0"/>
              <a:t>circuit</a:t>
            </a:r>
            <a:endParaRPr sz="2000" dirty="0"/>
          </a:p>
          <a:p>
            <a:pPr>
              <a:buNone/>
            </a:pPr>
            <a:r>
              <a:rPr sz="2400" dirty="0"/>
              <a:t>Example:</a:t>
            </a:r>
          </a:p>
          <a:p>
            <a:pPr>
              <a:buNone/>
            </a:pPr>
            <a:r>
              <a:rPr sz="2000" dirty="0">
                <a:solidFill>
                  <a:schemeClr val="tx1"/>
                </a:solidFill>
              </a:rPr>
              <a:t>    Design a circuit to convert a “BCD” code to “Excess 3” code</a:t>
            </a:r>
          </a:p>
        </p:txBody>
      </p:sp>
      <p:sp>
        <p:nvSpPr>
          <p:cNvPr id="487429" name="Rounded Rectangular Callout 487428"/>
          <p:cNvSpPr/>
          <p:nvPr/>
        </p:nvSpPr>
        <p:spPr>
          <a:xfrm>
            <a:off x="2015490" y="5481003"/>
            <a:ext cx="1800225" cy="720725"/>
          </a:xfrm>
          <a:prstGeom prst="wedgeRoundRectCallout">
            <a:avLst>
              <a:gd name="adj1" fmla="val 66139"/>
              <a:gd name="adj2" fmla="val -120704"/>
              <a:gd name="adj3" fmla="val 16667"/>
            </a:avLst>
          </a:prstGeom>
          <a:noFill/>
          <a:ln w="28575" cap="flat" cmpd="sng">
            <a:solidFill>
              <a:schemeClr val="accent2"/>
            </a:solidFill>
            <a:prstDash val="solid"/>
            <a:miter/>
            <a:headEnd type="none" w="med" len="med"/>
            <a:tailEnd type="none" w="med" len="med"/>
          </a:ln>
        </p:spPr>
        <p:txBody>
          <a:bodyPr lIns="0" tIns="0" rIns="0" bIns="0"/>
          <a:lstStyle/>
          <a:p>
            <a:pPr marL="265430" indent="-265430" algn="l">
              <a:spcBef>
                <a:spcPct val="0"/>
              </a:spcBef>
              <a:buClr>
                <a:srgbClr val="996600"/>
              </a:buClr>
              <a:buSzPct val="80000"/>
              <a:buFont typeface="Wingdings" panose="05000000000000000000" pitchFamily="2" charset="2"/>
              <a:buChar char="Ø"/>
            </a:pPr>
            <a:r>
              <a:rPr sz="2400" b="1">
                <a:solidFill>
                  <a:schemeClr val="accent1"/>
                </a:solidFill>
                <a:latin typeface="Times New Roman" panose="02020603050405020304" pitchFamily="18" charset="0"/>
                <a:cs typeface="Times New Roman" panose="02020603050405020304" pitchFamily="18" charset="0"/>
              </a:rPr>
              <a:t>4-bits</a:t>
            </a:r>
          </a:p>
          <a:p>
            <a:pPr marL="265430" indent="-265430" algn="l">
              <a:spcBef>
                <a:spcPct val="0"/>
              </a:spcBef>
              <a:buClr>
                <a:srgbClr val="996600"/>
              </a:buClr>
              <a:buSzPct val="80000"/>
              <a:buFont typeface="Wingdings" panose="05000000000000000000" pitchFamily="2" charset="2"/>
              <a:buChar char="Ø"/>
            </a:pPr>
            <a:r>
              <a:rPr sz="2400" b="1">
                <a:solidFill>
                  <a:schemeClr val="accent1"/>
                </a:solidFill>
                <a:latin typeface="Times New Roman" panose="02020603050405020304" pitchFamily="18" charset="0"/>
                <a:cs typeface="Times New Roman" panose="02020603050405020304" pitchFamily="18" charset="0"/>
              </a:rPr>
              <a:t>0-9 values</a:t>
            </a:r>
            <a:endParaRPr sz="2400" b="1">
              <a:solidFill>
                <a:schemeClr val="accent1"/>
              </a:solidFill>
              <a:latin typeface="Times New Roman" panose="02020603050405020304" pitchFamily="18" charset="0"/>
              <a:ea typeface="Times New Roman" panose="02020603050405020304" pitchFamily="18" charset="0"/>
            </a:endParaRPr>
          </a:p>
        </p:txBody>
      </p:sp>
      <p:sp>
        <p:nvSpPr>
          <p:cNvPr id="487430" name="Rounded Rectangular Callout 487429"/>
          <p:cNvSpPr/>
          <p:nvPr/>
        </p:nvSpPr>
        <p:spPr>
          <a:xfrm>
            <a:off x="5639435" y="5453380"/>
            <a:ext cx="1645920" cy="811530"/>
          </a:xfrm>
          <a:prstGeom prst="wedgeRoundRectCallout">
            <a:avLst>
              <a:gd name="adj1" fmla="val -44903"/>
              <a:gd name="adj2" fmla="val -116079"/>
              <a:gd name="adj3" fmla="val 16667"/>
            </a:avLst>
          </a:prstGeom>
          <a:noFill/>
          <a:ln w="28575" cap="flat" cmpd="sng">
            <a:solidFill>
              <a:schemeClr val="accent2"/>
            </a:solidFill>
            <a:prstDash val="solid"/>
            <a:miter/>
            <a:headEnd type="none" w="med" len="med"/>
            <a:tailEnd type="none" w="med" len="med"/>
          </a:ln>
        </p:spPr>
        <p:txBody>
          <a:bodyPr lIns="0" tIns="0" rIns="0" bIns="0"/>
          <a:lstStyle/>
          <a:p>
            <a:pPr marL="265430" indent="-265430" algn="l">
              <a:spcBef>
                <a:spcPct val="0"/>
              </a:spcBef>
              <a:buClr>
                <a:srgbClr val="996600"/>
              </a:buClr>
              <a:buSzPct val="80000"/>
              <a:buFont typeface="Wingdings" panose="05000000000000000000" pitchFamily="2" charset="2"/>
              <a:buChar char="Ø"/>
            </a:pPr>
            <a:r>
              <a:rPr sz="2400" b="1">
                <a:solidFill>
                  <a:schemeClr val="accent1"/>
                </a:solidFill>
                <a:latin typeface="Times New Roman" panose="02020603050405020304" pitchFamily="18" charset="0"/>
                <a:cs typeface="Times New Roman" panose="02020603050405020304" pitchFamily="18" charset="0"/>
              </a:rPr>
              <a:t>4-bits</a:t>
            </a:r>
          </a:p>
          <a:p>
            <a:pPr marL="265430" indent="-265430" algn="l">
              <a:spcBef>
                <a:spcPct val="0"/>
              </a:spcBef>
              <a:buClr>
                <a:srgbClr val="996600"/>
              </a:buClr>
              <a:buSzPct val="80000"/>
              <a:buFont typeface="Wingdings" panose="05000000000000000000" pitchFamily="2" charset="2"/>
              <a:buChar char="Ø"/>
            </a:pPr>
            <a:r>
              <a:rPr sz="2400" b="1">
                <a:solidFill>
                  <a:schemeClr val="accent1"/>
                </a:solidFill>
                <a:latin typeface="Times New Roman" panose="02020603050405020304" pitchFamily="18" charset="0"/>
                <a:cs typeface="Times New Roman" panose="02020603050405020304" pitchFamily="18" charset="0"/>
              </a:rPr>
              <a:t>Value+3</a:t>
            </a:r>
            <a:endParaRPr sz="2400" b="1">
              <a:solidFill>
                <a:schemeClr val="accent1"/>
              </a:solidFill>
              <a:latin typeface="Times New Roman" panose="02020603050405020304" pitchFamily="18" charset="0"/>
              <a:ea typeface="Times New Roman" panose="02020603050405020304" pitchFamily="18" charset="0"/>
            </a:endParaRPr>
          </a:p>
        </p:txBody>
      </p:sp>
      <p:grpSp>
        <p:nvGrpSpPr>
          <p:cNvPr id="487442" name="Group 487441"/>
          <p:cNvGrpSpPr/>
          <p:nvPr/>
        </p:nvGrpSpPr>
        <p:grpSpPr>
          <a:xfrm>
            <a:off x="3832543" y="5409248"/>
            <a:ext cx="1806575" cy="900112"/>
            <a:chOff x="3049" y="3407"/>
            <a:chExt cx="1138" cy="567"/>
          </a:xfrm>
        </p:grpSpPr>
        <p:sp>
          <p:nvSpPr>
            <p:cNvPr id="487432" name="Rounded Rectangle 487431"/>
            <p:cNvSpPr/>
            <p:nvPr/>
          </p:nvSpPr>
          <p:spPr>
            <a:xfrm>
              <a:off x="3220" y="3407"/>
              <a:ext cx="794" cy="567"/>
            </a:xfrm>
            <a:prstGeom prst="roundRect">
              <a:avLst>
                <a:gd name="adj" fmla="val 16667"/>
              </a:avLst>
            </a:prstGeom>
            <a:noFill/>
            <a:ln w="28575" cap="flat" cmpd="sng">
              <a:solidFill>
                <a:schemeClr val="tx1"/>
              </a:solidFill>
              <a:prstDash val="solid"/>
              <a:headEnd type="none" w="med" len="med"/>
              <a:tailEnd type="none" w="med" len="med"/>
            </a:ln>
          </p:spPr>
          <p:txBody>
            <a:bodyPr/>
            <a:lstStyle/>
            <a:p>
              <a:endParaRPr lang="en-US"/>
            </a:p>
          </p:txBody>
        </p:sp>
        <p:sp>
          <p:nvSpPr>
            <p:cNvPr id="487433" name="Straight Connector 487432"/>
            <p:cNvSpPr/>
            <p:nvPr/>
          </p:nvSpPr>
          <p:spPr>
            <a:xfrm>
              <a:off x="3049" y="3748"/>
              <a:ext cx="171" cy="0"/>
            </a:xfrm>
            <a:prstGeom prst="line">
              <a:avLst/>
            </a:prstGeom>
            <a:ln w="28575" cap="flat" cmpd="sng">
              <a:solidFill>
                <a:schemeClr val="accent2"/>
              </a:solidFill>
              <a:prstDash val="solid"/>
              <a:headEnd type="none" w="med" len="med"/>
              <a:tailEnd type="triangle" w="med" len="med"/>
            </a:ln>
          </p:spPr>
        </p:sp>
        <p:sp>
          <p:nvSpPr>
            <p:cNvPr id="487434" name="Straight Connector 487433"/>
            <p:cNvSpPr/>
            <p:nvPr/>
          </p:nvSpPr>
          <p:spPr>
            <a:xfrm>
              <a:off x="3049" y="3521"/>
              <a:ext cx="171" cy="0"/>
            </a:xfrm>
            <a:prstGeom prst="line">
              <a:avLst/>
            </a:prstGeom>
            <a:ln w="28575" cap="flat" cmpd="sng">
              <a:solidFill>
                <a:schemeClr val="accent2"/>
              </a:solidFill>
              <a:prstDash val="solid"/>
              <a:headEnd type="none" w="med" len="med"/>
              <a:tailEnd type="triangle" w="med" len="med"/>
            </a:ln>
          </p:spPr>
        </p:sp>
        <p:sp>
          <p:nvSpPr>
            <p:cNvPr id="487435" name="Straight Connector 487434"/>
            <p:cNvSpPr/>
            <p:nvPr/>
          </p:nvSpPr>
          <p:spPr>
            <a:xfrm>
              <a:off x="3049" y="3635"/>
              <a:ext cx="171" cy="0"/>
            </a:xfrm>
            <a:prstGeom prst="line">
              <a:avLst/>
            </a:prstGeom>
            <a:ln w="28575" cap="flat" cmpd="sng">
              <a:solidFill>
                <a:schemeClr val="accent2"/>
              </a:solidFill>
              <a:prstDash val="solid"/>
              <a:headEnd type="none" w="med" len="med"/>
              <a:tailEnd type="triangle" w="med" len="med"/>
            </a:ln>
          </p:spPr>
        </p:sp>
        <p:sp>
          <p:nvSpPr>
            <p:cNvPr id="487436" name="Straight Connector 487435"/>
            <p:cNvSpPr/>
            <p:nvPr/>
          </p:nvSpPr>
          <p:spPr>
            <a:xfrm>
              <a:off x="4016" y="3521"/>
              <a:ext cx="171" cy="0"/>
            </a:xfrm>
            <a:prstGeom prst="line">
              <a:avLst/>
            </a:prstGeom>
            <a:ln w="28575" cap="flat" cmpd="sng">
              <a:solidFill>
                <a:schemeClr val="accent1"/>
              </a:solidFill>
              <a:prstDash val="solid"/>
              <a:headEnd type="none" w="med" len="med"/>
              <a:tailEnd type="triangle" w="med" len="med"/>
            </a:ln>
          </p:spPr>
        </p:sp>
        <p:sp>
          <p:nvSpPr>
            <p:cNvPr id="487437" name="Straight Connector 487436"/>
            <p:cNvSpPr/>
            <p:nvPr/>
          </p:nvSpPr>
          <p:spPr>
            <a:xfrm>
              <a:off x="4016" y="3634"/>
              <a:ext cx="171" cy="0"/>
            </a:xfrm>
            <a:prstGeom prst="line">
              <a:avLst/>
            </a:prstGeom>
            <a:ln w="28575" cap="flat" cmpd="sng">
              <a:solidFill>
                <a:schemeClr val="accent1"/>
              </a:solidFill>
              <a:prstDash val="solid"/>
              <a:headEnd type="none" w="med" len="med"/>
              <a:tailEnd type="triangle" w="med" len="med"/>
            </a:ln>
          </p:spPr>
        </p:sp>
        <p:sp>
          <p:nvSpPr>
            <p:cNvPr id="487438" name="Text Box 487437"/>
            <p:cNvSpPr txBox="1"/>
            <p:nvPr/>
          </p:nvSpPr>
          <p:spPr>
            <a:xfrm>
              <a:off x="3504" y="3521"/>
              <a:ext cx="227" cy="276"/>
            </a:xfrm>
            <a:prstGeom prst="rect">
              <a:avLst/>
            </a:prstGeom>
            <a:noFill/>
            <a:ln w="28575">
              <a:noFill/>
            </a:ln>
          </p:spPr>
          <p:txBody>
            <a:bodyPr lIns="0" tIns="0" rIns="0" bIns="0">
              <a:spAutoFit/>
            </a:bodyPr>
            <a:lstStyle/>
            <a:p>
              <a:pPr>
                <a:buClr>
                  <a:schemeClr val="bg1"/>
                </a:buClr>
              </a:pPr>
              <a:r>
                <a:rPr sz="3200" b="1">
                  <a:solidFill>
                    <a:schemeClr val="accent1"/>
                  </a:solidFill>
                  <a:latin typeface="Times New Roman" panose="02020603050405020304" pitchFamily="18" charset="0"/>
                  <a:cs typeface="Times New Roman" panose="02020603050405020304" pitchFamily="18" charset="0"/>
                </a:rPr>
                <a:t>?</a:t>
              </a:r>
              <a:endParaRPr sz="3200" b="1">
                <a:solidFill>
                  <a:schemeClr val="accent1"/>
                </a:solidFill>
                <a:latin typeface="Times New Roman" panose="02020603050405020304" pitchFamily="18" charset="0"/>
                <a:ea typeface="Times New Roman" panose="02020603050405020304" pitchFamily="18" charset="0"/>
              </a:endParaRPr>
            </a:p>
          </p:txBody>
        </p:sp>
        <p:sp>
          <p:nvSpPr>
            <p:cNvPr id="487439" name="Straight Connector 487438"/>
            <p:cNvSpPr/>
            <p:nvPr/>
          </p:nvSpPr>
          <p:spPr>
            <a:xfrm>
              <a:off x="3049" y="3861"/>
              <a:ext cx="171" cy="0"/>
            </a:xfrm>
            <a:prstGeom prst="line">
              <a:avLst/>
            </a:prstGeom>
            <a:ln w="28575" cap="flat" cmpd="sng">
              <a:solidFill>
                <a:schemeClr val="accent2"/>
              </a:solidFill>
              <a:prstDash val="solid"/>
              <a:headEnd type="none" w="med" len="med"/>
              <a:tailEnd type="triangle" w="med" len="med"/>
            </a:ln>
          </p:spPr>
        </p:sp>
        <p:sp>
          <p:nvSpPr>
            <p:cNvPr id="487440" name="Straight Connector 487439"/>
            <p:cNvSpPr/>
            <p:nvPr/>
          </p:nvSpPr>
          <p:spPr>
            <a:xfrm>
              <a:off x="4015" y="3747"/>
              <a:ext cx="171" cy="0"/>
            </a:xfrm>
            <a:prstGeom prst="line">
              <a:avLst/>
            </a:prstGeom>
            <a:ln w="28575" cap="flat" cmpd="sng">
              <a:solidFill>
                <a:schemeClr val="accent1"/>
              </a:solidFill>
              <a:prstDash val="solid"/>
              <a:headEnd type="none" w="med" len="med"/>
              <a:tailEnd type="triangle" w="med" len="med"/>
            </a:ln>
          </p:spPr>
        </p:sp>
        <p:sp>
          <p:nvSpPr>
            <p:cNvPr id="487441" name="Straight Connector 487440"/>
            <p:cNvSpPr/>
            <p:nvPr/>
          </p:nvSpPr>
          <p:spPr>
            <a:xfrm>
              <a:off x="4014" y="3860"/>
              <a:ext cx="171" cy="0"/>
            </a:xfrm>
            <a:prstGeom prst="line">
              <a:avLst/>
            </a:prstGeom>
            <a:ln w="28575" cap="flat" cmpd="sng">
              <a:solidFill>
                <a:schemeClr val="accent1"/>
              </a:solidFill>
              <a:prstDash val="solid"/>
              <a:headEnd type="none" w="med" len="med"/>
              <a:tailEnd type="triangle" w="med" len="med"/>
            </a:ln>
          </p:spPr>
        </p:sp>
      </p:grpSp>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5</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87427">
                                            <p:txEl>
                                              <p:pRg st="0" end="0"/>
                                            </p:txEl>
                                          </p:spTgt>
                                        </p:tgtEl>
                                        <p:attrNameLst>
                                          <p:attrName>style.visibility</p:attrName>
                                        </p:attrNameLst>
                                      </p:cBhvr>
                                      <p:to>
                                        <p:strVal val="visible"/>
                                      </p:to>
                                    </p:set>
                                    <p:animEffect transition="in" filter="wipe(left)">
                                      <p:cBhvr>
                                        <p:cTn id="7" dur="500"/>
                                        <p:tgtEl>
                                          <p:spTgt spid="487427">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87427">
                                            <p:txEl>
                                              <p:pRg st="1" end="1"/>
                                            </p:txEl>
                                          </p:spTgt>
                                        </p:tgtEl>
                                        <p:attrNameLst>
                                          <p:attrName>style.visibility</p:attrName>
                                        </p:attrNameLst>
                                      </p:cBhvr>
                                      <p:to>
                                        <p:strVal val="visible"/>
                                      </p:to>
                                    </p:set>
                                    <p:animEffect transition="in" filter="wipe(left)">
                                      <p:cBhvr>
                                        <p:cTn id="11" dur="500"/>
                                        <p:tgtEl>
                                          <p:spTgt spid="487427">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87427">
                                            <p:txEl>
                                              <p:pRg st="2" end="2"/>
                                            </p:txEl>
                                          </p:spTgt>
                                        </p:tgtEl>
                                        <p:attrNameLst>
                                          <p:attrName>style.visibility</p:attrName>
                                        </p:attrNameLst>
                                      </p:cBhvr>
                                      <p:to>
                                        <p:strVal val="visible"/>
                                      </p:to>
                                    </p:set>
                                    <p:animEffect transition="in" filter="wipe(left)">
                                      <p:cBhvr>
                                        <p:cTn id="16" dur="500"/>
                                        <p:tgtEl>
                                          <p:spTgt spid="487427">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87427">
                                            <p:txEl>
                                              <p:pRg st="3" end="3"/>
                                            </p:txEl>
                                          </p:spTgt>
                                        </p:tgtEl>
                                        <p:attrNameLst>
                                          <p:attrName>style.visibility</p:attrName>
                                        </p:attrNameLst>
                                      </p:cBhvr>
                                      <p:to>
                                        <p:strVal val="visible"/>
                                      </p:to>
                                    </p:set>
                                    <p:animEffect transition="in" filter="wipe(left)">
                                      <p:cBhvr>
                                        <p:cTn id="21" dur="500"/>
                                        <p:tgtEl>
                                          <p:spTgt spid="487427">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487427">
                                            <p:txEl>
                                              <p:pRg st="4" end="4"/>
                                            </p:txEl>
                                          </p:spTgt>
                                        </p:tgtEl>
                                        <p:attrNameLst>
                                          <p:attrName>style.visibility</p:attrName>
                                        </p:attrNameLst>
                                      </p:cBhvr>
                                      <p:to>
                                        <p:strVal val="visible"/>
                                      </p:to>
                                    </p:set>
                                    <p:animEffect transition="in" filter="wipe(left)">
                                      <p:cBhvr>
                                        <p:cTn id="26" dur="500"/>
                                        <p:tgtEl>
                                          <p:spTgt spid="487427">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487427">
                                            <p:txEl>
                                              <p:pRg st="5" end="5"/>
                                            </p:txEl>
                                          </p:spTgt>
                                        </p:tgtEl>
                                        <p:attrNameLst>
                                          <p:attrName>style.visibility</p:attrName>
                                        </p:attrNameLst>
                                      </p:cBhvr>
                                      <p:to>
                                        <p:strVal val="visible"/>
                                      </p:to>
                                    </p:set>
                                    <p:animEffect transition="in" filter="wipe(left)">
                                      <p:cBhvr>
                                        <p:cTn id="31" dur="500"/>
                                        <p:tgtEl>
                                          <p:spTgt spid="487427">
                                            <p:txEl>
                                              <p:pRg st="5" end="5"/>
                                            </p:txEl>
                                          </p:spTgt>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487427">
                                            <p:txEl>
                                              <p:pRg st="6" end="6"/>
                                            </p:txEl>
                                          </p:spTgt>
                                        </p:tgtEl>
                                        <p:attrNameLst>
                                          <p:attrName>style.visibility</p:attrName>
                                        </p:attrNameLst>
                                      </p:cBhvr>
                                      <p:to>
                                        <p:strVal val="visible"/>
                                      </p:to>
                                    </p:set>
                                    <p:animEffect transition="in" filter="wipe(left)">
                                      <p:cBhvr>
                                        <p:cTn id="35" dur="500"/>
                                        <p:tgtEl>
                                          <p:spTgt spid="487427">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87429"/>
                                        </p:tgtEl>
                                        <p:attrNameLst>
                                          <p:attrName>style.visibility</p:attrName>
                                        </p:attrNameLst>
                                      </p:cBhvr>
                                      <p:to>
                                        <p:strVal val="visible"/>
                                      </p:to>
                                    </p:set>
                                    <p:animEffect transition="in" filter="wipe(left)">
                                      <p:cBhvr>
                                        <p:cTn id="40" dur="500"/>
                                        <p:tgtEl>
                                          <p:spTgt spid="48742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487430"/>
                                        </p:tgtEl>
                                        <p:attrNameLst>
                                          <p:attrName>style.visibility</p:attrName>
                                        </p:attrNameLst>
                                      </p:cBhvr>
                                      <p:to>
                                        <p:strVal val="visible"/>
                                      </p:to>
                                    </p:set>
                                    <p:animEffect transition="in" filter="wipe(left)">
                                      <p:cBhvr>
                                        <p:cTn id="45" dur="500"/>
                                        <p:tgtEl>
                                          <p:spTgt spid="487430"/>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487442"/>
                                        </p:tgtEl>
                                        <p:attrNameLst>
                                          <p:attrName>style.visibility</p:attrName>
                                        </p:attrNameLst>
                                      </p:cBhvr>
                                      <p:to>
                                        <p:strVal val="visible"/>
                                      </p:to>
                                    </p:set>
                                    <p:animEffect transition="in" filter="wipe(left)">
                                      <p:cBhvr>
                                        <p:cTn id="49" dur="500"/>
                                        <p:tgtEl>
                                          <p:spTgt spid="487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7429" grpId="0" bldLvl="0" animBg="1"/>
      <p:bldP spid="487430"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Title 488449"/>
          <p:cNvSpPr>
            <a:spLocks noGrp="1"/>
          </p:cNvSpPr>
          <p:nvPr>
            <p:ph type="title"/>
          </p:nvPr>
        </p:nvSpPr>
        <p:spPr/>
        <p:txBody>
          <a:bodyPr lIns="63500" tIns="25400" rIns="63500" bIns="25400">
            <a:spAutoFit/>
          </a:bodyPr>
          <a:lstStyle/>
          <a:p>
            <a:r>
              <a:t>Design Procedure</a:t>
            </a:r>
          </a:p>
        </p:txBody>
      </p:sp>
      <p:sp>
        <p:nvSpPr>
          <p:cNvPr id="488451" name="Text Placeholder 488450"/>
          <p:cNvSpPr>
            <a:spLocks noGrp="1"/>
          </p:cNvSpPr>
          <p:nvPr>
            <p:ph type="body" idx="1"/>
          </p:nvPr>
        </p:nvSpPr>
        <p:spPr>
          <a:xfrm>
            <a:off x="108268" y="621030"/>
            <a:ext cx="8280400" cy="477838"/>
          </a:xfrm>
        </p:spPr>
        <p:txBody>
          <a:bodyPr lIns="63500" tIns="25400" rIns="63500" bIns="25400">
            <a:spAutoFit/>
          </a:bodyPr>
          <a:lstStyle/>
          <a:p>
            <a:r>
              <a:t>BCD-to-Excess 3 Converter</a:t>
            </a:r>
          </a:p>
        </p:txBody>
      </p:sp>
      <p:graphicFrame>
        <p:nvGraphicFramePr>
          <p:cNvPr id="488980" name="Table 488979"/>
          <p:cNvGraphicFramePr/>
          <p:nvPr/>
        </p:nvGraphicFramePr>
        <p:xfrm>
          <a:off x="971550" y="1630363"/>
          <a:ext cx="2162175" cy="5038725"/>
        </p:xfrm>
        <a:graphic>
          <a:graphicData uri="http://schemas.openxmlformats.org/drawingml/2006/table">
            <a:tbl>
              <a:tblPr/>
              <a:tblGrid>
                <a:gridCol w="1081088"/>
                <a:gridCol w="1081087"/>
              </a:tblGrid>
              <a:tr h="296863">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i="1" dirty="0">
                          <a:solidFill>
                            <a:srgbClr val="FFFF00"/>
                          </a:solidFill>
                        </a:rPr>
                        <a:t>A  B  C  D</a:t>
                      </a:r>
                      <a:endParaRPr lang="en-US" sz="1800" i="1" dirty="0">
                        <a:solidFill>
                          <a:srgbClr val="FFFF00"/>
                        </a:solidFill>
                      </a:endParaRPr>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i="1">
                          <a:solidFill>
                            <a:srgbClr val="FFFF00"/>
                          </a:solidFill>
                        </a:rPr>
                        <a:t>w  x  y  z</a:t>
                      </a:r>
                      <a:endParaRPr lang="en-US" sz="1800" i="1">
                        <a:solidFill>
                          <a:srgbClr val="FFFF00"/>
                        </a:solidFill>
                      </a:endParaRPr>
                    </a:p>
                  </a:txBody>
                  <a:tcPr marL="0" marR="0" marT="0" marB="0">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r>
              <a:tr h="29527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0  0  0  0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0  0  1  1</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2">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0  0  0  1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0  1  0  0</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3">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0  0  1  0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0  1  0  1</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2">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0  0  1  1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0  1  1  0</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527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0  1  0  0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0  1  1  1</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3">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0  1  0  1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1  0  0  0</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2">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0  1  1  0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1  0  0  1</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527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0  1  1  1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1  0  1  0</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3">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1  0  0  0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1  0  1  1</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2">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1  0  0  1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1  1  0  0</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527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1  0  1  0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rgbClr val="996600"/>
                          </a:solidFill>
                        </a:rPr>
                        <a:t>x  x  x  x</a:t>
                      </a:r>
                      <a:endParaRPr lang="en-US" sz="1800">
                        <a:solidFill>
                          <a:srgbClr val="996600"/>
                        </a:solidFill>
                      </a:endParaRPr>
                    </a:p>
                  </a:txBody>
                  <a:tcPr marL="0" marR="0" marT="0" marB="0">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3">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1  0  1  1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rgbClr val="996600"/>
                          </a:solidFill>
                        </a:rPr>
                        <a:t>x  x  x  x</a:t>
                      </a:r>
                      <a:endParaRPr lang="en-US" sz="1800">
                        <a:solidFill>
                          <a:srgbClr val="996600"/>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2">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1  1  0  0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rgbClr val="996600"/>
                          </a:solidFill>
                        </a:rPr>
                        <a:t>x  x  x  x</a:t>
                      </a:r>
                      <a:endParaRPr lang="en-US" sz="1800">
                        <a:solidFill>
                          <a:srgbClr val="996600"/>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3">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1  1  0  1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rgbClr val="996600"/>
                          </a:solidFill>
                        </a:rPr>
                        <a:t>x  x  x  x</a:t>
                      </a:r>
                      <a:endParaRPr lang="en-US" sz="1800">
                        <a:solidFill>
                          <a:srgbClr val="996600"/>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527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1  1  1  0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rgbClr val="996600"/>
                          </a:solidFill>
                        </a:rPr>
                        <a:t>x  x  x  x</a:t>
                      </a:r>
                      <a:endParaRPr lang="en-US" sz="1800">
                        <a:solidFill>
                          <a:srgbClr val="996600"/>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2">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1  1  1  1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rgbClr val="996600"/>
                          </a:solidFill>
                        </a:rPr>
                        <a:t>x  x  x  x</a:t>
                      </a:r>
                      <a:endParaRPr lang="en-US" sz="1800">
                        <a:solidFill>
                          <a:srgbClr val="996600"/>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488956" name="Table 488955"/>
          <p:cNvGraphicFramePr/>
          <p:nvPr/>
        </p:nvGraphicFramePr>
        <p:xfrm>
          <a:off x="3592513" y="1449388"/>
          <a:ext cx="2419667" cy="1811973"/>
        </p:xfrm>
        <a:graphic>
          <a:graphicData uri="http://schemas.openxmlformats.org/drawingml/2006/table">
            <a:tbl>
              <a:tblPr/>
              <a:tblGrid>
                <a:gridCol w="208280"/>
                <a:gridCol w="130175"/>
                <a:gridCol w="466725"/>
                <a:gridCol w="466725"/>
                <a:gridCol w="466725"/>
                <a:gridCol w="466725"/>
                <a:gridCol w="107950"/>
                <a:gridCol w="106362"/>
              </a:tblGrid>
              <a:tr h="182563">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dirty="0">
                        <a:solidFill>
                          <a:schemeClr val="tx1"/>
                        </a:solidFill>
                      </a:endParaRPr>
                    </a:p>
                  </a:txBody>
                  <a:tcPr marL="0" marR="0" marT="0" marB="0" anchor="ctr">
                    <a:lnL cap="flat">
                      <a:noFill/>
                    </a:lnL>
                    <a:lnR>
                      <a:noFill/>
                    </a:lnR>
                    <a:lnT cap="flat">
                      <a:noFill/>
                    </a:lnT>
                    <a:lnB>
                      <a:noFill/>
                    </a:lnB>
                    <a:lnTlToBr>
                      <a:noFill/>
                    </a:lnTlToBr>
                    <a:lnBlToTr>
                      <a:noFill/>
                    </a:lnBlToTr>
                    <a:noFill/>
                  </a:tcPr>
                </a:tc>
                <a:tc rowSpan="2" hMerge="1">
                  <a:txBody>
                    <a:bodyPr/>
                    <a:lstStyle/>
                    <a:p>
                      <a:endParaRPr lang="en-US"/>
                    </a:p>
                  </a:txBody>
                  <a:tcPr>
                    <a:lnT cap="flat">
                      <a:noFill/>
                    </a:lnT>
                  </a:tcPr>
                </a:tc>
                <a:tc row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a:solidFill>
                          <a:schemeClr val="tx1"/>
                        </a:solidFill>
                      </a:endParaRPr>
                    </a:p>
                  </a:txBody>
                  <a:tcPr marL="0" marR="0" marT="0" marB="0" anchor="ctr">
                    <a:lnL>
                      <a:noFill/>
                    </a:lnL>
                    <a:lnR>
                      <a:noFill/>
                    </a:lnR>
                    <a:lnT cap="flat">
                      <a:noFill/>
                    </a:lnT>
                    <a:lnB w="190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200">
                        <a:solidFill>
                          <a:schemeClr val="tx1"/>
                        </a:solidFill>
                      </a:endParaRPr>
                    </a:p>
                  </a:txBody>
                  <a:tcPr marL="0" marR="0" marT="0" marB="0" anchor="ctr">
                    <a:lnL>
                      <a:noFill/>
                    </a:lnL>
                    <a:lnR>
                      <a:noFill/>
                    </a:lnR>
                    <a:lnT cap="flat">
                      <a:noFill/>
                    </a:lnT>
                    <a:lnB>
                      <a:noFill/>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i="1">
                          <a:solidFill>
                            <a:schemeClr val="tx1"/>
                          </a:solidFill>
                        </a:rPr>
                        <a:t>C</a:t>
                      </a:r>
                      <a:endParaRPr lang="en-US" sz="2000" i="1">
                        <a:solidFill>
                          <a:schemeClr val="tx1"/>
                        </a:solidFill>
                      </a:endParaRPr>
                    </a:p>
                  </a:txBody>
                  <a:tcPr marL="0" marR="0" marT="0" marB="0">
                    <a:lnL>
                      <a:noFill/>
                    </a:lnL>
                    <a:lnR>
                      <a:noFill/>
                    </a:lnR>
                    <a:lnT cap="flat">
                      <a:noFill/>
                    </a:lnT>
                    <a:lnB w="57150" cap="flat" cmpd="sng">
                      <a:solidFill>
                        <a:schemeClr val="tx1"/>
                      </a:solidFill>
                      <a:prstDash val="solid"/>
                      <a:headEnd type="none" w="med" len="med"/>
                      <a:tailEnd type="none" w="med" len="med"/>
                    </a:lnB>
                    <a:lnTlToBr>
                      <a:noFill/>
                    </a:lnTlToBr>
                    <a:lnBlToTr>
                      <a:noFill/>
                    </a:lnBlToTr>
                    <a:noFill/>
                  </a:tcPr>
                </a:tc>
                <a:tc rowSpan="2" hMerge="1">
                  <a:txBody>
                    <a:bodyPr/>
                    <a:lstStyle/>
                    <a:p>
                      <a:endParaRPr lang="en-US"/>
                    </a:p>
                  </a:txBody>
                  <a:tcPr>
                    <a:lnT cap="flat">
                      <a:noFill/>
                    </a:lnT>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i="1">
                        <a:solidFill>
                          <a:schemeClr val="tx1"/>
                        </a:solidFill>
                      </a:endParaRPr>
                    </a:p>
                  </a:txBody>
                  <a:tcPr marL="0" marR="0" marT="0" marB="0">
                    <a:lnL>
                      <a:noFill/>
                    </a:lnL>
                    <a:lnR cap="flat">
                      <a:noFill/>
                    </a:lnR>
                    <a:lnT cap="flat">
                      <a:noFill/>
                    </a:lnT>
                    <a:lnB>
                      <a:noFill/>
                    </a:lnB>
                    <a:lnTlToBr>
                      <a:noFill/>
                    </a:lnTlToBr>
                    <a:lnBlToTr>
                      <a:noFill/>
                    </a:lnBlToTr>
                    <a:noFill/>
                  </a:tcPr>
                </a:tc>
                <a:tc rowSpan="2" hMerge="1">
                  <a:txBody>
                    <a:bodyPr/>
                    <a:lstStyle/>
                    <a:p>
                      <a:endParaRPr lang="en-US"/>
                    </a:p>
                  </a:txBody>
                  <a:tcPr>
                    <a:lnR cap="flat">
                      <a:noFill/>
                    </a:lnR>
                    <a:lnT cap="flat">
                      <a:noFill/>
                    </a:lnT>
                  </a:tcPr>
                </a:tc>
              </a:tr>
              <a:tr h="182562">
                <a:tc gridSpan="2" vMerge="1">
                  <a:txBody>
                    <a:bodyPr/>
                    <a:lstStyle/>
                    <a:p>
                      <a:endParaRPr lang="en-US"/>
                    </a:p>
                  </a:txBody>
                  <a:tcPr>
                    <a:lnL cap="flat">
                      <a:noFill/>
                    </a:lnL>
                  </a:tcPr>
                </a:tc>
                <a:tc hMerge="1" vMerge="1">
                  <a:txBody>
                    <a:bodyPr/>
                    <a:lstStyle/>
                    <a:p>
                      <a:endParaRPr lang="en-US"/>
                    </a:p>
                  </a:txBody>
                  <a:tcPr/>
                </a:tc>
                <a:tc vMerge="1">
                  <a:txBody>
                    <a:bodyPr/>
                    <a:lstStyle/>
                    <a:p>
                      <a:endParaRPr lang="en-US"/>
                    </a:p>
                  </a:txBody>
                  <a:tcPr>
                    <a:lnB w="19050" cap="flat" cmpd="sng">
                      <a:solidFill>
                        <a:schemeClr val="tx1"/>
                      </a:solidFill>
                      <a:prstDash val="solid"/>
                      <a:headEnd type="none" w="med" len="med"/>
                      <a:tailEnd type="none" w="med" len="med"/>
                    </a:lnB>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200">
                        <a:solidFill>
                          <a:schemeClr val="tx1"/>
                        </a:solidFill>
                      </a:endParaRPr>
                    </a:p>
                  </a:txBody>
                  <a:tcPr marL="0" marR="0" marT="0" marB="0" anchor="ctr">
                    <a:lnL>
                      <a:noFill/>
                    </a:lnL>
                    <a:lnR w="12700" cap="flat" cmpd="sng">
                      <a:solidFill>
                        <a:schemeClr val="tx1"/>
                      </a:solidFill>
                      <a:prstDash val="solid"/>
                      <a:headEnd type="none" w="med" len="med"/>
                      <a:tailEnd type="none" w="med" len="med"/>
                    </a:lnR>
                    <a:lnT>
                      <a:noFill/>
                    </a:lnT>
                    <a:lnB w="19050" cap="flat" cmpd="sng">
                      <a:solidFill>
                        <a:schemeClr val="tx1"/>
                      </a:solidFill>
                      <a:prstDash val="solid"/>
                      <a:headEnd type="none" w="med" len="med"/>
                      <a:tailEnd type="none" w="med" len="med"/>
                    </a:lnB>
                    <a:lnTlToBr>
                      <a:noFill/>
                    </a:lnTlToBr>
                    <a:lnBlToTr>
                      <a:noFill/>
                    </a:lnBlToTr>
                    <a:noFill/>
                  </a:tcPr>
                </a:tc>
                <a:tc gridSpan="2" vMerge="1">
                  <a:txBody>
                    <a:bodyPr/>
                    <a:lstStyle/>
                    <a:p>
                      <a:endParaRPr lang="en-US"/>
                    </a:p>
                  </a:txBody>
                  <a:tcPr>
                    <a:lnL w="12700" cap="flat" cmpd="sng">
                      <a:solidFill>
                        <a:schemeClr val="tx1"/>
                      </a:solidFill>
                      <a:prstDash val="solid"/>
                      <a:headEnd type="none" w="med" len="med"/>
                      <a:tailEnd type="none" w="med" len="med"/>
                    </a:lnL>
                    <a:lnB w="57150" cap="flat" cmpd="sng">
                      <a:solidFill>
                        <a:schemeClr val="tx1"/>
                      </a:solidFill>
                      <a:prstDash val="solid"/>
                      <a:headEnd type="none" w="med" len="med"/>
                      <a:tailEnd type="none" w="med" len="med"/>
                    </a:lnB>
                  </a:tcPr>
                </a:tc>
                <a:tc hMerge="1" vMerge="1">
                  <a:txBody>
                    <a:bodyPr/>
                    <a:lstStyle/>
                    <a:p>
                      <a:endParaRPr lang="en-US"/>
                    </a:p>
                  </a:txBody>
                  <a:tcPr>
                    <a:lnB w="57150" cap="flat" cmpd="sng">
                      <a:solidFill>
                        <a:schemeClr val="tx1"/>
                      </a:solidFill>
                      <a:prstDash val="solid"/>
                      <a:headEnd type="none" w="med" len="med"/>
                      <a:tailEnd type="none" w="med" len="med"/>
                    </a:lnB>
                  </a:tcPr>
                </a:tc>
                <a:tc gridSpan="2" vMerge="1">
                  <a:txBody>
                    <a:bodyPr/>
                    <a:lstStyle/>
                    <a:p>
                      <a:endParaRPr lang="en-US"/>
                    </a:p>
                  </a:txBody>
                  <a:tcPr/>
                </a:tc>
                <a:tc hMerge="1" vMerge="1">
                  <a:txBody>
                    <a:bodyPr/>
                    <a:lstStyle/>
                    <a:p>
                      <a:endParaRPr lang="en-US"/>
                    </a:p>
                  </a:txBody>
                  <a:tcPr>
                    <a:lnR cap="flat">
                      <a:noFill/>
                    </a:lnR>
                  </a:tcPr>
                </a:tc>
              </a:tr>
              <a:tr h="304800">
                <a:tc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a:solidFill>
                          <a:schemeClr val="tx1"/>
                        </a:solidFill>
                      </a:endParaRPr>
                    </a:p>
                  </a:txBody>
                  <a:tcPr marL="0" marR="0" marT="0" marB="0" anchor="ctr">
                    <a:lnL cap="flat">
                      <a:noFill/>
                    </a:lnL>
                    <a:lnR w="19050" cap="flat" cmpd="sng">
                      <a:solidFill>
                        <a:schemeClr val="tx1"/>
                      </a:solidFill>
                      <a:prstDash val="solid"/>
                      <a:headEnd type="none" w="med" len="med"/>
                      <a:tailEnd type="none" w="med" len="med"/>
                    </a:lnR>
                    <a:lnT>
                      <a:noFill/>
                    </a:lnT>
                    <a:lnB>
                      <a:noFill/>
                    </a:lnB>
                    <a:lnTlToBr>
                      <a:noFill/>
                    </a:lnTlToBr>
                    <a:lnBlToTr>
                      <a:noFill/>
                    </a:lnBlToTr>
                    <a:noFill/>
                  </a:tcPr>
                </a:tc>
                <a:tc hMerge="1">
                  <a:txBody>
                    <a:bodyPr/>
                    <a:lstStyle/>
                    <a:p>
                      <a:endParaRPr lang="en-US"/>
                    </a:p>
                  </a:txBody>
                  <a:tcPr>
                    <a:lnR w="19050" cap="flat" cmpd="sng">
                      <a:solidFill>
                        <a:schemeClr val="tx1"/>
                      </a:solidFill>
                      <a:prstDash val="solid"/>
                      <a:headEnd type="none" w="med" len="med"/>
                      <a:tailEnd type="none" w="med" len="med"/>
                    </a:lnR>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a:p>
                  </a:txBody>
                  <a:tcPr marL="0" marR="0" marT="0" marB="0" anchor="ctr">
                    <a:lnL w="190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a:p>
                  </a:txBody>
                  <a:tcPr marL="0" marR="0" marT="0" marB="0" anchor="ctr">
                    <a:lnL w="1270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w="19050" cap="flat" cmpd="sng">
                      <a:solidFill>
                        <a:schemeClr val="tx1"/>
                      </a:solidFill>
                      <a:prstDash val="solid"/>
                      <a:headEnd type="none" w="med" len="med"/>
                      <a:tailEnd type="none" w="med" len="med"/>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cap="flat">
                      <a:noFill/>
                    </a:lnR>
                    <a:lnT>
                      <a:noFill/>
                    </a:lnT>
                    <a:lnB>
                      <a:noFill/>
                    </a:lnB>
                    <a:lnTlToBr>
                      <a:noFill/>
                    </a:lnTlToBr>
                    <a:lnBlToTr>
                      <a:noFill/>
                    </a:lnBlToTr>
                    <a:noFill/>
                  </a:tcPr>
                </a:tc>
              </a:tr>
              <a:tr h="2794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cap="flat">
                      <a:noFill/>
                    </a:lnL>
                    <a:lnR>
                      <a:noFill/>
                    </a:lnR>
                    <a:lnT>
                      <a:noFill/>
                    </a:lnT>
                    <a:lnB>
                      <a:noFill/>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w="19050" cap="flat" cmpd="sng">
                      <a:solidFill>
                        <a:schemeClr val="tx1"/>
                      </a:solidFill>
                      <a:prstDash val="solid"/>
                      <a:headEnd type="none" w="med" len="med"/>
                      <a:tailEnd type="none" w="med" len="med"/>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a:p>
                  </a:txBody>
                  <a:tcPr marL="0" marR="0" marT="0" marB="0" anchor="ctr">
                    <a:lnL w="190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chemeClr val="accent1"/>
                          </a:solidFill>
                        </a:rPr>
                        <a:t>1</a:t>
                      </a:r>
                      <a:endParaRPr lang="en-US" sz="1600">
                        <a:solidFill>
                          <a:schemeClr val="accent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chemeClr val="accent1"/>
                          </a:solidFill>
                        </a:rPr>
                        <a:t>1</a:t>
                      </a:r>
                      <a:endParaRPr lang="en-US" sz="1600">
                        <a:solidFill>
                          <a:schemeClr val="accent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chemeClr val="accent1"/>
                          </a:solidFill>
                        </a:rPr>
                        <a:t>1</a:t>
                      </a:r>
                      <a:endParaRPr lang="en-US" sz="1600">
                        <a:solidFill>
                          <a:schemeClr val="accent1"/>
                        </a:solidFill>
                      </a:endParaRPr>
                    </a:p>
                  </a:txBody>
                  <a:tcPr marL="0" marR="0" marT="0" marB="0" anchor="ctr">
                    <a:lnL w="12700" cap="flat" cmpd="sng">
                      <a:solidFill>
                        <a:schemeClr val="tx1"/>
                      </a:solidFill>
                      <a:prstDash val="solid"/>
                      <a:headEnd type="none" w="med" len="med"/>
                      <a:tailEnd type="none" w="med" len="med"/>
                    </a:lnL>
                    <a:lnR w="571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r">
                        <a:buNone/>
                      </a:pPr>
                      <a:r>
                        <a:rPr sz="2000" i="1">
                          <a:solidFill>
                            <a:schemeClr val="tx1"/>
                          </a:solidFill>
                        </a:rPr>
                        <a:t>B</a:t>
                      </a:r>
                      <a:endParaRPr lang="en-US" sz="2000" i="1">
                        <a:solidFill>
                          <a:schemeClr val="tx1"/>
                        </a:solidFill>
                      </a:endParaRPr>
                    </a:p>
                  </a:txBody>
                  <a:tcPr marL="0" marR="0" marT="0" marB="0" anchor="ctr">
                    <a:lnL w="57150" cap="flat" cmpd="sng">
                      <a:solidFill>
                        <a:schemeClr val="tx1"/>
                      </a:solidFill>
                      <a:prstDash val="solid"/>
                      <a:headEnd type="none" w="med" len="med"/>
                      <a:tailEnd type="none" w="med" len="med"/>
                    </a:lnL>
                    <a:lnR cap="flat">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2" hMerge="1">
                  <a:txBody>
                    <a:bodyPr/>
                    <a:lstStyle/>
                    <a:p>
                      <a:endParaRPr lang="en-US"/>
                    </a:p>
                  </a:txBody>
                  <a:tcPr>
                    <a:lnR cap="flat">
                      <a:noFill/>
                    </a:lnR>
                  </a:tcPr>
                </a:tc>
              </a:tr>
              <a:tr h="277813">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buNone/>
                      </a:pPr>
                      <a:r>
                        <a:rPr sz="2000" i="1">
                          <a:solidFill>
                            <a:schemeClr val="tx1"/>
                          </a:solidFill>
                        </a:rPr>
                        <a:t>A</a:t>
                      </a:r>
                      <a:endParaRPr lang="en-US" sz="2000" i="1">
                        <a:solidFill>
                          <a:schemeClr val="tx1"/>
                        </a:solidFill>
                      </a:endParaRPr>
                    </a:p>
                  </a:txBody>
                  <a:tcPr marL="0" marR="0" marT="0" marB="0" anchor="ctr">
                    <a:lnL cap="flat">
                      <a:noFill/>
                    </a:lnL>
                    <a:lnR w="57150" cap="flat" cmpd="sng">
                      <a:solidFill>
                        <a:schemeClr val="tx1"/>
                      </a:solidFill>
                      <a:prstDash val="solid"/>
                      <a:headEnd type="none" w="med" len="med"/>
                      <a:tailEnd type="none" w="med" len="med"/>
                    </a:lnR>
                    <a:lnT>
                      <a:noFill/>
                    </a:lnT>
                    <a:lnB>
                      <a:noFill/>
                    </a:lnB>
                    <a:lnTlToBr>
                      <a:noFill/>
                    </a:lnTlToBr>
                    <a:lnBlToTr>
                      <a:noFill/>
                    </a:lnBlToTr>
                    <a:noFill/>
                  </a:tcPr>
                </a:tc>
                <a:tc rowSpan="2" hMerge="1">
                  <a:txBody>
                    <a:bodyPr/>
                    <a:lstStyle/>
                    <a:p>
                      <a:endParaRPr lang="en-US"/>
                    </a:p>
                  </a:txBody>
                  <a:tcPr>
                    <a:lnR w="571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571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571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gridSpan="2" vMerge="1">
                  <a:txBody>
                    <a:bodyPr/>
                    <a:lstStyle/>
                    <a:p>
                      <a:endParaRPr lang="en-US"/>
                    </a:p>
                  </a:txBody>
                  <a:tcPr>
                    <a:lnL w="57150" cap="flat" cmpd="sng">
                      <a:solidFill>
                        <a:schemeClr val="tx1"/>
                      </a:solidFill>
                      <a:prstDash val="solid"/>
                      <a:headEnd type="none" w="med" len="med"/>
                      <a:tailEnd type="none" w="med" len="med"/>
                    </a:lnL>
                    <a:lnB w="12700" cap="flat" cmpd="sng">
                      <a:solidFill>
                        <a:schemeClr val="tx1"/>
                      </a:solidFill>
                      <a:prstDash val="solid"/>
                      <a:headEnd type="none" w="med" len="med"/>
                      <a:tailEnd type="none" w="med" len="med"/>
                    </a:lnB>
                  </a:tcPr>
                </a:tc>
                <a:tc hMerge="1" vMerge="1">
                  <a:txBody>
                    <a:bodyPr/>
                    <a:lstStyle/>
                    <a:p>
                      <a:endParaRPr lang="en-US"/>
                    </a:p>
                  </a:txBody>
                  <a:tcPr>
                    <a:lnR cap="flat">
                      <a:noFill/>
                    </a:lnR>
                  </a:tcPr>
                </a:tc>
              </a:tr>
              <a:tr h="279400">
                <a:tc gridSpan="2" vMerge="1">
                  <a:txBody>
                    <a:bodyPr/>
                    <a:lstStyle/>
                    <a:p>
                      <a:endParaRPr lang="en-US"/>
                    </a:p>
                  </a:txBody>
                  <a:tcPr>
                    <a:lnL cap="flat">
                      <a:noFill/>
                    </a:lnL>
                  </a:tcPr>
                </a:tc>
                <a:tc hMerge="1" vMerge="1">
                  <a:txBody>
                    <a:bodyPr/>
                    <a:lstStyle/>
                    <a:p>
                      <a:endParaRPr lang="en-US"/>
                    </a:p>
                  </a:txBody>
                  <a:tcPr>
                    <a:lnR w="57150" cap="flat" cmpd="sng">
                      <a:solidFill>
                        <a:schemeClr val="tx1"/>
                      </a:solidFill>
                      <a:prstDash val="solid"/>
                      <a:headEnd type="none" w="med" len="med"/>
                      <a:tailEnd type="none" w="med" len="med"/>
                    </a:lnR>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chemeClr val="accent1"/>
                          </a:solidFill>
                        </a:rPr>
                        <a:t>1</a:t>
                      </a:r>
                      <a:endParaRPr lang="en-US" sz="1600">
                        <a:solidFill>
                          <a:schemeClr val="accent1"/>
                        </a:solidFill>
                      </a:endParaRPr>
                    </a:p>
                  </a:txBody>
                  <a:tcPr marL="0" marR="0" marT="0" marB="0" anchor="ctr">
                    <a:lnL w="571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chemeClr val="accent1"/>
                          </a:solidFill>
                        </a:rPr>
                        <a:t>1</a:t>
                      </a:r>
                      <a:endParaRPr lang="en-US" sz="1600">
                        <a:solidFill>
                          <a:schemeClr val="accent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w="1905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a:noFill/>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cap="flat">
                      <a:noFill/>
                    </a:lnR>
                    <a:lnT>
                      <a:noFill/>
                    </a:lnT>
                    <a:lnB>
                      <a:noFill/>
                    </a:lnB>
                    <a:lnTlToBr>
                      <a:noFill/>
                    </a:lnTlToBr>
                    <a:lnBlToTr>
                      <a:noFill/>
                    </a:lnBlToTr>
                    <a:noFill/>
                  </a:tcPr>
                </a:tc>
              </a:tr>
              <a:tr h="127000">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a:solidFill>
                          <a:schemeClr val="tx1"/>
                        </a:solidFill>
                      </a:endParaRPr>
                    </a:p>
                  </a:txBody>
                  <a:tcPr marL="0" marR="0" marT="0" marB="0" anchor="ctr">
                    <a:lnL cap="flat">
                      <a:noFill/>
                    </a:lnL>
                    <a:lnR>
                      <a:noFill/>
                    </a:lnR>
                    <a:lnT>
                      <a:noFill/>
                    </a:lnT>
                    <a:lnB cap="flat">
                      <a:noFill/>
                    </a:lnB>
                    <a:lnTlToBr>
                      <a:noFill/>
                    </a:lnTlToBr>
                    <a:lnBlToTr>
                      <a:noFill/>
                    </a:lnBlToTr>
                    <a:noFill/>
                  </a:tcPr>
                </a:tc>
                <a:tc rowSpan="2" hMerge="1">
                  <a:txBody>
                    <a:bodyPr/>
                    <a:lstStyle/>
                    <a:p>
                      <a:endParaRPr lang="en-US"/>
                    </a:p>
                  </a:txBody>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w="1270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a:noFill/>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i="1">
                          <a:solidFill>
                            <a:schemeClr val="tx1"/>
                          </a:solidFill>
                        </a:rPr>
                        <a:t>D</a:t>
                      </a:r>
                      <a:endParaRPr lang="en-US" sz="2000" i="1">
                        <a:solidFill>
                          <a:schemeClr val="tx1"/>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lnB cap="flat">
                      <a:noFill/>
                    </a:lnB>
                    <a:lnTlToBr>
                      <a:noFill/>
                    </a:lnTlToBr>
                    <a:lnBlToTr>
                      <a:noFill/>
                    </a:lnBlToTr>
                    <a:noFill/>
                  </a:tcPr>
                </a:tc>
                <a:tc rowSpan="2" hMerge="1">
                  <a:txBody>
                    <a:bodyPr/>
                    <a:lstStyle/>
                    <a:p>
                      <a:endParaRPr lang="en-US"/>
                    </a:p>
                  </a:txBody>
                  <a:tcPr>
                    <a:lnR w="1270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w="12700" cap="flat" cmpd="sng">
                      <a:solidFill>
                        <a:schemeClr val="tx1"/>
                      </a:solidFill>
                      <a:prstDash val="solid"/>
                      <a:headEnd type="none" w="med" len="med"/>
                      <a:tailEnd type="none" w="med" len="med"/>
                    </a:lnL>
                    <a:lnR>
                      <a:noFill/>
                    </a:lnR>
                    <a:lnT w="19050" cap="flat" cmpd="sng">
                      <a:solidFill>
                        <a:schemeClr val="tx1"/>
                      </a:solidFill>
                      <a:prstDash val="solid"/>
                      <a:headEnd type="none" w="med" len="med"/>
                      <a:tailEnd type="none" w="med" len="med"/>
                    </a:lnT>
                    <a:lnB>
                      <a:noFill/>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baseline="-25000">
                        <a:solidFill>
                          <a:schemeClr val="tx1"/>
                        </a:solidFill>
                      </a:endParaRPr>
                    </a:p>
                  </a:txBody>
                  <a:tcPr marL="0" marR="0" marT="0" marB="0" anchor="ctr">
                    <a:lnL>
                      <a:noFill/>
                    </a:lnL>
                    <a:lnR cap="flat">
                      <a:noFill/>
                    </a:lnR>
                    <a:lnT>
                      <a:noFill/>
                    </a:lnT>
                    <a:lnB cap="flat">
                      <a:noFill/>
                    </a:lnB>
                    <a:lnTlToBr>
                      <a:noFill/>
                    </a:lnTlToBr>
                    <a:lnBlToTr>
                      <a:noFill/>
                    </a:lnBlToTr>
                    <a:noFill/>
                  </a:tcPr>
                </a:tc>
                <a:tc rowSpan="2" hMerge="1">
                  <a:txBody>
                    <a:bodyPr/>
                    <a:lstStyle/>
                    <a:p>
                      <a:endParaRPr lang="en-US"/>
                    </a:p>
                  </a:txBody>
                  <a:tcPr>
                    <a:lnR cap="flat">
                      <a:noFill/>
                    </a:lnR>
                  </a:tcPr>
                </a:tc>
              </a:tr>
              <a:tr h="177800">
                <a:tc gridSpan="2" vMerge="1">
                  <a:txBody>
                    <a:bodyPr/>
                    <a:lstStyle/>
                    <a:p>
                      <a:endParaRPr lang="en-US"/>
                    </a:p>
                  </a:txBody>
                  <a:tcPr>
                    <a:lnL cap="flat">
                      <a:noFill/>
                    </a:lnL>
                    <a:lnB cap="flat">
                      <a:noFill/>
                    </a:lnB>
                  </a:tcPr>
                </a:tc>
                <a:tc hMerge="1" vMerge="1">
                  <a:txBody>
                    <a:bodyPr/>
                    <a:lstStyle/>
                    <a:p>
                      <a:endParaRPr lang="en-US"/>
                    </a:p>
                  </a:txBody>
                  <a:tcPr>
                    <a:lnB cap="flat">
                      <a:noFill/>
                    </a:lnB>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a:noFill/>
                    </a:lnR>
                    <a:lnT>
                      <a:noFill/>
                    </a:lnT>
                    <a:lnB cap="flat">
                      <a:noFill/>
                    </a:lnB>
                    <a:lnTlToBr>
                      <a:noFill/>
                    </a:lnTlToBr>
                    <a:lnBlToTr>
                      <a:noFill/>
                    </a:lnBlToTr>
                    <a:noFill/>
                  </a:tcPr>
                </a:tc>
                <a:tc gridSpan="2" vMerge="1">
                  <a:txBody>
                    <a:bodyPr/>
                    <a:lstStyle/>
                    <a:p>
                      <a:endParaRPr lang="en-US"/>
                    </a:p>
                  </a:txBody>
                  <a:tcPr>
                    <a:lnB cap="flat">
                      <a:noFill/>
                    </a:lnB>
                  </a:tcPr>
                </a:tc>
                <a:tc hMerge="1" vMerge="1">
                  <a:txBody>
                    <a:bodyPr/>
                    <a:lstStyle/>
                    <a:p>
                      <a:endParaRPr lang="en-US"/>
                    </a:p>
                  </a:txBody>
                  <a:tcPr>
                    <a:lnB cap="flat">
                      <a:noFill/>
                    </a:lnB>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dirty="0">
                        <a:solidFill>
                          <a:schemeClr val="tx1"/>
                        </a:solidFill>
                      </a:endParaRPr>
                    </a:p>
                  </a:txBody>
                  <a:tcPr marL="0" marR="0" marT="0" marB="0" anchor="ctr">
                    <a:lnL>
                      <a:noFill/>
                    </a:lnL>
                    <a:lnR>
                      <a:noFill/>
                    </a:lnR>
                    <a:lnT>
                      <a:noFill/>
                    </a:lnT>
                    <a:lnB cap="flat">
                      <a:noFill/>
                    </a:lnB>
                    <a:lnTlToBr>
                      <a:noFill/>
                    </a:lnTlToBr>
                    <a:lnBlToTr>
                      <a:noFill/>
                    </a:lnBlToTr>
                    <a:noFill/>
                  </a:tcPr>
                </a:tc>
                <a:tc gridSpan="2" vMerge="1">
                  <a:txBody>
                    <a:bodyPr/>
                    <a:lstStyle/>
                    <a:p>
                      <a:endParaRPr lang="en-US"/>
                    </a:p>
                  </a:txBody>
                  <a:tcPr>
                    <a:lnB cap="flat">
                      <a:noFill/>
                    </a:lnB>
                  </a:tcPr>
                </a:tc>
                <a:tc hMerge="1" vMerge="1">
                  <a:txBody>
                    <a:bodyPr/>
                    <a:lstStyle/>
                    <a:p>
                      <a:endParaRPr lang="en-US"/>
                    </a:p>
                  </a:txBody>
                  <a:tcPr>
                    <a:lnR cap="flat">
                      <a:noFill/>
                    </a:lnR>
                    <a:lnB cap="flat">
                      <a:noFill/>
                    </a:lnB>
                  </a:tcPr>
                </a:tc>
              </a:tr>
            </a:tbl>
          </a:graphicData>
        </a:graphic>
      </p:graphicFrame>
      <p:graphicFrame>
        <p:nvGraphicFramePr>
          <p:cNvPr id="488958" name="Table 488957"/>
          <p:cNvGraphicFramePr/>
          <p:nvPr/>
        </p:nvGraphicFramePr>
        <p:xfrm>
          <a:off x="6372225" y="1449388"/>
          <a:ext cx="2339975" cy="1811973"/>
        </p:xfrm>
        <a:graphic>
          <a:graphicData uri="http://schemas.openxmlformats.org/drawingml/2006/table">
            <a:tbl>
              <a:tblPr/>
              <a:tblGrid>
                <a:gridCol w="128588"/>
                <a:gridCol w="130175"/>
                <a:gridCol w="466725"/>
                <a:gridCol w="466725"/>
                <a:gridCol w="466725"/>
                <a:gridCol w="466725"/>
                <a:gridCol w="107950"/>
                <a:gridCol w="106362"/>
              </a:tblGrid>
              <a:tr h="182563">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dirty="0">
                        <a:solidFill>
                          <a:schemeClr val="tx1"/>
                        </a:solidFill>
                      </a:endParaRPr>
                    </a:p>
                  </a:txBody>
                  <a:tcPr marL="0" marR="0" marT="0" marB="0" anchor="ctr">
                    <a:lnL cap="flat">
                      <a:noFill/>
                    </a:lnL>
                    <a:lnR>
                      <a:noFill/>
                    </a:lnR>
                    <a:lnT cap="flat">
                      <a:noFill/>
                    </a:lnT>
                    <a:lnB>
                      <a:noFill/>
                    </a:lnB>
                    <a:lnTlToBr>
                      <a:noFill/>
                    </a:lnTlToBr>
                    <a:lnBlToTr>
                      <a:noFill/>
                    </a:lnBlToTr>
                    <a:noFill/>
                  </a:tcPr>
                </a:tc>
                <a:tc rowSpan="2" hMerge="1">
                  <a:txBody>
                    <a:bodyPr/>
                    <a:lstStyle/>
                    <a:p>
                      <a:endParaRPr lang="en-US"/>
                    </a:p>
                  </a:txBody>
                  <a:tcPr>
                    <a:lnT cap="flat">
                      <a:noFill/>
                    </a:lnT>
                  </a:tcPr>
                </a:tc>
                <a:tc row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a:solidFill>
                          <a:schemeClr val="tx1"/>
                        </a:solidFill>
                      </a:endParaRPr>
                    </a:p>
                  </a:txBody>
                  <a:tcPr marL="0" marR="0" marT="0" marB="0" anchor="ctr">
                    <a:lnL>
                      <a:noFill/>
                    </a:lnL>
                    <a:lnR>
                      <a:noFill/>
                    </a:lnR>
                    <a:lnT cap="flat">
                      <a:noFill/>
                    </a:lnT>
                    <a:lnB w="190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200">
                        <a:solidFill>
                          <a:schemeClr val="tx1"/>
                        </a:solidFill>
                      </a:endParaRPr>
                    </a:p>
                  </a:txBody>
                  <a:tcPr marL="0" marR="0" marT="0" marB="0" anchor="ctr">
                    <a:lnL>
                      <a:noFill/>
                    </a:lnL>
                    <a:lnR>
                      <a:noFill/>
                    </a:lnR>
                    <a:lnT cap="flat">
                      <a:noFill/>
                    </a:lnT>
                    <a:lnB>
                      <a:noFill/>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i="1">
                          <a:solidFill>
                            <a:schemeClr val="tx1"/>
                          </a:solidFill>
                        </a:rPr>
                        <a:t>C</a:t>
                      </a:r>
                      <a:endParaRPr lang="en-US" sz="2000" i="1">
                        <a:solidFill>
                          <a:schemeClr val="tx1"/>
                        </a:solidFill>
                      </a:endParaRPr>
                    </a:p>
                  </a:txBody>
                  <a:tcPr marL="0" marR="0" marT="0" marB="0">
                    <a:lnL>
                      <a:noFill/>
                    </a:lnL>
                    <a:lnR>
                      <a:noFill/>
                    </a:lnR>
                    <a:lnT cap="flat">
                      <a:noFill/>
                    </a:lnT>
                    <a:lnB w="57150" cap="flat" cmpd="sng">
                      <a:solidFill>
                        <a:schemeClr val="tx1"/>
                      </a:solidFill>
                      <a:prstDash val="solid"/>
                      <a:headEnd type="none" w="med" len="med"/>
                      <a:tailEnd type="none" w="med" len="med"/>
                    </a:lnB>
                    <a:lnTlToBr>
                      <a:noFill/>
                    </a:lnTlToBr>
                    <a:lnBlToTr>
                      <a:noFill/>
                    </a:lnBlToTr>
                    <a:noFill/>
                  </a:tcPr>
                </a:tc>
                <a:tc rowSpan="2" hMerge="1">
                  <a:txBody>
                    <a:bodyPr/>
                    <a:lstStyle/>
                    <a:p>
                      <a:endParaRPr lang="en-US"/>
                    </a:p>
                  </a:txBody>
                  <a:tcPr>
                    <a:lnT cap="flat">
                      <a:noFill/>
                    </a:lnT>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i="1">
                        <a:solidFill>
                          <a:schemeClr val="tx1"/>
                        </a:solidFill>
                      </a:endParaRPr>
                    </a:p>
                  </a:txBody>
                  <a:tcPr marL="0" marR="0" marT="0" marB="0">
                    <a:lnL>
                      <a:noFill/>
                    </a:lnL>
                    <a:lnR cap="flat">
                      <a:noFill/>
                    </a:lnR>
                    <a:lnT cap="flat">
                      <a:noFill/>
                    </a:lnT>
                    <a:lnB>
                      <a:noFill/>
                    </a:lnB>
                    <a:lnTlToBr>
                      <a:noFill/>
                    </a:lnTlToBr>
                    <a:lnBlToTr>
                      <a:noFill/>
                    </a:lnBlToTr>
                    <a:noFill/>
                  </a:tcPr>
                </a:tc>
                <a:tc rowSpan="2" hMerge="1">
                  <a:txBody>
                    <a:bodyPr/>
                    <a:lstStyle/>
                    <a:p>
                      <a:endParaRPr lang="en-US"/>
                    </a:p>
                  </a:txBody>
                  <a:tcPr>
                    <a:lnR cap="flat">
                      <a:noFill/>
                    </a:lnR>
                    <a:lnT cap="flat">
                      <a:noFill/>
                    </a:lnT>
                  </a:tcPr>
                </a:tc>
              </a:tr>
              <a:tr h="182562">
                <a:tc gridSpan="2" vMerge="1">
                  <a:txBody>
                    <a:bodyPr/>
                    <a:lstStyle/>
                    <a:p>
                      <a:endParaRPr lang="en-US"/>
                    </a:p>
                  </a:txBody>
                  <a:tcPr>
                    <a:lnL cap="flat">
                      <a:noFill/>
                    </a:lnL>
                  </a:tcPr>
                </a:tc>
                <a:tc hMerge="1" vMerge="1">
                  <a:txBody>
                    <a:bodyPr/>
                    <a:lstStyle/>
                    <a:p>
                      <a:endParaRPr lang="en-US"/>
                    </a:p>
                  </a:txBody>
                  <a:tcPr/>
                </a:tc>
                <a:tc vMerge="1">
                  <a:txBody>
                    <a:bodyPr/>
                    <a:lstStyle/>
                    <a:p>
                      <a:endParaRPr lang="en-US"/>
                    </a:p>
                  </a:txBody>
                  <a:tcPr>
                    <a:lnB w="19050" cap="flat" cmpd="sng">
                      <a:solidFill>
                        <a:schemeClr val="tx1"/>
                      </a:solidFill>
                      <a:prstDash val="solid"/>
                      <a:headEnd type="none" w="med" len="med"/>
                      <a:tailEnd type="none" w="med" len="med"/>
                    </a:lnB>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200">
                        <a:solidFill>
                          <a:schemeClr val="tx1"/>
                        </a:solidFill>
                      </a:endParaRPr>
                    </a:p>
                  </a:txBody>
                  <a:tcPr marL="0" marR="0" marT="0" marB="0" anchor="ctr">
                    <a:lnL>
                      <a:noFill/>
                    </a:lnL>
                    <a:lnR w="12700" cap="flat" cmpd="sng">
                      <a:solidFill>
                        <a:schemeClr val="tx1"/>
                      </a:solidFill>
                      <a:prstDash val="solid"/>
                      <a:headEnd type="none" w="med" len="med"/>
                      <a:tailEnd type="none" w="med" len="med"/>
                    </a:lnR>
                    <a:lnT>
                      <a:noFill/>
                    </a:lnT>
                    <a:lnB w="19050" cap="flat" cmpd="sng">
                      <a:solidFill>
                        <a:schemeClr val="tx1"/>
                      </a:solidFill>
                      <a:prstDash val="solid"/>
                      <a:headEnd type="none" w="med" len="med"/>
                      <a:tailEnd type="none" w="med" len="med"/>
                    </a:lnB>
                    <a:lnTlToBr>
                      <a:noFill/>
                    </a:lnTlToBr>
                    <a:lnBlToTr>
                      <a:noFill/>
                    </a:lnBlToTr>
                    <a:noFill/>
                  </a:tcPr>
                </a:tc>
                <a:tc gridSpan="2" vMerge="1">
                  <a:txBody>
                    <a:bodyPr/>
                    <a:lstStyle/>
                    <a:p>
                      <a:endParaRPr lang="en-US"/>
                    </a:p>
                  </a:txBody>
                  <a:tcPr>
                    <a:lnL w="12700" cap="flat" cmpd="sng">
                      <a:solidFill>
                        <a:schemeClr val="tx1"/>
                      </a:solidFill>
                      <a:prstDash val="solid"/>
                      <a:headEnd type="none" w="med" len="med"/>
                      <a:tailEnd type="none" w="med" len="med"/>
                    </a:lnL>
                    <a:lnB w="57150" cap="flat" cmpd="sng">
                      <a:solidFill>
                        <a:schemeClr val="tx1"/>
                      </a:solidFill>
                      <a:prstDash val="solid"/>
                      <a:headEnd type="none" w="med" len="med"/>
                      <a:tailEnd type="none" w="med" len="med"/>
                    </a:lnB>
                  </a:tcPr>
                </a:tc>
                <a:tc hMerge="1" vMerge="1">
                  <a:txBody>
                    <a:bodyPr/>
                    <a:lstStyle/>
                    <a:p>
                      <a:endParaRPr lang="en-US"/>
                    </a:p>
                  </a:txBody>
                  <a:tcPr>
                    <a:lnB w="57150" cap="flat" cmpd="sng">
                      <a:solidFill>
                        <a:schemeClr val="tx1"/>
                      </a:solidFill>
                      <a:prstDash val="solid"/>
                      <a:headEnd type="none" w="med" len="med"/>
                      <a:tailEnd type="none" w="med" len="med"/>
                    </a:lnB>
                  </a:tcPr>
                </a:tc>
                <a:tc gridSpan="2" vMerge="1">
                  <a:txBody>
                    <a:bodyPr/>
                    <a:lstStyle/>
                    <a:p>
                      <a:endParaRPr lang="en-US"/>
                    </a:p>
                  </a:txBody>
                  <a:tcPr/>
                </a:tc>
                <a:tc hMerge="1" vMerge="1">
                  <a:txBody>
                    <a:bodyPr/>
                    <a:lstStyle/>
                    <a:p>
                      <a:endParaRPr lang="en-US"/>
                    </a:p>
                  </a:txBody>
                  <a:tcPr>
                    <a:lnR cap="flat">
                      <a:noFill/>
                    </a:lnR>
                  </a:tcPr>
                </a:tc>
              </a:tr>
              <a:tr h="304800">
                <a:tc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a:solidFill>
                          <a:schemeClr val="tx1"/>
                        </a:solidFill>
                      </a:endParaRPr>
                    </a:p>
                  </a:txBody>
                  <a:tcPr marL="0" marR="0" marT="0" marB="0" anchor="ctr">
                    <a:lnL cap="flat">
                      <a:noFill/>
                    </a:lnL>
                    <a:lnR w="19050" cap="flat" cmpd="sng">
                      <a:solidFill>
                        <a:schemeClr val="tx1"/>
                      </a:solidFill>
                      <a:prstDash val="solid"/>
                      <a:headEnd type="none" w="med" len="med"/>
                      <a:tailEnd type="none" w="med" len="med"/>
                    </a:lnR>
                    <a:lnT>
                      <a:noFill/>
                    </a:lnT>
                    <a:lnB>
                      <a:noFill/>
                    </a:lnB>
                    <a:lnTlToBr>
                      <a:noFill/>
                    </a:lnTlToBr>
                    <a:lnBlToTr>
                      <a:noFill/>
                    </a:lnBlToTr>
                    <a:noFill/>
                  </a:tcPr>
                </a:tc>
                <a:tc hMerge="1">
                  <a:txBody>
                    <a:bodyPr/>
                    <a:lstStyle/>
                    <a:p>
                      <a:endParaRPr lang="en-US"/>
                    </a:p>
                  </a:txBody>
                  <a:tcPr>
                    <a:lnR w="19050" cap="flat" cmpd="sng">
                      <a:solidFill>
                        <a:schemeClr val="tx1"/>
                      </a:solidFill>
                      <a:prstDash val="solid"/>
                      <a:headEnd type="none" w="med" len="med"/>
                      <a:tailEnd type="none" w="med" len="med"/>
                    </a:lnR>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a:p>
                  </a:txBody>
                  <a:tcPr marL="0" marR="0" marT="0" marB="0" anchor="ctr">
                    <a:lnL w="190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dirty="0">
                          <a:solidFill>
                            <a:schemeClr val="accent1"/>
                          </a:solidFill>
                        </a:rPr>
                        <a:t>1</a:t>
                      </a:r>
                      <a:endParaRPr lang="en-US" sz="1600" dirty="0">
                        <a:solidFill>
                          <a:schemeClr val="accent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chemeClr val="accent1"/>
                          </a:solidFill>
                        </a:rPr>
                        <a:t>1</a:t>
                      </a:r>
                      <a:endParaRPr lang="en-US" sz="1600">
                        <a:solidFill>
                          <a:schemeClr val="accent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chemeClr val="accent1"/>
                          </a:solidFill>
                        </a:rPr>
                        <a:t>1</a:t>
                      </a:r>
                      <a:endParaRPr lang="en-US" sz="1600">
                        <a:solidFill>
                          <a:schemeClr val="accent1"/>
                        </a:solidFill>
                      </a:endParaRPr>
                    </a:p>
                  </a:txBody>
                  <a:tcPr marL="0" marR="0" marT="0" marB="0" anchor="ctr">
                    <a:lnL w="1270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w="19050" cap="flat" cmpd="sng">
                      <a:solidFill>
                        <a:schemeClr val="tx1"/>
                      </a:solidFill>
                      <a:prstDash val="solid"/>
                      <a:headEnd type="none" w="med" len="med"/>
                      <a:tailEnd type="none" w="med" len="med"/>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cap="flat">
                      <a:noFill/>
                    </a:lnR>
                    <a:lnT>
                      <a:noFill/>
                    </a:lnT>
                    <a:lnB>
                      <a:noFill/>
                    </a:lnB>
                    <a:lnTlToBr>
                      <a:noFill/>
                    </a:lnTlToBr>
                    <a:lnBlToTr>
                      <a:noFill/>
                    </a:lnBlToTr>
                    <a:noFill/>
                  </a:tcPr>
                </a:tc>
              </a:tr>
              <a:tr h="2794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cap="flat">
                      <a:noFill/>
                    </a:lnL>
                    <a:lnR>
                      <a:noFill/>
                    </a:lnR>
                    <a:lnT>
                      <a:noFill/>
                    </a:lnT>
                    <a:lnB>
                      <a:noFill/>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w="19050" cap="flat" cmpd="sng">
                      <a:solidFill>
                        <a:schemeClr val="tx1"/>
                      </a:solidFill>
                      <a:prstDash val="solid"/>
                      <a:headEnd type="none" w="med" len="med"/>
                      <a:tailEnd type="none" w="med" len="med"/>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chemeClr val="accent1"/>
                          </a:solidFill>
                        </a:rPr>
                        <a:t>1</a:t>
                      </a:r>
                      <a:endParaRPr lang="en-US" sz="1600">
                        <a:solidFill>
                          <a:schemeClr val="accent1"/>
                        </a:solidFill>
                      </a:endParaRPr>
                    </a:p>
                  </a:txBody>
                  <a:tcPr marL="0" marR="0" marT="0" marB="0" anchor="ctr">
                    <a:lnL w="190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a:p>
                  </a:txBody>
                  <a:tcPr marL="0" marR="0" marT="0" marB="0" anchor="ctr">
                    <a:lnL w="12700" cap="flat" cmpd="sng">
                      <a:solidFill>
                        <a:schemeClr val="tx1"/>
                      </a:solidFill>
                      <a:prstDash val="solid"/>
                      <a:headEnd type="none" w="med" len="med"/>
                      <a:tailEnd type="none" w="med" len="med"/>
                    </a:lnL>
                    <a:lnR w="571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r">
                        <a:buNone/>
                      </a:pPr>
                      <a:r>
                        <a:rPr sz="2000" i="1">
                          <a:solidFill>
                            <a:schemeClr val="tx1"/>
                          </a:solidFill>
                        </a:rPr>
                        <a:t>B</a:t>
                      </a:r>
                      <a:endParaRPr lang="en-US" sz="2000" i="1">
                        <a:solidFill>
                          <a:schemeClr val="tx1"/>
                        </a:solidFill>
                      </a:endParaRPr>
                    </a:p>
                  </a:txBody>
                  <a:tcPr marL="0" marR="0" marT="0" marB="0" anchor="ctr">
                    <a:lnL w="57150" cap="flat" cmpd="sng">
                      <a:solidFill>
                        <a:schemeClr val="tx1"/>
                      </a:solidFill>
                      <a:prstDash val="solid"/>
                      <a:headEnd type="none" w="med" len="med"/>
                      <a:tailEnd type="none" w="med" len="med"/>
                    </a:lnL>
                    <a:lnR cap="flat">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2" hMerge="1">
                  <a:txBody>
                    <a:bodyPr/>
                    <a:lstStyle/>
                    <a:p>
                      <a:endParaRPr lang="en-US"/>
                    </a:p>
                  </a:txBody>
                  <a:tcPr>
                    <a:lnR cap="flat">
                      <a:noFill/>
                    </a:lnR>
                  </a:tcPr>
                </a:tc>
              </a:tr>
              <a:tr h="277813">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buNone/>
                      </a:pPr>
                      <a:r>
                        <a:rPr sz="2000" i="1">
                          <a:solidFill>
                            <a:schemeClr val="tx1"/>
                          </a:solidFill>
                        </a:rPr>
                        <a:t>A</a:t>
                      </a:r>
                      <a:endParaRPr lang="en-US" sz="2000" i="1">
                        <a:solidFill>
                          <a:schemeClr val="tx1"/>
                        </a:solidFill>
                      </a:endParaRPr>
                    </a:p>
                  </a:txBody>
                  <a:tcPr marL="0" marR="0" marT="0" marB="0" anchor="ctr">
                    <a:lnL cap="flat">
                      <a:noFill/>
                    </a:lnL>
                    <a:lnR w="57150" cap="flat" cmpd="sng">
                      <a:solidFill>
                        <a:schemeClr val="tx1"/>
                      </a:solidFill>
                      <a:prstDash val="solid"/>
                      <a:headEnd type="none" w="med" len="med"/>
                      <a:tailEnd type="none" w="med" len="med"/>
                    </a:lnR>
                    <a:lnT>
                      <a:noFill/>
                    </a:lnT>
                    <a:lnB>
                      <a:noFill/>
                    </a:lnB>
                    <a:lnTlToBr>
                      <a:noFill/>
                    </a:lnTlToBr>
                    <a:lnBlToTr>
                      <a:noFill/>
                    </a:lnBlToTr>
                    <a:noFill/>
                  </a:tcPr>
                </a:tc>
                <a:tc rowSpan="2" hMerge="1">
                  <a:txBody>
                    <a:bodyPr/>
                    <a:lstStyle/>
                    <a:p>
                      <a:endParaRPr lang="en-US"/>
                    </a:p>
                  </a:txBody>
                  <a:tcPr>
                    <a:lnR w="571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571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571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gridSpan="2" vMerge="1">
                  <a:txBody>
                    <a:bodyPr/>
                    <a:lstStyle/>
                    <a:p>
                      <a:endParaRPr lang="en-US"/>
                    </a:p>
                  </a:txBody>
                  <a:tcPr>
                    <a:lnL w="57150" cap="flat" cmpd="sng">
                      <a:solidFill>
                        <a:schemeClr val="tx1"/>
                      </a:solidFill>
                      <a:prstDash val="solid"/>
                      <a:headEnd type="none" w="med" len="med"/>
                      <a:tailEnd type="none" w="med" len="med"/>
                    </a:lnL>
                    <a:lnB w="12700" cap="flat" cmpd="sng">
                      <a:solidFill>
                        <a:schemeClr val="tx1"/>
                      </a:solidFill>
                      <a:prstDash val="solid"/>
                      <a:headEnd type="none" w="med" len="med"/>
                      <a:tailEnd type="none" w="med" len="med"/>
                    </a:lnB>
                  </a:tcPr>
                </a:tc>
                <a:tc hMerge="1" vMerge="1">
                  <a:txBody>
                    <a:bodyPr/>
                    <a:lstStyle/>
                    <a:p>
                      <a:endParaRPr lang="en-US"/>
                    </a:p>
                  </a:txBody>
                  <a:tcPr>
                    <a:lnR cap="flat">
                      <a:noFill/>
                    </a:lnR>
                  </a:tcPr>
                </a:tc>
              </a:tr>
              <a:tr h="279400">
                <a:tc gridSpan="2" vMerge="1">
                  <a:txBody>
                    <a:bodyPr/>
                    <a:lstStyle/>
                    <a:p>
                      <a:endParaRPr lang="en-US"/>
                    </a:p>
                  </a:txBody>
                  <a:tcPr>
                    <a:lnL cap="flat">
                      <a:noFill/>
                    </a:lnL>
                  </a:tcPr>
                </a:tc>
                <a:tc hMerge="1" vMerge="1">
                  <a:txBody>
                    <a:bodyPr/>
                    <a:lstStyle/>
                    <a:p>
                      <a:endParaRPr lang="en-US"/>
                    </a:p>
                  </a:txBody>
                  <a:tcPr>
                    <a:lnR w="57150" cap="flat" cmpd="sng">
                      <a:solidFill>
                        <a:schemeClr val="tx1"/>
                      </a:solidFill>
                      <a:prstDash val="solid"/>
                      <a:headEnd type="none" w="med" len="med"/>
                      <a:tailEnd type="none" w="med" len="med"/>
                    </a:lnR>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a:p>
                  </a:txBody>
                  <a:tcPr marL="0" marR="0" marT="0" marB="0" anchor="ctr">
                    <a:lnL w="571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chemeClr val="accent1"/>
                          </a:solidFill>
                        </a:rPr>
                        <a:t>1</a:t>
                      </a:r>
                      <a:endParaRPr lang="en-US" sz="1600">
                        <a:solidFill>
                          <a:schemeClr val="accent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w="1905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a:noFill/>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cap="flat">
                      <a:noFill/>
                    </a:lnR>
                    <a:lnT>
                      <a:noFill/>
                    </a:lnT>
                    <a:lnB>
                      <a:noFill/>
                    </a:lnB>
                    <a:lnTlToBr>
                      <a:noFill/>
                    </a:lnTlToBr>
                    <a:lnBlToTr>
                      <a:noFill/>
                    </a:lnBlToTr>
                    <a:noFill/>
                  </a:tcPr>
                </a:tc>
              </a:tr>
              <a:tr h="127000">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a:solidFill>
                          <a:schemeClr val="tx1"/>
                        </a:solidFill>
                      </a:endParaRPr>
                    </a:p>
                  </a:txBody>
                  <a:tcPr marL="0" marR="0" marT="0" marB="0" anchor="ctr">
                    <a:lnL cap="flat">
                      <a:noFill/>
                    </a:lnL>
                    <a:lnR>
                      <a:noFill/>
                    </a:lnR>
                    <a:lnT>
                      <a:noFill/>
                    </a:lnT>
                    <a:lnB cap="flat">
                      <a:noFill/>
                    </a:lnB>
                    <a:lnTlToBr>
                      <a:noFill/>
                    </a:lnTlToBr>
                    <a:lnBlToTr>
                      <a:noFill/>
                    </a:lnBlToTr>
                    <a:noFill/>
                  </a:tcPr>
                </a:tc>
                <a:tc rowSpan="2" hMerge="1">
                  <a:txBody>
                    <a:bodyPr/>
                    <a:lstStyle/>
                    <a:p>
                      <a:endParaRPr lang="en-US"/>
                    </a:p>
                  </a:txBody>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w="1270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a:noFill/>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i="1">
                          <a:solidFill>
                            <a:schemeClr val="tx1"/>
                          </a:solidFill>
                        </a:rPr>
                        <a:t>D</a:t>
                      </a:r>
                      <a:endParaRPr lang="en-US" sz="2000" i="1">
                        <a:solidFill>
                          <a:schemeClr val="tx1"/>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lnB cap="flat">
                      <a:noFill/>
                    </a:lnB>
                    <a:lnTlToBr>
                      <a:noFill/>
                    </a:lnTlToBr>
                    <a:lnBlToTr>
                      <a:noFill/>
                    </a:lnBlToTr>
                    <a:noFill/>
                  </a:tcPr>
                </a:tc>
                <a:tc rowSpan="2" hMerge="1">
                  <a:txBody>
                    <a:bodyPr/>
                    <a:lstStyle/>
                    <a:p>
                      <a:endParaRPr lang="en-US"/>
                    </a:p>
                  </a:txBody>
                  <a:tcPr>
                    <a:lnR w="1270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w="12700" cap="flat" cmpd="sng">
                      <a:solidFill>
                        <a:schemeClr val="tx1"/>
                      </a:solidFill>
                      <a:prstDash val="solid"/>
                      <a:headEnd type="none" w="med" len="med"/>
                      <a:tailEnd type="none" w="med" len="med"/>
                    </a:lnL>
                    <a:lnR>
                      <a:noFill/>
                    </a:lnR>
                    <a:lnT w="19050" cap="flat" cmpd="sng">
                      <a:solidFill>
                        <a:schemeClr val="tx1"/>
                      </a:solidFill>
                      <a:prstDash val="solid"/>
                      <a:headEnd type="none" w="med" len="med"/>
                      <a:tailEnd type="none" w="med" len="med"/>
                    </a:lnT>
                    <a:lnB>
                      <a:noFill/>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baseline="-25000">
                        <a:solidFill>
                          <a:schemeClr val="tx1"/>
                        </a:solidFill>
                      </a:endParaRPr>
                    </a:p>
                  </a:txBody>
                  <a:tcPr marL="0" marR="0" marT="0" marB="0" anchor="ctr">
                    <a:lnL>
                      <a:noFill/>
                    </a:lnL>
                    <a:lnR cap="flat">
                      <a:noFill/>
                    </a:lnR>
                    <a:lnT>
                      <a:noFill/>
                    </a:lnT>
                    <a:lnB cap="flat">
                      <a:noFill/>
                    </a:lnB>
                    <a:lnTlToBr>
                      <a:noFill/>
                    </a:lnTlToBr>
                    <a:lnBlToTr>
                      <a:noFill/>
                    </a:lnBlToTr>
                    <a:noFill/>
                  </a:tcPr>
                </a:tc>
                <a:tc rowSpan="2" hMerge="1">
                  <a:txBody>
                    <a:bodyPr/>
                    <a:lstStyle/>
                    <a:p>
                      <a:endParaRPr lang="en-US"/>
                    </a:p>
                  </a:txBody>
                  <a:tcPr>
                    <a:lnR cap="flat">
                      <a:noFill/>
                    </a:lnR>
                  </a:tcPr>
                </a:tc>
              </a:tr>
              <a:tr h="177800">
                <a:tc gridSpan="2" vMerge="1">
                  <a:txBody>
                    <a:bodyPr/>
                    <a:lstStyle/>
                    <a:p>
                      <a:endParaRPr lang="en-US"/>
                    </a:p>
                  </a:txBody>
                  <a:tcPr>
                    <a:lnL cap="flat">
                      <a:noFill/>
                    </a:lnL>
                    <a:lnB cap="flat">
                      <a:noFill/>
                    </a:lnB>
                  </a:tcPr>
                </a:tc>
                <a:tc hMerge="1" vMerge="1">
                  <a:txBody>
                    <a:bodyPr/>
                    <a:lstStyle/>
                    <a:p>
                      <a:endParaRPr lang="en-US"/>
                    </a:p>
                  </a:txBody>
                  <a:tcPr>
                    <a:lnB cap="flat">
                      <a:noFill/>
                    </a:lnB>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a:noFill/>
                    </a:lnR>
                    <a:lnT>
                      <a:noFill/>
                    </a:lnT>
                    <a:lnB cap="flat">
                      <a:noFill/>
                    </a:lnB>
                    <a:lnTlToBr>
                      <a:noFill/>
                    </a:lnTlToBr>
                    <a:lnBlToTr>
                      <a:noFill/>
                    </a:lnBlToTr>
                    <a:noFill/>
                  </a:tcPr>
                </a:tc>
                <a:tc gridSpan="2" vMerge="1">
                  <a:txBody>
                    <a:bodyPr/>
                    <a:lstStyle/>
                    <a:p>
                      <a:endParaRPr lang="en-US"/>
                    </a:p>
                  </a:txBody>
                  <a:tcPr>
                    <a:lnB cap="flat">
                      <a:noFill/>
                    </a:lnB>
                  </a:tcPr>
                </a:tc>
                <a:tc hMerge="1" vMerge="1">
                  <a:txBody>
                    <a:bodyPr/>
                    <a:lstStyle/>
                    <a:p>
                      <a:endParaRPr lang="en-US"/>
                    </a:p>
                  </a:txBody>
                  <a:tcPr>
                    <a:lnB cap="flat">
                      <a:noFill/>
                    </a:lnB>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dirty="0">
                        <a:solidFill>
                          <a:schemeClr val="tx1"/>
                        </a:solidFill>
                      </a:endParaRPr>
                    </a:p>
                  </a:txBody>
                  <a:tcPr marL="0" marR="0" marT="0" marB="0" anchor="ctr">
                    <a:lnL>
                      <a:noFill/>
                    </a:lnL>
                    <a:lnR>
                      <a:noFill/>
                    </a:lnR>
                    <a:lnT>
                      <a:noFill/>
                    </a:lnT>
                    <a:lnB cap="flat">
                      <a:noFill/>
                    </a:lnB>
                    <a:lnTlToBr>
                      <a:noFill/>
                    </a:lnTlToBr>
                    <a:lnBlToTr>
                      <a:noFill/>
                    </a:lnBlToTr>
                    <a:noFill/>
                  </a:tcPr>
                </a:tc>
                <a:tc gridSpan="2" vMerge="1">
                  <a:txBody>
                    <a:bodyPr/>
                    <a:lstStyle/>
                    <a:p>
                      <a:endParaRPr lang="en-US"/>
                    </a:p>
                  </a:txBody>
                  <a:tcPr>
                    <a:lnB cap="flat">
                      <a:noFill/>
                    </a:lnB>
                  </a:tcPr>
                </a:tc>
                <a:tc hMerge="1" vMerge="1">
                  <a:txBody>
                    <a:bodyPr/>
                    <a:lstStyle/>
                    <a:p>
                      <a:endParaRPr lang="en-US"/>
                    </a:p>
                  </a:txBody>
                  <a:tcPr>
                    <a:lnR cap="flat">
                      <a:noFill/>
                    </a:lnR>
                    <a:lnB cap="flat">
                      <a:noFill/>
                    </a:lnB>
                  </a:tcPr>
                </a:tc>
              </a:tr>
            </a:tbl>
          </a:graphicData>
        </a:graphic>
      </p:graphicFrame>
      <p:graphicFrame>
        <p:nvGraphicFramePr>
          <p:cNvPr id="488960" name="Table 488959"/>
          <p:cNvGraphicFramePr/>
          <p:nvPr/>
        </p:nvGraphicFramePr>
        <p:xfrm>
          <a:off x="3671888" y="3957638"/>
          <a:ext cx="2339975" cy="1811973"/>
        </p:xfrm>
        <a:graphic>
          <a:graphicData uri="http://schemas.openxmlformats.org/drawingml/2006/table">
            <a:tbl>
              <a:tblPr/>
              <a:tblGrid>
                <a:gridCol w="128588"/>
                <a:gridCol w="130175"/>
                <a:gridCol w="466725"/>
                <a:gridCol w="466725"/>
                <a:gridCol w="466725"/>
                <a:gridCol w="466725"/>
                <a:gridCol w="107950"/>
                <a:gridCol w="106362"/>
              </a:tblGrid>
              <a:tr h="182563">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dirty="0">
                        <a:solidFill>
                          <a:schemeClr val="tx1"/>
                        </a:solidFill>
                      </a:endParaRPr>
                    </a:p>
                  </a:txBody>
                  <a:tcPr marL="0" marR="0" marT="0" marB="0" anchor="ctr">
                    <a:lnL cap="flat">
                      <a:noFill/>
                    </a:lnL>
                    <a:lnR>
                      <a:noFill/>
                    </a:lnR>
                    <a:lnT cap="flat">
                      <a:noFill/>
                    </a:lnT>
                    <a:lnB>
                      <a:noFill/>
                    </a:lnB>
                    <a:lnTlToBr>
                      <a:noFill/>
                    </a:lnTlToBr>
                    <a:lnBlToTr>
                      <a:noFill/>
                    </a:lnBlToTr>
                    <a:noFill/>
                  </a:tcPr>
                </a:tc>
                <a:tc rowSpan="2" hMerge="1">
                  <a:txBody>
                    <a:bodyPr/>
                    <a:lstStyle/>
                    <a:p>
                      <a:endParaRPr lang="en-US"/>
                    </a:p>
                  </a:txBody>
                  <a:tcPr>
                    <a:lnT cap="flat">
                      <a:noFill/>
                    </a:lnT>
                  </a:tcPr>
                </a:tc>
                <a:tc row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a:solidFill>
                          <a:schemeClr val="tx1"/>
                        </a:solidFill>
                      </a:endParaRPr>
                    </a:p>
                  </a:txBody>
                  <a:tcPr marL="0" marR="0" marT="0" marB="0" anchor="ctr">
                    <a:lnL>
                      <a:noFill/>
                    </a:lnL>
                    <a:lnR>
                      <a:noFill/>
                    </a:lnR>
                    <a:lnT cap="flat">
                      <a:noFill/>
                    </a:lnT>
                    <a:lnB w="190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200">
                        <a:solidFill>
                          <a:schemeClr val="tx1"/>
                        </a:solidFill>
                      </a:endParaRPr>
                    </a:p>
                  </a:txBody>
                  <a:tcPr marL="0" marR="0" marT="0" marB="0" anchor="ctr">
                    <a:lnL>
                      <a:noFill/>
                    </a:lnL>
                    <a:lnR>
                      <a:noFill/>
                    </a:lnR>
                    <a:lnT cap="flat">
                      <a:noFill/>
                    </a:lnT>
                    <a:lnB>
                      <a:noFill/>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i="1">
                          <a:solidFill>
                            <a:schemeClr val="tx1"/>
                          </a:solidFill>
                        </a:rPr>
                        <a:t>C</a:t>
                      </a:r>
                      <a:endParaRPr lang="en-US" sz="2000" i="1">
                        <a:solidFill>
                          <a:schemeClr val="tx1"/>
                        </a:solidFill>
                      </a:endParaRPr>
                    </a:p>
                  </a:txBody>
                  <a:tcPr marL="0" marR="0" marT="0" marB="0">
                    <a:lnL>
                      <a:noFill/>
                    </a:lnL>
                    <a:lnR>
                      <a:noFill/>
                    </a:lnR>
                    <a:lnT cap="flat">
                      <a:noFill/>
                    </a:lnT>
                    <a:lnB w="57150" cap="flat" cmpd="sng">
                      <a:solidFill>
                        <a:schemeClr val="tx1"/>
                      </a:solidFill>
                      <a:prstDash val="solid"/>
                      <a:headEnd type="none" w="med" len="med"/>
                      <a:tailEnd type="none" w="med" len="med"/>
                    </a:lnB>
                    <a:lnTlToBr>
                      <a:noFill/>
                    </a:lnTlToBr>
                    <a:lnBlToTr>
                      <a:noFill/>
                    </a:lnBlToTr>
                    <a:noFill/>
                  </a:tcPr>
                </a:tc>
                <a:tc rowSpan="2" hMerge="1">
                  <a:txBody>
                    <a:bodyPr/>
                    <a:lstStyle/>
                    <a:p>
                      <a:endParaRPr lang="en-US"/>
                    </a:p>
                  </a:txBody>
                  <a:tcPr>
                    <a:lnT cap="flat">
                      <a:noFill/>
                    </a:lnT>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i="1">
                        <a:solidFill>
                          <a:schemeClr val="tx1"/>
                        </a:solidFill>
                      </a:endParaRPr>
                    </a:p>
                  </a:txBody>
                  <a:tcPr marL="0" marR="0" marT="0" marB="0">
                    <a:lnL>
                      <a:noFill/>
                    </a:lnL>
                    <a:lnR cap="flat">
                      <a:noFill/>
                    </a:lnR>
                    <a:lnT cap="flat">
                      <a:noFill/>
                    </a:lnT>
                    <a:lnB>
                      <a:noFill/>
                    </a:lnB>
                    <a:lnTlToBr>
                      <a:noFill/>
                    </a:lnTlToBr>
                    <a:lnBlToTr>
                      <a:noFill/>
                    </a:lnBlToTr>
                    <a:noFill/>
                  </a:tcPr>
                </a:tc>
                <a:tc rowSpan="2" hMerge="1">
                  <a:txBody>
                    <a:bodyPr/>
                    <a:lstStyle/>
                    <a:p>
                      <a:endParaRPr lang="en-US"/>
                    </a:p>
                  </a:txBody>
                  <a:tcPr>
                    <a:lnR cap="flat">
                      <a:noFill/>
                    </a:lnR>
                    <a:lnT cap="flat">
                      <a:noFill/>
                    </a:lnT>
                  </a:tcPr>
                </a:tc>
              </a:tr>
              <a:tr h="182562">
                <a:tc gridSpan="2" vMerge="1">
                  <a:txBody>
                    <a:bodyPr/>
                    <a:lstStyle/>
                    <a:p>
                      <a:endParaRPr lang="en-US"/>
                    </a:p>
                  </a:txBody>
                  <a:tcPr>
                    <a:lnL cap="flat">
                      <a:noFill/>
                    </a:lnL>
                  </a:tcPr>
                </a:tc>
                <a:tc hMerge="1" vMerge="1">
                  <a:txBody>
                    <a:bodyPr/>
                    <a:lstStyle/>
                    <a:p>
                      <a:endParaRPr lang="en-US"/>
                    </a:p>
                  </a:txBody>
                  <a:tcPr/>
                </a:tc>
                <a:tc vMerge="1">
                  <a:txBody>
                    <a:bodyPr/>
                    <a:lstStyle/>
                    <a:p>
                      <a:endParaRPr lang="en-US"/>
                    </a:p>
                  </a:txBody>
                  <a:tcPr>
                    <a:lnB w="19050" cap="flat" cmpd="sng">
                      <a:solidFill>
                        <a:schemeClr val="tx1"/>
                      </a:solidFill>
                      <a:prstDash val="solid"/>
                      <a:headEnd type="none" w="med" len="med"/>
                      <a:tailEnd type="none" w="med" len="med"/>
                    </a:lnB>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200">
                        <a:solidFill>
                          <a:schemeClr val="tx1"/>
                        </a:solidFill>
                      </a:endParaRPr>
                    </a:p>
                  </a:txBody>
                  <a:tcPr marL="0" marR="0" marT="0" marB="0" anchor="ctr">
                    <a:lnL>
                      <a:noFill/>
                    </a:lnL>
                    <a:lnR w="12700" cap="flat" cmpd="sng">
                      <a:solidFill>
                        <a:schemeClr val="tx1"/>
                      </a:solidFill>
                      <a:prstDash val="solid"/>
                      <a:headEnd type="none" w="med" len="med"/>
                      <a:tailEnd type="none" w="med" len="med"/>
                    </a:lnR>
                    <a:lnT>
                      <a:noFill/>
                    </a:lnT>
                    <a:lnB w="19050" cap="flat" cmpd="sng">
                      <a:solidFill>
                        <a:schemeClr val="tx1"/>
                      </a:solidFill>
                      <a:prstDash val="solid"/>
                      <a:headEnd type="none" w="med" len="med"/>
                      <a:tailEnd type="none" w="med" len="med"/>
                    </a:lnB>
                    <a:lnTlToBr>
                      <a:noFill/>
                    </a:lnTlToBr>
                    <a:lnBlToTr>
                      <a:noFill/>
                    </a:lnBlToTr>
                    <a:noFill/>
                  </a:tcPr>
                </a:tc>
                <a:tc gridSpan="2" vMerge="1">
                  <a:txBody>
                    <a:bodyPr/>
                    <a:lstStyle/>
                    <a:p>
                      <a:endParaRPr lang="en-US"/>
                    </a:p>
                  </a:txBody>
                  <a:tcPr>
                    <a:lnL w="12700" cap="flat" cmpd="sng">
                      <a:solidFill>
                        <a:schemeClr val="tx1"/>
                      </a:solidFill>
                      <a:prstDash val="solid"/>
                      <a:headEnd type="none" w="med" len="med"/>
                      <a:tailEnd type="none" w="med" len="med"/>
                    </a:lnL>
                    <a:lnB w="57150" cap="flat" cmpd="sng">
                      <a:solidFill>
                        <a:schemeClr val="tx1"/>
                      </a:solidFill>
                      <a:prstDash val="solid"/>
                      <a:headEnd type="none" w="med" len="med"/>
                      <a:tailEnd type="none" w="med" len="med"/>
                    </a:lnB>
                  </a:tcPr>
                </a:tc>
                <a:tc hMerge="1" vMerge="1">
                  <a:txBody>
                    <a:bodyPr/>
                    <a:lstStyle/>
                    <a:p>
                      <a:endParaRPr lang="en-US"/>
                    </a:p>
                  </a:txBody>
                  <a:tcPr>
                    <a:lnB w="57150" cap="flat" cmpd="sng">
                      <a:solidFill>
                        <a:schemeClr val="tx1"/>
                      </a:solidFill>
                      <a:prstDash val="solid"/>
                      <a:headEnd type="none" w="med" len="med"/>
                      <a:tailEnd type="none" w="med" len="med"/>
                    </a:lnB>
                  </a:tcPr>
                </a:tc>
                <a:tc gridSpan="2" vMerge="1">
                  <a:txBody>
                    <a:bodyPr/>
                    <a:lstStyle/>
                    <a:p>
                      <a:endParaRPr lang="en-US"/>
                    </a:p>
                  </a:txBody>
                  <a:tcPr/>
                </a:tc>
                <a:tc hMerge="1" vMerge="1">
                  <a:txBody>
                    <a:bodyPr/>
                    <a:lstStyle/>
                    <a:p>
                      <a:endParaRPr lang="en-US"/>
                    </a:p>
                  </a:txBody>
                  <a:tcPr>
                    <a:lnR cap="flat">
                      <a:noFill/>
                    </a:lnR>
                  </a:tcPr>
                </a:tc>
              </a:tr>
              <a:tr h="304800">
                <a:tc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a:solidFill>
                          <a:schemeClr val="tx1"/>
                        </a:solidFill>
                      </a:endParaRPr>
                    </a:p>
                  </a:txBody>
                  <a:tcPr marL="0" marR="0" marT="0" marB="0" anchor="ctr">
                    <a:lnL cap="flat">
                      <a:noFill/>
                    </a:lnL>
                    <a:lnR w="19050" cap="flat" cmpd="sng">
                      <a:solidFill>
                        <a:schemeClr val="tx1"/>
                      </a:solidFill>
                      <a:prstDash val="solid"/>
                      <a:headEnd type="none" w="med" len="med"/>
                      <a:tailEnd type="none" w="med" len="med"/>
                    </a:lnR>
                    <a:lnT>
                      <a:noFill/>
                    </a:lnT>
                    <a:lnB>
                      <a:noFill/>
                    </a:lnB>
                    <a:lnTlToBr>
                      <a:noFill/>
                    </a:lnTlToBr>
                    <a:lnBlToTr>
                      <a:noFill/>
                    </a:lnBlToTr>
                    <a:noFill/>
                  </a:tcPr>
                </a:tc>
                <a:tc hMerge="1">
                  <a:txBody>
                    <a:bodyPr/>
                    <a:lstStyle/>
                    <a:p>
                      <a:endParaRPr lang="en-US"/>
                    </a:p>
                  </a:txBody>
                  <a:tcPr>
                    <a:lnR w="19050" cap="flat" cmpd="sng">
                      <a:solidFill>
                        <a:schemeClr val="tx1"/>
                      </a:solidFill>
                      <a:prstDash val="solid"/>
                      <a:headEnd type="none" w="med" len="med"/>
                      <a:tailEnd type="none" w="med" len="med"/>
                    </a:lnR>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chemeClr val="accent1"/>
                          </a:solidFill>
                        </a:rPr>
                        <a:t>1</a:t>
                      </a:r>
                      <a:endParaRPr lang="en-US" sz="1600">
                        <a:solidFill>
                          <a:schemeClr val="accent1"/>
                        </a:solidFill>
                      </a:endParaRPr>
                    </a:p>
                  </a:txBody>
                  <a:tcPr marL="0" marR="0" marT="0" marB="0" anchor="ctr">
                    <a:lnL w="190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chemeClr val="accent1"/>
                          </a:solidFill>
                        </a:rPr>
                        <a:t>1</a:t>
                      </a:r>
                      <a:endParaRPr lang="en-US" sz="1600">
                        <a:solidFill>
                          <a:schemeClr val="accent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a:p>
                  </a:txBody>
                  <a:tcPr marL="0" marR="0" marT="0" marB="0" anchor="ctr">
                    <a:lnL w="1270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w="19050" cap="flat" cmpd="sng">
                      <a:solidFill>
                        <a:schemeClr val="tx1"/>
                      </a:solidFill>
                      <a:prstDash val="solid"/>
                      <a:headEnd type="none" w="med" len="med"/>
                      <a:tailEnd type="none" w="med" len="med"/>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cap="flat">
                      <a:noFill/>
                    </a:lnR>
                    <a:lnT>
                      <a:noFill/>
                    </a:lnT>
                    <a:lnB>
                      <a:noFill/>
                    </a:lnB>
                    <a:lnTlToBr>
                      <a:noFill/>
                    </a:lnTlToBr>
                    <a:lnBlToTr>
                      <a:noFill/>
                    </a:lnBlToTr>
                    <a:noFill/>
                  </a:tcPr>
                </a:tc>
              </a:tr>
              <a:tr h="2794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cap="flat">
                      <a:noFill/>
                    </a:lnL>
                    <a:lnR>
                      <a:noFill/>
                    </a:lnR>
                    <a:lnT>
                      <a:noFill/>
                    </a:lnT>
                    <a:lnB>
                      <a:noFill/>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w="19050" cap="flat" cmpd="sng">
                      <a:solidFill>
                        <a:schemeClr val="tx1"/>
                      </a:solidFill>
                      <a:prstDash val="solid"/>
                      <a:headEnd type="none" w="med" len="med"/>
                      <a:tailEnd type="none" w="med" len="med"/>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chemeClr val="accent1"/>
                          </a:solidFill>
                        </a:rPr>
                        <a:t>1</a:t>
                      </a:r>
                      <a:endParaRPr lang="en-US" sz="1600">
                        <a:solidFill>
                          <a:schemeClr val="accent1"/>
                        </a:solidFill>
                      </a:endParaRPr>
                    </a:p>
                  </a:txBody>
                  <a:tcPr marL="0" marR="0" marT="0" marB="0" anchor="ctr">
                    <a:lnL w="190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dirty="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chemeClr val="accent1"/>
                          </a:solidFill>
                        </a:rPr>
                        <a:t>1</a:t>
                      </a:r>
                      <a:endParaRPr lang="en-US" sz="1600">
                        <a:solidFill>
                          <a:schemeClr val="accent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a:p>
                  </a:txBody>
                  <a:tcPr marL="0" marR="0" marT="0" marB="0" anchor="ctr">
                    <a:lnL w="12700" cap="flat" cmpd="sng">
                      <a:solidFill>
                        <a:schemeClr val="tx1"/>
                      </a:solidFill>
                      <a:prstDash val="solid"/>
                      <a:headEnd type="none" w="med" len="med"/>
                      <a:tailEnd type="none" w="med" len="med"/>
                    </a:lnL>
                    <a:lnR w="571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r">
                        <a:buNone/>
                      </a:pPr>
                      <a:r>
                        <a:rPr sz="2000" i="1">
                          <a:solidFill>
                            <a:schemeClr val="tx1"/>
                          </a:solidFill>
                        </a:rPr>
                        <a:t>B</a:t>
                      </a:r>
                      <a:endParaRPr lang="en-US" sz="2000" i="1">
                        <a:solidFill>
                          <a:schemeClr val="tx1"/>
                        </a:solidFill>
                      </a:endParaRPr>
                    </a:p>
                  </a:txBody>
                  <a:tcPr marL="0" marR="0" marT="0" marB="0" anchor="ctr">
                    <a:lnL w="57150" cap="flat" cmpd="sng">
                      <a:solidFill>
                        <a:schemeClr val="tx1"/>
                      </a:solidFill>
                      <a:prstDash val="solid"/>
                      <a:headEnd type="none" w="med" len="med"/>
                      <a:tailEnd type="none" w="med" len="med"/>
                    </a:lnL>
                    <a:lnR cap="flat">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2" hMerge="1">
                  <a:txBody>
                    <a:bodyPr/>
                    <a:lstStyle/>
                    <a:p>
                      <a:endParaRPr lang="en-US"/>
                    </a:p>
                  </a:txBody>
                  <a:tcPr>
                    <a:lnR cap="flat">
                      <a:noFill/>
                    </a:lnR>
                  </a:tcPr>
                </a:tc>
              </a:tr>
              <a:tr h="277813">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buNone/>
                      </a:pPr>
                      <a:r>
                        <a:rPr sz="2000" i="1">
                          <a:solidFill>
                            <a:schemeClr val="tx1"/>
                          </a:solidFill>
                        </a:rPr>
                        <a:t>A</a:t>
                      </a:r>
                      <a:endParaRPr lang="en-US" sz="2000" i="1">
                        <a:solidFill>
                          <a:schemeClr val="tx1"/>
                        </a:solidFill>
                      </a:endParaRPr>
                    </a:p>
                  </a:txBody>
                  <a:tcPr marL="0" marR="0" marT="0" marB="0" anchor="ctr">
                    <a:lnL cap="flat">
                      <a:noFill/>
                    </a:lnL>
                    <a:lnR w="57150" cap="flat" cmpd="sng">
                      <a:solidFill>
                        <a:schemeClr val="tx1"/>
                      </a:solidFill>
                      <a:prstDash val="solid"/>
                      <a:headEnd type="none" w="med" len="med"/>
                      <a:tailEnd type="none" w="med" len="med"/>
                    </a:lnR>
                    <a:lnT>
                      <a:noFill/>
                    </a:lnT>
                    <a:lnB>
                      <a:noFill/>
                    </a:lnB>
                    <a:lnTlToBr>
                      <a:noFill/>
                    </a:lnTlToBr>
                    <a:lnBlToTr>
                      <a:noFill/>
                    </a:lnBlToTr>
                    <a:noFill/>
                  </a:tcPr>
                </a:tc>
                <a:tc rowSpan="2" hMerge="1">
                  <a:txBody>
                    <a:bodyPr/>
                    <a:lstStyle/>
                    <a:p>
                      <a:endParaRPr lang="en-US"/>
                    </a:p>
                  </a:txBody>
                  <a:tcPr>
                    <a:lnR w="571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571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571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gridSpan="2" vMerge="1">
                  <a:txBody>
                    <a:bodyPr/>
                    <a:lstStyle/>
                    <a:p>
                      <a:endParaRPr lang="en-US"/>
                    </a:p>
                  </a:txBody>
                  <a:tcPr>
                    <a:lnL w="57150" cap="flat" cmpd="sng">
                      <a:solidFill>
                        <a:schemeClr val="tx1"/>
                      </a:solidFill>
                      <a:prstDash val="solid"/>
                      <a:headEnd type="none" w="med" len="med"/>
                      <a:tailEnd type="none" w="med" len="med"/>
                    </a:lnL>
                    <a:lnB w="12700" cap="flat" cmpd="sng">
                      <a:solidFill>
                        <a:schemeClr val="tx1"/>
                      </a:solidFill>
                      <a:prstDash val="solid"/>
                      <a:headEnd type="none" w="med" len="med"/>
                      <a:tailEnd type="none" w="med" len="med"/>
                    </a:lnB>
                  </a:tcPr>
                </a:tc>
                <a:tc hMerge="1" vMerge="1">
                  <a:txBody>
                    <a:bodyPr/>
                    <a:lstStyle/>
                    <a:p>
                      <a:endParaRPr lang="en-US"/>
                    </a:p>
                  </a:txBody>
                  <a:tcPr>
                    <a:lnR cap="flat">
                      <a:noFill/>
                    </a:lnR>
                  </a:tcPr>
                </a:tc>
              </a:tr>
              <a:tr h="279400">
                <a:tc gridSpan="2" vMerge="1">
                  <a:txBody>
                    <a:bodyPr/>
                    <a:lstStyle/>
                    <a:p>
                      <a:endParaRPr lang="en-US"/>
                    </a:p>
                  </a:txBody>
                  <a:tcPr>
                    <a:lnL cap="flat">
                      <a:noFill/>
                    </a:lnL>
                  </a:tcPr>
                </a:tc>
                <a:tc hMerge="1" vMerge="1">
                  <a:txBody>
                    <a:bodyPr/>
                    <a:lstStyle/>
                    <a:p>
                      <a:endParaRPr lang="en-US"/>
                    </a:p>
                  </a:txBody>
                  <a:tcPr>
                    <a:lnR w="57150" cap="flat" cmpd="sng">
                      <a:solidFill>
                        <a:schemeClr val="tx1"/>
                      </a:solidFill>
                      <a:prstDash val="solid"/>
                      <a:headEnd type="none" w="med" len="med"/>
                      <a:tailEnd type="none" w="med" len="med"/>
                    </a:lnR>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chemeClr val="accent1"/>
                          </a:solidFill>
                        </a:rPr>
                        <a:t>1</a:t>
                      </a:r>
                      <a:endParaRPr lang="en-US" sz="1600">
                        <a:solidFill>
                          <a:schemeClr val="accent1"/>
                        </a:solidFill>
                      </a:endParaRPr>
                    </a:p>
                  </a:txBody>
                  <a:tcPr marL="0" marR="0" marT="0" marB="0" anchor="ctr">
                    <a:lnL w="571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w="1905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a:noFill/>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cap="flat">
                      <a:noFill/>
                    </a:lnR>
                    <a:lnT>
                      <a:noFill/>
                    </a:lnT>
                    <a:lnB>
                      <a:noFill/>
                    </a:lnB>
                    <a:lnTlToBr>
                      <a:noFill/>
                    </a:lnTlToBr>
                    <a:lnBlToTr>
                      <a:noFill/>
                    </a:lnBlToTr>
                    <a:noFill/>
                  </a:tcPr>
                </a:tc>
              </a:tr>
              <a:tr h="127000">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a:solidFill>
                          <a:schemeClr val="tx1"/>
                        </a:solidFill>
                      </a:endParaRPr>
                    </a:p>
                  </a:txBody>
                  <a:tcPr marL="0" marR="0" marT="0" marB="0" anchor="ctr">
                    <a:lnL cap="flat">
                      <a:noFill/>
                    </a:lnL>
                    <a:lnR>
                      <a:noFill/>
                    </a:lnR>
                    <a:lnT>
                      <a:noFill/>
                    </a:lnT>
                    <a:lnB cap="flat">
                      <a:noFill/>
                    </a:lnB>
                    <a:lnTlToBr>
                      <a:noFill/>
                    </a:lnTlToBr>
                    <a:lnBlToTr>
                      <a:noFill/>
                    </a:lnBlToTr>
                    <a:noFill/>
                  </a:tcPr>
                </a:tc>
                <a:tc rowSpan="2" hMerge="1">
                  <a:txBody>
                    <a:bodyPr/>
                    <a:lstStyle/>
                    <a:p>
                      <a:endParaRPr lang="en-US"/>
                    </a:p>
                  </a:txBody>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w="1270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a:noFill/>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i="1">
                          <a:solidFill>
                            <a:schemeClr val="tx1"/>
                          </a:solidFill>
                        </a:rPr>
                        <a:t>D</a:t>
                      </a:r>
                      <a:endParaRPr lang="en-US" sz="2000" i="1">
                        <a:solidFill>
                          <a:schemeClr val="tx1"/>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lnB cap="flat">
                      <a:noFill/>
                    </a:lnB>
                    <a:lnTlToBr>
                      <a:noFill/>
                    </a:lnTlToBr>
                    <a:lnBlToTr>
                      <a:noFill/>
                    </a:lnBlToTr>
                    <a:noFill/>
                  </a:tcPr>
                </a:tc>
                <a:tc rowSpan="2" hMerge="1">
                  <a:txBody>
                    <a:bodyPr/>
                    <a:lstStyle/>
                    <a:p>
                      <a:endParaRPr lang="en-US"/>
                    </a:p>
                  </a:txBody>
                  <a:tcPr>
                    <a:lnR w="1270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w="12700" cap="flat" cmpd="sng">
                      <a:solidFill>
                        <a:schemeClr val="tx1"/>
                      </a:solidFill>
                      <a:prstDash val="solid"/>
                      <a:headEnd type="none" w="med" len="med"/>
                      <a:tailEnd type="none" w="med" len="med"/>
                    </a:lnL>
                    <a:lnR>
                      <a:noFill/>
                    </a:lnR>
                    <a:lnT w="19050" cap="flat" cmpd="sng">
                      <a:solidFill>
                        <a:schemeClr val="tx1"/>
                      </a:solidFill>
                      <a:prstDash val="solid"/>
                      <a:headEnd type="none" w="med" len="med"/>
                      <a:tailEnd type="none" w="med" len="med"/>
                    </a:lnT>
                    <a:lnB>
                      <a:noFill/>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baseline="-25000" dirty="0">
                        <a:solidFill>
                          <a:schemeClr val="tx1"/>
                        </a:solidFill>
                      </a:endParaRPr>
                    </a:p>
                  </a:txBody>
                  <a:tcPr marL="0" marR="0" marT="0" marB="0" anchor="ctr">
                    <a:lnL>
                      <a:noFill/>
                    </a:lnL>
                    <a:lnR cap="flat">
                      <a:noFill/>
                    </a:lnR>
                    <a:lnT>
                      <a:noFill/>
                    </a:lnT>
                    <a:lnB cap="flat">
                      <a:noFill/>
                    </a:lnB>
                    <a:lnTlToBr>
                      <a:noFill/>
                    </a:lnTlToBr>
                    <a:lnBlToTr>
                      <a:noFill/>
                    </a:lnBlToTr>
                    <a:noFill/>
                  </a:tcPr>
                </a:tc>
                <a:tc rowSpan="2" hMerge="1">
                  <a:txBody>
                    <a:bodyPr/>
                    <a:lstStyle/>
                    <a:p>
                      <a:endParaRPr lang="en-US"/>
                    </a:p>
                  </a:txBody>
                  <a:tcPr>
                    <a:lnR cap="flat">
                      <a:noFill/>
                    </a:lnR>
                  </a:tcPr>
                </a:tc>
              </a:tr>
              <a:tr h="177800">
                <a:tc gridSpan="2" vMerge="1">
                  <a:txBody>
                    <a:bodyPr/>
                    <a:lstStyle/>
                    <a:p>
                      <a:endParaRPr lang="en-US"/>
                    </a:p>
                  </a:txBody>
                  <a:tcPr>
                    <a:lnL cap="flat">
                      <a:noFill/>
                    </a:lnL>
                    <a:lnB cap="flat">
                      <a:noFill/>
                    </a:lnB>
                  </a:tcPr>
                </a:tc>
                <a:tc hMerge="1" vMerge="1">
                  <a:txBody>
                    <a:bodyPr/>
                    <a:lstStyle/>
                    <a:p>
                      <a:endParaRPr lang="en-US"/>
                    </a:p>
                  </a:txBody>
                  <a:tcPr>
                    <a:lnB cap="flat">
                      <a:noFill/>
                    </a:lnB>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a:noFill/>
                    </a:lnR>
                    <a:lnT>
                      <a:noFill/>
                    </a:lnT>
                    <a:lnB cap="flat">
                      <a:noFill/>
                    </a:lnB>
                    <a:lnTlToBr>
                      <a:noFill/>
                    </a:lnTlToBr>
                    <a:lnBlToTr>
                      <a:noFill/>
                    </a:lnBlToTr>
                    <a:noFill/>
                  </a:tcPr>
                </a:tc>
                <a:tc gridSpan="2" vMerge="1">
                  <a:txBody>
                    <a:bodyPr/>
                    <a:lstStyle/>
                    <a:p>
                      <a:endParaRPr lang="en-US"/>
                    </a:p>
                  </a:txBody>
                  <a:tcPr>
                    <a:lnB cap="flat">
                      <a:noFill/>
                    </a:lnB>
                  </a:tcPr>
                </a:tc>
                <a:tc hMerge="1" vMerge="1">
                  <a:txBody>
                    <a:bodyPr/>
                    <a:lstStyle/>
                    <a:p>
                      <a:endParaRPr lang="en-US"/>
                    </a:p>
                  </a:txBody>
                  <a:tcPr>
                    <a:lnB cap="flat">
                      <a:noFill/>
                    </a:lnB>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dirty="0">
                        <a:solidFill>
                          <a:schemeClr val="tx1"/>
                        </a:solidFill>
                      </a:endParaRPr>
                    </a:p>
                  </a:txBody>
                  <a:tcPr marL="0" marR="0" marT="0" marB="0" anchor="ctr">
                    <a:lnL>
                      <a:noFill/>
                    </a:lnL>
                    <a:lnR>
                      <a:noFill/>
                    </a:lnR>
                    <a:lnT>
                      <a:noFill/>
                    </a:lnT>
                    <a:lnB cap="flat">
                      <a:noFill/>
                    </a:lnB>
                    <a:lnTlToBr>
                      <a:noFill/>
                    </a:lnTlToBr>
                    <a:lnBlToTr>
                      <a:noFill/>
                    </a:lnBlToTr>
                    <a:noFill/>
                  </a:tcPr>
                </a:tc>
                <a:tc gridSpan="2" vMerge="1">
                  <a:txBody>
                    <a:bodyPr/>
                    <a:lstStyle/>
                    <a:p>
                      <a:endParaRPr lang="en-US"/>
                    </a:p>
                  </a:txBody>
                  <a:tcPr>
                    <a:lnB cap="flat">
                      <a:noFill/>
                    </a:lnB>
                  </a:tcPr>
                </a:tc>
                <a:tc hMerge="1" vMerge="1">
                  <a:txBody>
                    <a:bodyPr/>
                    <a:lstStyle/>
                    <a:p>
                      <a:endParaRPr lang="en-US"/>
                    </a:p>
                  </a:txBody>
                  <a:tcPr>
                    <a:lnR cap="flat">
                      <a:noFill/>
                    </a:lnR>
                    <a:lnB cap="flat">
                      <a:noFill/>
                    </a:lnB>
                  </a:tcPr>
                </a:tc>
              </a:tr>
            </a:tbl>
          </a:graphicData>
        </a:graphic>
      </p:graphicFrame>
      <p:graphicFrame>
        <p:nvGraphicFramePr>
          <p:cNvPr id="488962" name="Table 488961"/>
          <p:cNvGraphicFramePr/>
          <p:nvPr/>
        </p:nvGraphicFramePr>
        <p:xfrm>
          <a:off x="6372225" y="3957638"/>
          <a:ext cx="2339975" cy="1811973"/>
        </p:xfrm>
        <a:graphic>
          <a:graphicData uri="http://schemas.openxmlformats.org/drawingml/2006/table">
            <a:tbl>
              <a:tblPr/>
              <a:tblGrid>
                <a:gridCol w="128588"/>
                <a:gridCol w="130175"/>
                <a:gridCol w="466725"/>
                <a:gridCol w="466725"/>
                <a:gridCol w="466725"/>
                <a:gridCol w="466725"/>
                <a:gridCol w="107950"/>
                <a:gridCol w="106362"/>
              </a:tblGrid>
              <a:tr h="182563">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dirty="0">
                        <a:solidFill>
                          <a:schemeClr val="tx1"/>
                        </a:solidFill>
                      </a:endParaRPr>
                    </a:p>
                  </a:txBody>
                  <a:tcPr marL="0" marR="0" marT="0" marB="0" anchor="ctr">
                    <a:lnL cap="flat">
                      <a:noFill/>
                    </a:lnL>
                    <a:lnR>
                      <a:noFill/>
                    </a:lnR>
                    <a:lnT cap="flat">
                      <a:noFill/>
                    </a:lnT>
                    <a:lnB>
                      <a:noFill/>
                    </a:lnB>
                    <a:lnTlToBr>
                      <a:noFill/>
                    </a:lnTlToBr>
                    <a:lnBlToTr>
                      <a:noFill/>
                    </a:lnBlToTr>
                    <a:noFill/>
                  </a:tcPr>
                </a:tc>
                <a:tc rowSpan="2" hMerge="1">
                  <a:txBody>
                    <a:bodyPr/>
                    <a:lstStyle/>
                    <a:p>
                      <a:endParaRPr lang="en-US"/>
                    </a:p>
                  </a:txBody>
                  <a:tcPr>
                    <a:lnT cap="flat">
                      <a:noFill/>
                    </a:lnT>
                  </a:tcPr>
                </a:tc>
                <a:tc row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a:solidFill>
                          <a:schemeClr val="tx1"/>
                        </a:solidFill>
                      </a:endParaRPr>
                    </a:p>
                  </a:txBody>
                  <a:tcPr marL="0" marR="0" marT="0" marB="0" anchor="ctr">
                    <a:lnL>
                      <a:noFill/>
                    </a:lnL>
                    <a:lnR>
                      <a:noFill/>
                    </a:lnR>
                    <a:lnT cap="flat">
                      <a:noFill/>
                    </a:lnT>
                    <a:lnB w="190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200">
                        <a:solidFill>
                          <a:schemeClr val="tx1"/>
                        </a:solidFill>
                      </a:endParaRPr>
                    </a:p>
                  </a:txBody>
                  <a:tcPr marL="0" marR="0" marT="0" marB="0" anchor="ctr">
                    <a:lnL>
                      <a:noFill/>
                    </a:lnL>
                    <a:lnR>
                      <a:noFill/>
                    </a:lnR>
                    <a:lnT cap="flat">
                      <a:noFill/>
                    </a:lnT>
                    <a:lnB>
                      <a:noFill/>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i="1">
                          <a:solidFill>
                            <a:schemeClr val="tx1"/>
                          </a:solidFill>
                        </a:rPr>
                        <a:t>C</a:t>
                      </a:r>
                      <a:endParaRPr lang="en-US" sz="2000" i="1">
                        <a:solidFill>
                          <a:schemeClr val="tx1"/>
                        </a:solidFill>
                      </a:endParaRPr>
                    </a:p>
                  </a:txBody>
                  <a:tcPr marL="0" marR="0" marT="0" marB="0">
                    <a:lnL>
                      <a:noFill/>
                    </a:lnL>
                    <a:lnR>
                      <a:noFill/>
                    </a:lnR>
                    <a:lnT cap="flat">
                      <a:noFill/>
                    </a:lnT>
                    <a:lnB w="57150" cap="flat" cmpd="sng">
                      <a:solidFill>
                        <a:schemeClr val="tx1"/>
                      </a:solidFill>
                      <a:prstDash val="solid"/>
                      <a:headEnd type="none" w="med" len="med"/>
                      <a:tailEnd type="none" w="med" len="med"/>
                    </a:lnB>
                    <a:lnTlToBr>
                      <a:noFill/>
                    </a:lnTlToBr>
                    <a:lnBlToTr>
                      <a:noFill/>
                    </a:lnBlToTr>
                    <a:noFill/>
                  </a:tcPr>
                </a:tc>
                <a:tc rowSpan="2" hMerge="1">
                  <a:txBody>
                    <a:bodyPr/>
                    <a:lstStyle/>
                    <a:p>
                      <a:endParaRPr lang="en-US"/>
                    </a:p>
                  </a:txBody>
                  <a:tcPr>
                    <a:lnT cap="flat">
                      <a:noFill/>
                    </a:lnT>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i="1">
                        <a:solidFill>
                          <a:schemeClr val="tx1"/>
                        </a:solidFill>
                      </a:endParaRPr>
                    </a:p>
                  </a:txBody>
                  <a:tcPr marL="0" marR="0" marT="0" marB="0">
                    <a:lnL>
                      <a:noFill/>
                    </a:lnL>
                    <a:lnR cap="flat">
                      <a:noFill/>
                    </a:lnR>
                    <a:lnT cap="flat">
                      <a:noFill/>
                    </a:lnT>
                    <a:lnB>
                      <a:noFill/>
                    </a:lnB>
                    <a:lnTlToBr>
                      <a:noFill/>
                    </a:lnTlToBr>
                    <a:lnBlToTr>
                      <a:noFill/>
                    </a:lnBlToTr>
                    <a:noFill/>
                  </a:tcPr>
                </a:tc>
                <a:tc rowSpan="2" hMerge="1">
                  <a:txBody>
                    <a:bodyPr/>
                    <a:lstStyle/>
                    <a:p>
                      <a:endParaRPr lang="en-US"/>
                    </a:p>
                  </a:txBody>
                  <a:tcPr>
                    <a:lnR cap="flat">
                      <a:noFill/>
                    </a:lnR>
                    <a:lnT cap="flat">
                      <a:noFill/>
                    </a:lnT>
                  </a:tcPr>
                </a:tc>
              </a:tr>
              <a:tr h="182562">
                <a:tc gridSpan="2" vMerge="1">
                  <a:txBody>
                    <a:bodyPr/>
                    <a:lstStyle/>
                    <a:p>
                      <a:endParaRPr lang="en-US"/>
                    </a:p>
                  </a:txBody>
                  <a:tcPr>
                    <a:lnL cap="flat">
                      <a:noFill/>
                    </a:lnL>
                  </a:tcPr>
                </a:tc>
                <a:tc hMerge="1" vMerge="1">
                  <a:txBody>
                    <a:bodyPr/>
                    <a:lstStyle/>
                    <a:p>
                      <a:endParaRPr lang="en-US"/>
                    </a:p>
                  </a:txBody>
                  <a:tcPr/>
                </a:tc>
                <a:tc vMerge="1">
                  <a:txBody>
                    <a:bodyPr/>
                    <a:lstStyle/>
                    <a:p>
                      <a:endParaRPr lang="en-US"/>
                    </a:p>
                  </a:txBody>
                  <a:tcPr>
                    <a:lnB w="19050" cap="flat" cmpd="sng">
                      <a:solidFill>
                        <a:schemeClr val="tx1"/>
                      </a:solidFill>
                      <a:prstDash val="solid"/>
                      <a:headEnd type="none" w="med" len="med"/>
                      <a:tailEnd type="none" w="med" len="med"/>
                    </a:lnB>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200" dirty="0">
                        <a:solidFill>
                          <a:schemeClr val="tx1"/>
                        </a:solidFill>
                      </a:endParaRPr>
                    </a:p>
                  </a:txBody>
                  <a:tcPr marL="0" marR="0" marT="0" marB="0" anchor="ctr">
                    <a:lnL>
                      <a:noFill/>
                    </a:lnL>
                    <a:lnR w="12700" cap="flat" cmpd="sng">
                      <a:solidFill>
                        <a:schemeClr val="tx1"/>
                      </a:solidFill>
                      <a:prstDash val="solid"/>
                      <a:headEnd type="none" w="med" len="med"/>
                      <a:tailEnd type="none" w="med" len="med"/>
                    </a:lnR>
                    <a:lnT>
                      <a:noFill/>
                    </a:lnT>
                    <a:lnB w="19050" cap="flat" cmpd="sng">
                      <a:solidFill>
                        <a:schemeClr val="tx1"/>
                      </a:solidFill>
                      <a:prstDash val="solid"/>
                      <a:headEnd type="none" w="med" len="med"/>
                      <a:tailEnd type="none" w="med" len="med"/>
                    </a:lnB>
                    <a:lnTlToBr>
                      <a:noFill/>
                    </a:lnTlToBr>
                    <a:lnBlToTr>
                      <a:noFill/>
                    </a:lnBlToTr>
                    <a:noFill/>
                  </a:tcPr>
                </a:tc>
                <a:tc gridSpan="2" vMerge="1">
                  <a:txBody>
                    <a:bodyPr/>
                    <a:lstStyle/>
                    <a:p>
                      <a:endParaRPr lang="en-US"/>
                    </a:p>
                  </a:txBody>
                  <a:tcPr>
                    <a:lnL w="12700" cap="flat" cmpd="sng">
                      <a:solidFill>
                        <a:schemeClr val="tx1"/>
                      </a:solidFill>
                      <a:prstDash val="solid"/>
                      <a:headEnd type="none" w="med" len="med"/>
                      <a:tailEnd type="none" w="med" len="med"/>
                    </a:lnL>
                    <a:lnB w="57150" cap="flat" cmpd="sng">
                      <a:solidFill>
                        <a:schemeClr val="tx1"/>
                      </a:solidFill>
                      <a:prstDash val="solid"/>
                      <a:headEnd type="none" w="med" len="med"/>
                      <a:tailEnd type="none" w="med" len="med"/>
                    </a:lnB>
                  </a:tcPr>
                </a:tc>
                <a:tc hMerge="1" vMerge="1">
                  <a:txBody>
                    <a:bodyPr/>
                    <a:lstStyle/>
                    <a:p>
                      <a:endParaRPr lang="en-US"/>
                    </a:p>
                  </a:txBody>
                  <a:tcPr>
                    <a:lnB w="57150" cap="flat" cmpd="sng">
                      <a:solidFill>
                        <a:schemeClr val="tx1"/>
                      </a:solidFill>
                      <a:prstDash val="solid"/>
                      <a:headEnd type="none" w="med" len="med"/>
                      <a:tailEnd type="none" w="med" len="med"/>
                    </a:lnB>
                  </a:tcPr>
                </a:tc>
                <a:tc gridSpan="2" vMerge="1">
                  <a:txBody>
                    <a:bodyPr/>
                    <a:lstStyle/>
                    <a:p>
                      <a:endParaRPr lang="en-US"/>
                    </a:p>
                  </a:txBody>
                  <a:tcPr/>
                </a:tc>
                <a:tc hMerge="1" vMerge="1">
                  <a:txBody>
                    <a:bodyPr/>
                    <a:lstStyle/>
                    <a:p>
                      <a:endParaRPr lang="en-US"/>
                    </a:p>
                  </a:txBody>
                  <a:tcPr>
                    <a:lnR cap="flat">
                      <a:noFill/>
                    </a:lnR>
                  </a:tcPr>
                </a:tc>
              </a:tr>
              <a:tr h="304800">
                <a:tc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a:solidFill>
                          <a:schemeClr val="tx1"/>
                        </a:solidFill>
                      </a:endParaRPr>
                    </a:p>
                  </a:txBody>
                  <a:tcPr marL="0" marR="0" marT="0" marB="0" anchor="ctr">
                    <a:lnL cap="flat">
                      <a:noFill/>
                    </a:lnL>
                    <a:lnR w="19050" cap="flat" cmpd="sng">
                      <a:solidFill>
                        <a:schemeClr val="tx1"/>
                      </a:solidFill>
                      <a:prstDash val="solid"/>
                      <a:headEnd type="none" w="med" len="med"/>
                      <a:tailEnd type="none" w="med" len="med"/>
                    </a:lnR>
                    <a:lnT>
                      <a:noFill/>
                    </a:lnT>
                    <a:lnB>
                      <a:noFill/>
                    </a:lnB>
                    <a:lnTlToBr>
                      <a:noFill/>
                    </a:lnTlToBr>
                    <a:lnBlToTr>
                      <a:noFill/>
                    </a:lnBlToTr>
                    <a:noFill/>
                  </a:tcPr>
                </a:tc>
                <a:tc hMerge="1">
                  <a:txBody>
                    <a:bodyPr/>
                    <a:lstStyle/>
                    <a:p>
                      <a:endParaRPr lang="en-US"/>
                    </a:p>
                  </a:txBody>
                  <a:tcPr>
                    <a:lnR w="19050" cap="flat" cmpd="sng">
                      <a:solidFill>
                        <a:schemeClr val="tx1"/>
                      </a:solidFill>
                      <a:prstDash val="solid"/>
                      <a:headEnd type="none" w="med" len="med"/>
                      <a:tailEnd type="none" w="med" len="med"/>
                    </a:lnR>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chemeClr val="accent1"/>
                          </a:solidFill>
                        </a:rPr>
                        <a:t>1</a:t>
                      </a:r>
                      <a:endParaRPr lang="en-US" sz="1600">
                        <a:solidFill>
                          <a:schemeClr val="accent1"/>
                        </a:solidFill>
                      </a:endParaRPr>
                    </a:p>
                  </a:txBody>
                  <a:tcPr marL="0" marR="0" marT="0" marB="0" anchor="ctr">
                    <a:lnL w="190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chemeClr val="accent1"/>
                          </a:solidFill>
                        </a:rPr>
                        <a:t>1</a:t>
                      </a:r>
                      <a:endParaRPr lang="en-US" sz="1600">
                        <a:solidFill>
                          <a:schemeClr val="accent1"/>
                        </a:solidFill>
                      </a:endParaRPr>
                    </a:p>
                  </a:txBody>
                  <a:tcPr marL="0" marR="0" marT="0" marB="0" anchor="ctr">
                    <a:lnL w="1270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w="19050" cap="flat" cmpd="sng">
                      <a:solidFill>
                        <a:schemeClr val="tx1"/>
                      </a:solidFill>
                      <a:prstDash val="solid"/>
                      <a:headEnd type="none" w="med" len="med"/>
                      <a:tailEnd type="none" w="med" len="med"/>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cap="flat">
                      <a:noFill/>
                    </a:lnR>
                    <a:lnT>
                      <a:noFill/>
                    </a:lnT>
                    <a:lnB>
                      <a:noFill/>
                    </a:lnB>
                    <a:lnTlToBr>
                      <a:noFill/>
                    </a:lnTlToBr>
                    <a:lnBlToTr>
                      <a:noFill/>
                    </a:lnBlToTr>
                    <a:noFill/>
                  </a:tcPr>
                </a:tc>
              </a:tr>
              <a:tr h="2794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cap="flat">
                      <a:noFill/>
                    </a:lnL>
                    <a:lnR>
                      <a:noFill/>
                    </a:lnR>
                    <a:lnT>
                      <a:noFill/>
                    </a:lnT>
                    <a:lnB>
                      <a:noFill/>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w="19050" cap="flat" cmpd="sng">
                      <a:solidFill>
                        <a:schemeClr val="tx1"/>
                      </a:solidFill>
                      <a:prstDash val="solid"/>
                      <a:headEnd type="none" w="med" len="med"/>
                      <a:tailEnd type="none" w="med" len="med"/>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chemeClr val="accent1"/>
                          </a:solidFill>
                        </a:rPr>
                        <a:t>1</a:t>
                      </a:r>
                      <a:endParaRPr lang="en-US" sz="1600">
                        <a:solidFill>
                          <a:schemeClr val="accent1"/>
                        </a:solidFill>
                      </a:endParaRPr>
                    </a:p>
                  </a:txBody>
                  <a:tcPr marL="0" marR="0" marT="0" marB="0" anchor="ctr">
                    <a:lnL w="190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chemeClr val="accent1"/>
                          </a:solidFill>
                        </a:rPr>
                        <a:t>1</a:t>
                      </a:r>
                      <a:endParaRPr lang="en-US" sz="1600">
                        <a:solidFill>
                          <a:schemeClr val="accent1"/>
                        </a:solidFill>
                      </a:endParaRPr>
                    </a:p>
                  </a:txBody>
                  <a:tcPr marL="0" marR="0" marT="0" marB="0" anchor="ctr">
                    <a:lnL w="12700" cap="flat" cmpd="sng">
                      <a:solidFill>
                        <a:schemeClr val="tx1"/>
                      </a:solidFill>
                      <a:prstDash val="solid"/>
                      <a:headEnd type="none" w="med" len="med"/>
                      <a:tailEnd type="none" w="med" len="med"/>
                    </a:lnL>
                    <a:lnR w="571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r">
                        <a:buNone/>
                      </a:pPr>
                      <a:r>
                        <a:rPr sz="2000" i="1">
                          <a:solidFill>
                            <a:schemeClr val="tx1"/>
                          </a:solidFill>
                        </a:rPr>
                        <a:t>B</a:t>
                      </a:r>
                      <a:endParaRPr lang="en-US" sz="2000" i="1">
                        <a:solidFill>
                          <a:schemeClr val="tx1"/>
                        </a:solidFill>
                      </a:endParaRPr>
                    </a:p>
                  </a:txBody>
                  <a:tcPr marL="0" marR="0" marT="0" marB="0" anchor="ctr">
                    <a:lnL w="57150" cap="flat" cmpd="sng">
                      <a:solidFill>
                        <a:schemeClr val="tx1"/>
                      </a:solidFill>
                      <a:prstDash val="solid"/>
                      <a:headEnd type="none" w="med" len="med"/>
                      <a:tailEnd type="none" w="med" len="med"/>
                    </a:lnL>
                    <a:lnR cap="flat">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2" hMerge="1">
                  <a:txBody>
                    <a:bodyPr/>
                    <a:lstStyle/>
                    <a:p>
                      <a:endParaRPr lang="en-US"/>
                    </a:p>
                  </a:txBody>
                  <a:tcPr>
                    <a:lnR cap="flat">
                      <a:noFill/>
                    </a:lnR>
                  </a:tcPr>
                </a:tc>
              </a:tr>
              <a:tr h="277813">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buNone/>
                      </a:pPr>
                      <a:r>
                        <a:rPr sz="2000" i="1">
                          <a:solidFill>
                            <a:schemeClr val="tx1"/>
                          </a:solidFill>
                        </a:rPr>
                        <a:t>A</a:t>
                      </a:r>
                      <a:endParaRPr lang="en-US" sz="2000" i="1">
                        <a:solidFill>
                          <a:schemeClr val="tx1"/>
                        </a:solidFill>
                      </a:endParaRPr>
                    </a:p>
                  </a:txBody>
                  <a:tcPr marL="0" marR="0" marT="0" marB="0" anchor="ctr">
                    <a:lnL cap="flat">
                      <a:noFill/>
                    </a:lnL>
                    <a:lnR w="57150" cap="flat" cmpd="sng">
                      <a:solidFill>
                        <a:schemeClr val="tx1"/>
                      </a:solidFill>
                      <a:prstDash val="solid"/>
                      <a:headEnd type="none" w="med" len="med"/>
                      <a:tailEnd type="none" w="med" len="med"/>
                    </a:lnR>
                    <a:lnT>
                      <a:noFill/>
                    </a:lnT>
                    <a:lnB>
                      <a:noFill/>
                    </a:lnB>
                    <a:lnTlToBr>
                      <a:noFill/>
                    </a:lnTlToBr>
                    <a:lnBlToTr>
                      <a:noFill/>
                    </a:lnBlToTr>
                    <a:noFill/>
                  </a:tcPr>
                </a:tc>
                <a:tc rowSpan="2" hMerge="1">
                  <a:txBody>
                    <a:bodyPr/>
                    <a:lstStyle/>
                    <a:p>
                      <a:endParaRPr lang="en-US"/>
                    </a:p>
                  </a:txBody>
                  <a:tcPr>
                    <a:lnR w="571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571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571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gridSpan="2" vMerge="1">
                  <a:txBody>
                    <a:bodyPr/>
                    <a:lstStyle/>
                    <a:p>
                      <a:endParaRPr lang="en-US"/>
                    </a:p>
                  </a:txBody>
                  <a:tcPr>
                    <a:lnL w="57150" cap="flat" cmpd="sng">
                      <a:solidFill>
                        <a:schemeClr val="tx1"/>
                      </a:solidFill>
                      <a:prstDash val="solid"/>
                      <a:headEnd type="none" w="med" len="med"/>
                      <a:tailEnd type="none" w="med" len="med"/>
                    </a:lnL>
                    <a:lnB w="12700" cap="flat" cmpd="sng">
                      <a:solidFill>
                        <a:schemeClr val="tx1"/>
                      </a:solidFill>
                      <a:prstDash val="solid"/>
                      <a:headEnd type="none" w="med" len="med"/>
                      <a:tailEnd type="none" w="med" len="med"/>
                    </a:lnB>
                  </a:tcPr>
                </a:tc>
                <a:tc hMerge="1" vMerge="1">
                  <a:txBody>
                    <a:bodyPr/>
                    <a:lstStyle/>
                    <a:p>
                      <a:endParaRPr lang="en-US"/>
                    </a:p>
                  </a:txBody>
                  <a:tcPr>
                    <a:lnR cap="flat">
                      <a:noFill/>
                    </a:lnR>
                  </a:tcPr>
                </a:tc>
              </a:tr>
              <a:tr h="279400">
                <a:tc gridSpan="2" vMerge="1">
                  <a:txBody>
                    <a:bodyPr/>
                    <a:lstStyle/>
                    <a:p>
                      <a:endParaRPr lang="en-US"/>
                    </a:p>
                  </a:txBody>
                  <a:tcPr>
                    <a:lnL cap="flat">
                      <a:noFill/>
                    </a:lnL>
                  </a:tcPr>
                </a:tc>
                <a:tc hMerge="1" vMerge="1">
                  <a:txBody>
                    <a:bodyPr/>
                    <a:lstStyle/>
                    <a:p>
                      <a:endParaRPr lang="en-US"/>
                    </a:p>
                  </a:txBody>
                  <a:tcPr>
                    <a:lnR w="57150" cap="flat" cmpd="sng">
                      <a:solidFill>
                        <a:schemeClr val="tx1"/>
                      </a:solidFill>
                      <a:prstDash val="solid"/>
                      <a:headEnd type="none" w="med" len="med"/>
                      <a:tailEnd type="none" w="med" len="med"/>
                    </a:lnR>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chemeClr val="accent1"/>
                          </a:solidFill>
                        </a:rPr>
                        <a:t>1</a:t>
                      </a:r>
                      <a:endParaRPr lang="en-US" sz="1600">
                        <a:solidFill>
                          <a:schemeClr val="accent1"/>
                        </a:solidFill>
                      </a:endParaRPr>
                    </a:p>
                  </a:txBody>
                  <a:tcPr marL="0" marR="0" marT="0" marB="0" anchor="ctr">
                    <a:lnL w="571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60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600">
                          <a:solidFill>
                            <a:srgbClr val="996600"/>
                          </a:solidFill>
                        </a:rPr>
                        <a:t>x</a:t>
                      </a:r>
                      <a:endParaRPr lang="en-US" sz="1600">
                        <a:solidFill>
                          <a:srgbClr val="996600"/>
                        </a:solidFill>
                      </a:endParaRPr>
                    </a:p>
                  </a:txBody>
                  <a:tcPr marL="0" marR="0" marT="0" marB="0">
                    <a:lnL w="1270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w="1905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a:noFill/>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cap="flat">
                      <a:noFill/>
                    </a:lnR>
                    <a:lnT>
                      <a:noFill/>
                    </a:lnT>
                    <a:lnB>
                      <a:noFill/>
                    </a:lnB>
                    <a:lnTlToBr>
                      <a:noFill/>
                    </a:lnTlToBr>
                    <a:lnBlToTr>
                      <a:noFill/>
                    </a:lnBlToTr>
                    <a:noFill/>
                  </a:tcPr>
                </a:tc>
              </a:tr>
              <a:tr h="127000">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a:solidFill>
                          <a:schemeClr val="tx1"/>
                        </a:solidFill>
                      </a:endParaRPr>
                    </a:p>
                  </a:txBody>
                  <a:tcPr marL="0" marR="0" marT="0" marB="0" anchor="ctr">
                    <a:lnL cap="flat">
                      <a:noFill/>
                    </a:lnL>
                    <a:lnR>
                      <a:noFill/>
                    </a:lnR>
                    <a:lnT>
                      <a:noFill/>
                    </a:lnT>
                    <a:lnB cap="flat">
                      <a:noFill/>
                    </a:lnB>
                    <a:lnTlToBr>
                      <a:noFill/>
                    </a:lnTlToBr>
                    <a:lnBlToTr>
                      <a:noFill/>
                    </a:lnBlToTr>
                    <a:noFill/>
                  </a:tcPr>
                </a:tc>
                <a:tc rowSpan="2" hMerge="1">
                  <a:txBody>
                    <a:bodyPr/>
                    <a:lstStyle/>
                    <a:p>
                      <a:endParaRPr lang="en-US"/>
                    </a:p>
                  </a:txBody>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w="1270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a:noFill/>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i="1">
                          <a:solidFill>
                            <a:schemeClr val="tx1"/>
                          </a:solidFill>
                        </a:rPr>
                        <a:t>D</a:t>
                      </a:r>
                      <a:endParaRPr lang="en-US" sz="2000" i="1">
                        <a:solidFill>
                          <a:schemeClr val="tx1"/>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lnB cap="flat">
                      <a:noFill/>
                    </a:lnB>
                    <a:lnTlToBr>
                      <a:noFill/>
                    </a:lnTlToBr>
                    <a:lnBlToTr>
                      <a:noFill/>
                    </a:lnBlToTr>
                    <a:noFill/>
                  </a:tcPr>
                </a:tc>
                <a:tc rowSpan="2" hMerge="1">
                  <a:txBody>
                    <a:bodyPr/>
                    <a:lstStyle/>
                    <a:p>
                      <a:endParaRPr lang="en-US"/>
                    </a:p>
                  </a:txBody>
                  <a:tcPr>
                    <a:lnR w="1270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w="12700" cap="flat" cmpd="sng">
                      <a:solidFill>
                        <a:schemeClr val="tx1"/>
                      </a:solidFill>
                      <a:prstDash val="solid"/>
                      <a:headEnd type="none" w="med" len="med"/>
                      <a:tailEnd type="none" w="med" len="med"/>
                    </a:lnL>
                    <a:lnR>
                      <a:noFill/>
                    </a:lnR>
                    <a:lnT w="19050" cap="flat" cmpd="sng">
                      <a:solidFill>
                        <a:schemeClr val="tx1"/>
                      </a:solidFill>
                      <a:prstDash val="solid"/>
                      <a:headEnd type="none" w="med" len="med"/>
                      <a:tailEnd type="none" w="med" len="med"/>
                    </a:lnT>
                    <a:lnB>
                      <a:noFill/>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baseline="-25000">
                        <a:solidFill>
                          <a:schemeClr val="tx1"/>
                        </a:solidFill>
                      </a:endParaRPr>
                    </a:p>
                  </a:txBody>
                  <a:tcPr marL="0" marR="0" marT="0" marB="0" anchor="ctr">
                    <a:lnL>
                      <a:noFill/>
                    </a:lnL>
                    <a:lnR cap="flat">
                      <a:noFill/>
                    </a:lnR>
                    <a:lnT>
                      <a:noFill/>
                    </a:lnT>
                    <a:lnB cap="flat">
                      <a:noFill/>
                    </a:lnB>
                    <a:lnTlToBr>
                      <a:noFill/>
                    </a:lnTlToBr>
                    <a:lnBlToTr>
                      <a:noFill/>
                    </a:lnBlToTr>
                    <a:noFill/>
                  </a:tcPr>
                </a:tc>
                <a:tc rowSpan="2" hMerge="1">
                  <a:txBody>
                    <a:bodyPr/>
                    <a:lstStyle/>
                    <a:p>
                      <a:endParaRPr lang="en-US"/>
                    </a:p>
                  </a:txBody>
                  <a:tcPr>
                    <a:lnR cap="flat">
                      <a:noFill/>
                    </a:lnR>
                  </a:tcPr>
                </a:tc>
              </a:tr>
              <a:tr h="177800">
                <a:tc gridSpan="2" vMerge="1">
                  <a:txBody>
                    <a:bodyPr/>
                    <a:lstStyle/>
                    <a:p>
                      <a:endParaRPr lang="en-US"/>
                    </a:p>
                  </a:txBody>
                  <a:tcPr>
                    <a:lnL cap="flat">
                      <a:noFill/>
                    </a:lnL>
                    <a:lnB cap="flat">
                      <a:noFill/>
                    </a:lnB>
                  </a:tcPr>
                </a:tc>
                <a:tc hMerge="1" vMerge="1">
                  <a:txBody>
                    <a:bodyPr/>
                    <a:lstStyle/>
                    <a:p>
                      <a:endParaRPr lang="en-US"/>
                    </a:p>
                  </a:txBody>
                  <a:tcPr>
                    <a:lnB cap="flat">
                      <a:noFill/>
                    </a:lnB>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a:noFill/>
                    </a:lnR>
                    <a:lnT>
                      <a:noFill/>
                    </a:lnT>
                    <a:lnB cap="flat">
                      <a:noFill/>
                    </a:lnB>
                    <a:lnTlToBr>
                      <a:noFill/>
                    </a:lnTlToBr>
                    <a:lnBlToTr>
                      <a:noFill/>
                    </a:lnBlToTr>
                    <a:noFill/>
                  </a:tcPr>
                </a:tc>
                <a:tc gridSpan="2" vMerge="1">
                  <a:txBody>
                    <a:bodyPr/>
                    <a:lstStyle/>
                    <a:p>
                      <a:endParaRPr lang="en-US"/>
                    </a:p>
                  </a:txBody>
                  <a:tcPr>
                    <a:lnB cap="flat">
                      <a:noFill/>
                    </a:lnB>
                  </a:tcPr>
                </a:tc>
                <a:tc hMerge="1" vMerge="1">
                  <a:txBody>
                    <a:bodyPr/>
                    <a:lstStyle/>
                    <a:p>
                      <a:endParaRPr lang="en-US"/>
                    </a:p>
                  </a:txBody>
                  <a:tcPr>
                    <a:lnB cap="flat">
                      <a:noFill/>
                    </a:lnB>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a:noFill/>
                    </a:lnR>
                    <a:lnT>
                      <a:noFill/>
                    </a:lnT>
                    <a:lnB cap="flat">
                      <a:noFill/>
                    </a:lnB>
                    <a:lnTlToBr>
                      <a:noFill/>
                    </a:lnTlToBr>
                    <a:lnBlToTr>
                      <a:noFill/>
                    </a:lnBlToTr>
                    <a:noFill/>
                  </a:tcPr>
                </a:tc>
                <a:tc gridSpan="2" vMerge="1">
                  <a:txBody>
                    <a:bodyPr/>
                    <a:lstStyle/>
                    <a:p>
                      <a:endParaRPr lang="en-US"/>
                    </a:p>
                  </a:txBody>
                  <a:tcPr>
                    <a:lnB cap="flat">
                      <a:noFill/>
                    </a:lnB>
                  </a:tcPr>
                </a:tc>
                <a:tc hMerge="1" vMerge="1">
                  <a:txBody>
                    <a:bodyPr/>
                    <a:lstStyle/>
                    <a:p>
                      <a:endParaRPr lang="en-US"/>
                    </a:p>
                  </a:txBody>
                  <a:tcPr>
                    <a:lnR cap="flat">
                      <a:noFill/>
                    </a:lnR>
                    <a:lnB cap="flat">
                      <a:noFill/>
                    </a:lnB>
                  </a:tcPr>
                </a:tc>
              </a:tr>
            </a:tbl>
          </a:graphicData>
        </a:graphic>
      </p:graphicFrame>
      <p:sp>
        <p:nvSpPr>
          <p:cNvPr id="488963" name="Rounded Rectangle 488962"/>
          <p:cNvSpPr/>
          <p:nvPr/>
        </p:nvSpPr>
        <p:spPr>
          <a:xfrm>
            <a:off x="4017963" y="2443163"/>
            <a:ext cx="1695450" cy="474662"/>
          </a:xfrm>
          <a:prstGeom prst="roundRect">
            <a:avLst>
              <a:gd name="adj" fmla="val 16667"/>
            </a:avLst>
          </a:prstGeom>
          <a:noFill/>
          <a:ln w="28575" cap="flat" cmpd="sng">
            <a:solidFill>
              <a:srgbClr val="CC00FF"/>
            </a:solidFill>
            <a:prstDash val="solid"/>
            <a:headEnd type="none" w="med" len="med"/>
            <a:tailEnd type="none" w="med" len="med"/>
          </a:ln>
        </p:spPr>
        <p:txBody>
          <a:bodyPr/>
          <a:lstStyle/>
          <a:p>
            <a:endParaRPr lang="en-US"/>
          </a:p>
        </p:txBody>
      </p:sp>
      <p:sp>
        <p:nvSpPr>
          <p:cNvPr id="488964" name="Rounded Rectangle 488963"/>
          <p:cNvSpPr/>
          <p:nvPr/>
        </p:nvSpPr>
        <p:spPr>
          <a:xfrm>
            <a:off x="4481513" y="2154238"/>
            <a:ext cx="720725" cy="487362"/>
          </a:xfrm>
          <a:prstGeom prst="roundRect">
            <a:avLst>
              <a:gd name="adj" fmla="val 16667"/>
            </a:avLst>
          </a:prstGeom>
          <a:noFill/>
          <a:ln w="28575" cap="flat" cmpd="sng">
            <a:solidFill>
              <a:schemeClr val="accent2"/>
            </a:solidFill>
            <a:prstDash val="solid"/>
            <a:headEnd type="none" w="med" len="med"/>
            <a:tailEnd type="none" w="med" len="med"/>
          </a:ln>
        </p:spPr>
        <p:txBody>
          <a:bodyPr/>
          <a:lstStyle/>
          <a:p>
            <a:endParaRPr lang="en-US"/>
          </a:p>
        </p:txBody>
      </p:sp>
      <p:sp>
        <p:nvSpPr>
          <p:cNvPr id="488965" name="Rounded Rectangle 488964"/>
          <p:cNvSpPr/>
          <p:nvPr/>
        </p:nvSpPr>
        <p:spPr>
          <a:xfrm>
            <a:off x="4964113" y="2151063"/>
            <a:ext cx="720725" cy="487362"/>
          </a:xfrm>
          <a:prstGeom prst="roundRect">
            <a:avLst>
              <a:gd name="adj" fmla="val 16667"/>
            </a:avLst>
          </a:prstGeom>
          <a:noFill/>
          <a:ln w="28575" cap="flat" cmpd="sng">
            <a:solidFill>
              <a:srgbClr val="33CC33"/>
            </a:solidFill>
            <a:prstDash val="solid"/>
            <a:headEnd type="none" w="med" len="med"/>
            <a:tailEnd type="none" w="med" len="med"/>
          </a:ln>
        </p:spPr>
        <p:txBody>
          <a:bodyPr/>
          <a:lstStyle/>
          <a:p>
            <a:endParaRPr lang="en-US"/>
          </a:p>
        </p:txBody>
      </p:sp>
      <p:sp>
        <p:nvSpPr>
          <p:cNvPr id="488966" name="Left Bracket 488965"/>
          <p:cNvSpPr/>
          <p:nvPr/>
        </p:nvSpPr>
        <p:spPr>
          <a:xfrm rot="-5400000">
            <a:off x="7323138" y="1498600"/>
            <a:ext cx="458787" cy="719138"/>
          </a:xfrm>
          <a:prstGeom prst="leftBracket">
            <a:avLst>
              <a:gd name="adj" fmla="val 11523"/>
            </a:avLst>
          </a:prstGeom>
          <a:noFill/>
          <a:ln w="28575" cap="flat" cmpd="sng">
            <a:solidFill>
              <a:srgbClr val="CC00FF"/>
            </a:solidFill>
            <a:prstDash val="solid"/>
            <a:headEnd type="none" w="med" len="med"/>
            <a:tailEnd type="none" w="med" len="med"/>
          </a:ln>
        </p:spPr>
        <p:txBody>
          <a:bodyPr/>
          <a:lstStyle/>
          <a:p>
            <a:endParaRPr lang="en-US"/>
          </a:p>
        </p:txBody>
      </p:sp>
      <p:sp>
        <p:nvSpPr>
          <p:cNvPr id="488967" name="Left Bracket 488966"/>
          <p:cNvSpPr/>
          <p:nvPr/>
        </p:nvSpPr>
        <p:spPr>
          <a:xfrm rot="-5400000" flipH="1">
            <a:off x="7340600" y="2568575"/>
            <a:ext cx="441325" cy="719138"/>
          </a:xfrm>
          <a:prstGeom prst="leftBracket">
            <a:avLst>
              <a:gd name="adj" fmla="val 11979"/>
            </a:avLst>
          </a:prstGeom>
          <a:noFill/>
          <a:ln w="28575" cap="flat" cmpd="sng">
            <a:solidFill>
              <a:srgbClr val="CC00FF"/>
            </a:solidFill>
            <a:prstDash val="solid"/>
            <a:headEnd type="none" w="med" len="med"/>
            <a:tailEnd type="none" w="med" len="med"/>
          </a:ln>
        </p:spPr>
        <p:txBody>
          <a:bodyPr/>
          <a:lstStyle/>
          <a:p>
            <a:endParaRPr lang="en-US"/>
          </a:p>
        </p:txBody>
      </p:sp>
      <p:sp>
        <p:nvSpPr>
          <p:cNvPr id="488968" name="Left Bracket 488967"/>
          <p:cNvSpPr/>
          <p:nvPr/>
        </p:nvSpPr>
        <p:spPr>
          <a:xfrm rot="-5400000">
            <a:off x="7791450" y="1498600"/>
            <a:ext cx="458788" cy="719138"/>
          </a:xfrm>
          <a:prstGeom prst="leftBracket">
            <a:avLst>
              <a:gd name="adj" fmla="val 11523"/>
            </a:avLst>
          </a:prstGeom>
          <a:noFill/>
          <a:ln w="28575" cap="flat" cmpd="sng">
            <a:solidFill>
              <a:schemeClr val="accent2"/>
            </a:solidFill>
            <a:prstDash val="solid"/>
            <a:headEnd type="none" w="med" len="med"/>
            <a:tailEnd type="none" w="med" len="med"/>
          </a:ln>
        </p:spPr>
        <p:txBody>
          <a:bodyPr/>
          <a:lstStyle/>
          <a:p>
            <a:endParaRPr lang="en-US"/>
          </a:p>
        </p:txBody>
      </p:sp>
      <p:sp>
        <p:nvSpPr>
          <p:cNvPr id="488969" name="Left Bracket 488968"/>
          <p:cNvSpPr/>
          <p:nvPr/>
        </p:nvSpPr>
        <p:spPr>
          <a:xfrm rot="-5400000" flipH="1">
            <a:off x="7808913" y="2568575"/>
            <a:ext cx="441325" cy="719138"/>
          </a:xfrm>
          <a:prstGeom prst="leftBracket">
            <a:avLst>
              <a:gd name="adj" fmla="val 11979"/>
            </a:avLst>
          </a:prstGeom>
          <a:noFill/>
          <a:ln w="28575" cap="flat" cmpd="sng">
            <a:solidFill>
              <a:schemeClr val="accent2"/>
            </a:solidFill>
            <a:prstDash val="solid"/>
            <a:headEnd type="none" w="med" len="med"/>
            <a:tailEnd type="none" w="med" len="med"/>
          </a:ln>
        </p:spPr>
        <p:txBody>
          <a:bodyPr/>
          <a:lstStyle/>
          <a:p>
            <a:endParaRPr lang="en-US"/>
          </a:p>
        </p:txBody>
      </p:sp>
      <p:sp>
        <p:nvSpPr>
          <p:cNvPr id="488970" name="Rounded Rectangle 488969"/>
          <p:cNvSpPr/>
          <p:nvPr/>
        </p:nvSpPr>
        <p:spPr>
          <a:xfrm>
            <a:off x="6694488" y="2163763"/>
            <a:ext cx="361950" cy="487362"/>
          </a:xfrm>
          <a:prstGeom prst="roundRect">
            <a:avLst>
              <a:gd name="adj" fmla="val 16667"/>
            </a:avLst>
          </a:prstGeom>
          <a:noFill/>
          <a:ln w="28575" cap="flat" cmpd="sng">
            <a:solidFill>
              <a:srgbClr val="33CC33"/>
            </a:solidFill>
            <a:prstDash val="solid"/>
            <a:headEnd type="none" w="med" len="med"/>
            <a:tailEnd type="none" w="med" len="med"/>
          </a:ln>
        </p:spPr>
        <p:txBody>
          <a:bodyPr/>
          <a:lstStyle/>
          <a:p>
            <a:endParaRPr lang="en-US"/>
          </a:p>
        </p:txBody>
      </p:sp>
      <p:sp>
        <p:nvSpPr>
          <p:cNvPr id="488971" name="Rounded Rectangle 488970"/>
          <p:cNvSpPr/>
          <p:nvPr/>
        </p:nvSpPr>
        <p:spPr>
          <a:xfrm>
            <a:off x="4022725" y="4357688"/>
            <a:ext cx="274638" cy="1079500"/>
          </a:xfrm>
          <a:prstGeom prst="roundRect">
            <a:avLst>
              <a:gd name="adj" fmla="val 16667"/>
            </a:avLst>
          </a:prstGeom>
          <a:noFill/>
          <a:ln w="28575" cap="flat" cmpd="sng">
            <a:solidFill>
              <a:srgbClr val="CC00FF"/>
            </a:solidFill>
            <a:prstDash val="solid"/>
            <a:headEnd type="none" w="med" len="med"/>
            <a:tailEnd type="none" w="med" len="med"/>
          </a:ln>
        </p:spPr>
        <p:txBody>
          <a:bodyPr/>
          <a:lstStyle/>
          <a:p>
            <a:endParaRPr lang="en-US"/>
          </a:p>
        </p:txBody>
      </p:sp>
      <p:sp>
        <p:nvSpPr>
          <p:cNvPr id="488972" name="Rounded Rectangle 488971"/>
          <p:cNvSpPr/>
          <p:nvPr/>
        </p:nvSpPr>
        <p:spPr>
          <a:xfrm>
            <a:off x="4956175" y="4367213"/>
            <a:ext cx="274638" cy="1050925"/>
          </a:xfrm>
          <a:prstGeom prst="roundRect">
            <a:avLst>
              <a:gd name="adj" fmla="val 16667"/>
            </a:avLst>
          </a:prstGeom>
          <a:noFill/>
          <a:ln w="28575" cap="flat" cmpd="sng">
            <a:solidFill>
              <a:schemeClr val="accent2"/>
            </a:solidFill>
            <a:prstDash val="solid"/>
            <a:headEnd type="none" w="med" len="med"/>
            <a:tailEnd type="none" w="med" len="med"/>
          </a:ln>
        </p:spPr>
        <p:txBody>
          <a:bodyPr/>
          <a:lstStyle/>
          <a:p>
            <a:endParaRPr lang="en-US"/>
          </a:p>
        </p:txBody>
      </p:sp>
      <p:sp>
        <p:nvSpPr>
          <p:cNvPr id="488973" name="Left Bracket 488972"/>
          <p:cNvSpPr/>
          <p:nvPr/>
        </p:nvSpPr>
        <p:spPr>
          <a:xfrm>
            <a:off x="8091488" y="4362450"/>
            <a:ext cx="539750" cy="1079500"/>
          </a:xfrm>
          <a:prstGeom prst="leftBracket">
            <a:avLst>
              <a:gd name="adj" fmla="val 14703"/>
            </a:avLst>
          </a:prstGeom>
          <a:noFill/>
          <a:ln w="28575" cap="flat" cmpd="sng">
            <a:solidFill>
              <a:schemeClr val="accent2"/>
            </a:solidFill>
            <a:prstDash val="solid"/>
            <a:headEnd type="none" w="med" len="med"/>
            <a:tailEnd type="none" w="med" len="med"/>
          </a:ln>
        </p:spPr>
        <p:txBody>
          <a:bodyPr/>
          <a:lstStyle/>
          <a:p>
            <a:endParaRPr lang="en-US"/>
          </a:p>
        </p:txBody>
      </p:sp>
      <p:sp>
        <p:nvSpPr>
          <p:cNvPr id="488974" name="Left Bracket 488973"/>
          <p:cNvSpPr/>
          <p:nvPr/>
        </p:nvSpPr>
        <p:spPr>
          <a:xfrm flipH="1">
            <a:off x="6434138" y="4367213"/>
            <a:ext cx="620712" cy="1079500"/>
          </a:xfrm>
          <a:prstGeom prst="leftBracket">
            <a:avLst>
              <a:gd name="adj" fmla="val 12785"/>
            </a:avLst>
          </a:prstGeom>
          <a:noFill/>
          <a:ln w="28575" cap="flat" cmpd="sng">
            <a:solidFill>
              <a:schemeClr val="accent2"/>
            </a:solidFill>
            <a:prstDash val="solid"/>
            <a:headEnd type="none" w="med" len="med"/>
            <a:tailEnd type="none" w="med" len="med"/>
          </a:ln>
        </p:spPr>
        <p:txBody>
          <a:bodyPr/>
          <a:lstStyle/>
          <a:p>
            <a:endParaRPr lang="en-US"/>
          </a:p>
        </p:txBody>
      </p:sp>
      <p:sp>
        <p:nvSpPr>
          <p:cNvPr id="488975" name="Text Box 488974"/>
          <p:cNvSpPr txBox="1"/>
          <p:nvPr/>
        </p:nvSpPr>
        <p:spPr>
          <a:xfrm>
            <a:off x="3851275" y="3429000"/>
            <a:ext cx="2159000" cy="304800"/>
          </a:xfrm>
          <a:prstGeom prst="rect">
            <a:avLst/>
          </a:prstGeom>
          <a:noFill/>
          <a:ln w="28575">
            <a:noFill/>
          </a:ln>
        </p:spPr>
        <p:txBody>
          <a:bodyPr lIns="0" tIns="0" rIns="0" bIns="0">
            <a:spAutoFit/>
          </a:bodyPr>
          <a:lstStyle/>
          <a:p>
            <a:pPr algn="l">
              <a:lnSpc>
                <a:spcPct val="100000"/>
              </a:lnSpc>
              <a:spcBef>
                <a:spcPct val="0"/>
              </a:spcBef>
              <a:buClr>
                <a:schemeClr val="bg1"/>
              </a:buClr>
            </a:pPr>
            <a:r>
              <a:rPr sz="2000" b="1" i="1">
                <a:latin typeface="Times New Roman" panose="02020603050405020304" pitchFamily="18" charset="0"/>
                <a:cs typeface="Times New Roman" panose="02020603050405020304" pitchFamily="18" charset="0"/>
              </a:rPr>
              <a:t>w </a:t>
            </a:r>
            <a:r>
              <a:rPr sz="2000" b="1" i="1">
                <a:solidFill>
                  <a:schemeClr val="accent1"/>
                </a:solidFill>
                <a:latin typeface="Times New Roman" panose="02020603050405020304" pitchFamily="18" charset="0"/>
                <a:cs typeface="Times New Roman" panose="02020603050405020304" pitchFamily="18" charset="0"/>
              </a:rPr>
              <a:t>= </a:t>
            </a:r>
            <a:r>
              <a:rPr sz="2000" b="1" i="1">
                <a:latin typeface="Times New Roman" panose="02020603050405020304" pitchFamily="18" charset="0"/>
                <a:cs typeface="Times New Roman" panose="02020603050405020304" pitchFamily="18" charset="0"/>
              </a:rPr>
              <a:t>A</a:t>
            </a:r>
            <a:r>
              <a:rPr sz="2000" b="1" i="1">
                <a:solidFill>
                  <a:schemeClr val="accent2"/>
                </a:solidFill>
                <a:latin typeface="Times New Roman" panose="02020603050405020304" pitchFamily="18" charset="0"/>
                <a:cs typeface="Times New Roman" panose="02020603050405020304" pitchFamily="18" charset="0"/>
              </a:rPr>
              <a:t>+</a:t>
            </a:r>
            <a:r>
              <a:rPr sz="2000" b="1" i="1">
                <a:latin typeface="Times New Roman" panose="02020603050405020304" pitchFamily="18" charset="0"/>
                <a:cs typeface="Times New Roman" panose="02020603050405020304" pitchFamily="18" charset="0"/>
              </a:rPr>
              <a:t>BC+BD</a:t>
            </a:r>
            <a:endParaRPr sz="2000" b="1" i="1">
              <a:latin typeface="Times New Roman" panose="02020603050405020304" pitchFamily="18" charset="0"/>
              <a:ea typeface="Times New Roman" panose="02020603050405020304" pitchFamily="18" charset="0"/>
            </a:endParaRPr>
          </a:p>
        </p:txBody>
      </p:sp>
      <p:sp>
        <p:nvSpPr>
          <p:cNvPr id="488976" name="Text Box 488975"/>
          <p:cNvSpPr txBox="1"/>
          <p:nvPr/>
        </p:nvSpPr>
        <p:spPr>
          <a:xfrm>
            <a:off x="6551613" y="3429000"/>
            <a:ext cx="2341562" cy="304800"/>
          </a:xfrm>
          <a:prstGeom prst="rect">
            <a:avLst/>
          </a:prstGeom>
          <a:noFill/>
          <a:ln w="28575">
            <a:noFill/>
          </a:ln>
        </p:spPr>
        <p:txBody>
          <a:bodyPr lIns="0" tIns="0" rIns="0" bIns="0">
            <a:spAutoFit/>
          </a:bodyPr>
          <a:lstStyle/>
          <a:p>
            <a:pPr algn="l">
              <a:lnSpc>
                <a:spcPct val="100000"/>
              </a:lnSpc>
              <a:spcBef>
                <a:spcPct val="0"/>
              </a:spcBef>
              <a:buClr>
                <a:schemeClr val="bg1"/>
              </a:buClr>
            </a:pPr>
            <a:r>
              <a:rPr sz="2000" b="1" i="1">
                <a:latin typeface="Times New Roman" panose="02020603050405020304" pitchFamily="18" charset="0"/>
                <a:cs typeface="Times New Roman" panose="02020603050405020304" pitchFamily="18" charset="0"/>
              </a:rPr>
              <a:t>x </a:t>
            </a:r>
            <a:r>
              <a:rPr sz="2000" b="1" i="1">
                <a:solidFill>
                  <a:schemeClr val="accent1"/>
                </a:solidFill>
                <a:latin typeface="Times New Roman" panose="02020603050405020304" pitchFamily="18" charset="0"/>
                <a:cs typeface="Times New Roman" panose="02020603050405020304" pitchFamily="18" charset="0"/>
              </a:rPr>
              <a:t>= </a:t>
            </a:r>
            <a:r>
              <a:rPr sz="2000" b="1" i="1">
                <a:latin typeface="Times New Roman" panose="02020603050405020304" pitchFamily="18" charset="0"/>
                <a:cs typeface="Times New Roman" panose="02020603050405020304" pitchFamily="18" charset="0"/>
              </a:rPr>
              <a:t>B’C+B’D+BC’D’</a:t>
            </a:r>
            <a:endParaRPr sz="2000" b="1" i="1">
              <a:latin typeface="Times New Roman" panose="02020603050405020304" pitchFamily="18" charset="0"/>
              <a:ea typeface="Times New Roman" panose="02020603050405020304" pitchFamily="18" charset="0"/>
            </a:endParaRPr>
          </a:p>
        </p:txBody>
      </p:sp>
      <p:sp>
        <p:nvSpPr>
          <p:cNvPr id="488977" name="Text Box 488976"/>
          <p:cNvSpPr txBox="1"/>
          <p:nvPr/>
        </p:nvSpPr>
        <p:spPr>
          <a:xfrm>
            <a:off x="3851275" y="5949950"/>
            <a:ext cx="2159000" cy="304800"/>
          </a:xfrm>
          <a:prstGeom prst="rect">
            <a:avLst/>
          </a:prstGeom>
          <a:noFill/>
          <a:ln w="28575">
            <a:noFill/>
          </a:ln>
        </p:spPr>
        <p:txBody>
          <a:bodyPr lIns="0" tIns="0" rIns="0" bIns="0">
            <a:spAutoFit/>
          </a:bodyPr>
          <a:lstStyle/>
          <a:p>
            <a:pPr algn="l">
              <a:lnSpc>
                <a:spcPct val="100000"/>
              </a:lnSpc>
              <a:spcBef>
                <a:spcPct val="0"/>
              </a:spcBef>
              <a:buClr>
                <a:schemeClr val="bg1"/>
              </a:buClr>
            </a:pPr>
            <a:r>
              <a:rPr sz="2000" b="1" i="1">
                <a:latin typeface="Times New Roman" panose="02020603050405020304" pitchFamily="18" charset="0"/>
                <a:cs typeface="Times New Roman" panose="02020603050405020304" pitchFamily="18" charset="0"/>
              </a:rPr>
              <a:t>y </a:t>
            </a:r>
            <a:r>
              <a:rPr sz="2000" b="1" i="1">
                <a:solidFill>
                  <a:schemeClr val="accent1"/>
                </a:solidFill>
                <a:latin typeface="Times New Roman" panose="02020603050405020304" pitchFamily="18" charset="0"/>
                <a:cs typeface="Times New Roman" panose="02020603050405020304" pitchFamily="18" charset="0"/>
              </a:rPr>
              <a:t>= </a:t>
            </a:r>
            <a:r>
              <a:rPr sz="2000" b="1" i="1">
                <a:latin typeface="Times New Roman" panose="02020603050405020304" pitchFamily="18" charset="0"/>
                <a:cs typeface="Times New Roman" panose="02020603050405020304" pitchFamily="18" charset="0"/>
              </a:rPr>
              <a:t>C’D’+CD</a:t>
            </a:r>
            <a:endParaRPr sz="2000" b="1" i="1">
              <a:latin typeface="Times New Roman" panose="02020603050405020304" pitchFamily="18" charset="0"/>
              <a:ea typeface="Times New Roman" panose="02020603050405020304" pitchFamily="18" charset="0"/>
            </a:endParaRPr>
          </a:p>
        </p:txBody>
      </p:sp>
      <p:sp>
        <p:nvSpPr>
          <p:cNvPr id="488978" name="Text Box 488977"/>
          <p:cNvSpPr txBox="1"/>
          <p:nvPr/>
        </p:nvSpPr>
        <p:spPr>
          <a:xfrm>
            <a:off x="6551613" y="5949950"/>
            <a:ext cx="2159000" cy="304800"/>
          </a:xfrm>
          <a:prstGeom prst="rect">
            <a:avLst/>
          </a:prstGeom>
          <a:noFill/>
          <a:ln w="28575">
            <a:noFill/>
          </a:ln>
        </p:spPr>
        <p:txBody>
          <a:bodyPr lIns="0" tIns="0" rIns="0" bIns="0">
            <a:spAutoFit/>
          </a:bodyPr>
          <a:lstStyle/>
          <a:p>
            <a:pPr algn="l">
              <a:lnSpc>
                <a:spcPct val="100000"/>
              </a:lnSpc>
              <a:spcBef>
                <a:spcPct val="0"/>
              </a:spcBef>
              <a:buClr>
                <a:schemeClr val="bg1"/>
              </a:buClr>
            </a:pPr>
            <a:r>
              <a:rPr sz="2000" b="1" i="1">
                <a:latin typeface="Times New Roman" panose="02020603050405020304" pitchFamily="18" charset="0"/>
                <a:cs typeface="Times New Roman" panose="02020603050405020304" pitchFamily="18" charset="0"/>
              </a:rPr>
              <a:t>z </a:t>
            </a:r>
            <a:r>
              <a:rPr sz="2000" b="1" i="1">
                <a:solidFill>
                  <a:schemeClr val="accent1"/>
                </a:solidFill>
                <a:latin typeface="Times New Roman" panose="02020603050405020304" pitchFamily="18" charset="0"/>
                <a:cs typeface="Times New Roman" panose="02020603050405020304" pitchFamily="18" charset="0"/>
              </a:rPr>
              <a:t>= </a:t>
            </a:r>
            <a:r>
              <a:rPr sz="2000" b="1" i="1">
                <a:latin typeface="Times New Roman" panose="02020603050405020304" pitchFamily="18" charset="0"/>
                <a:cs typeface="Times New Roman" panose="02020603050405020304" pitchFamily="18" charset="0"/>
              </a:rPr>
              <a:t>D’</a:t>
            </a:r>
            <a:endParaRPr sz="2000" b="1" i="1">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88980"/>
                                        </p:tgtEl>
                                        <p:attrNameLst>
                                          <p:attrName>style.visibility</p:attrName>
                                        </p:attrNameLst>
                                      </p:cBhvr>
                                      <p:to>
                                        <p:strVal val="visible"/>
                                      </p:to>
                                    </p:set>
                                    <p:animEffect transition="in" filter="wipe(up)">
                                      <p:cBhvr>
                                        <p:cTn id="7" dur="500"/>
                                        <p:tgtEl>
                                          <p:spTgt spid="48898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8895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8895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8896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889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Title 489473"/>
          <p:cNvSpPr>
            <a:spLocks noGrp="1"/>
          </p:cNvSpPr>
          <p:nvPr>
            <p:ph type="title"/>
          </p:nvPr>
        </p:nvSpPr>
        <p:spPr/>
        <p:txBody>
          <a:bodyPr lIns="63500" tIns="25400" rIns="63500" bIns="25400">
            <a:spAutoFit/>
          </a:bodyPr>
          <a:lstStyle/>
          <a:p>
            <a:r>
              <a:t>Design Procedure</a:t>
            </a:r>
          </a:p>
        </p:txBody>
      </p:sp>
      <p:sp>
        <p:nvSpPr>
          <p:cNvPr id="489475" name="Text Placeholder 489474"/>
          <p:cNvSpPr>
            <a:spLocks noGrp="1"/>
          </p:cNvSpPr>
          <p:nvPr>
            <p:ph type="body" idx="1"/>
          </p:nvPr>
        </p:nvSpPr>
        <p:spPr>
          <a:xfrm>
            <a:off x="106998" y="621030"/>
            <a:ext cx="8280400" cy="477838"/>
          </a:xfrm>
        </p:spPr>
        <p:txBody>
          <a:bodyPr lIns="63500" tIns="25400" rIns="63500" bIns="25400">
            <a:spAutoFit/>
          </a:bodyPr>
          <a:lstStyle/>
          <a:p>
            <a:r>
              <a:t>BCD-to-Excess 3 Converter</a:t>
            </a:r>
          </a:p>
        </p:txBody>
      </p:sp>
      <p:graphicFrame>
        <p:nvGraphicFramePr>
          <p:cNvPr id="489552" name="Table 489551"/>
          <p:cNvGraphicFramePr/>
          <p:nvPr/>
        </p:nvGraphicFramePr>
        <p:xfrm>
          <a:off x="971550" y="1630363"/>
          <a:ext cx="2162175" cy="5038725"/>
        </p:xfrm>
        <a:graphic>
          <a:graphicData uri="http://schemas.openxmlformats.org/drawingml/2006/table">
            <a:tbl>
              <a:tblPr/>
              <a:tblGrid>
                <a:gridCol w="1081088"/>
                <a:gridCol w="1081087"/>
              </a:tblGrid>
              <a:tr h="296863">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i="1">
                          <a:solidFill>
                            <a:srgbClr val="FFFF00"/>
                          </a:solidFill>
                        </a:rPr>
                        <a:t>A  B  C  D</a:t>
                      </a:r>
                      <a:endParaRPr lang="en-US" sz="1800" i="1">
                        <a:solidFill>
                          <a:srgbClr val="FFFF00"/>
                        </a:solidFill>
                      </a:endParaRPr>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i="1">
                          <a:solidFill>
                            <a:srgbClr val="FFFF00"/>
                          </a:solidFill>
                        </a:rPr>
                        <a:t>w  x  y  z</a:t>
                      </a:r>
                      <a:endParaRPr lang="en-US" sz="1800" i="1">
                        <a:solidFill>
                          <a:srgbClr val="FFFF00"/>
                        </a:solidFill>
                      </a:endParaRPr>
                    </a:p>
                  </a:txBody>
                  <a:tcPr marL="0" marR="0" marT="0" marB="0">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r>
              <a:tr h="29527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0  0  0  0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0  0  1  1</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2">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0  0  0  1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0  1  0  0</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3">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0  0  1  0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0  1  0  1</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2">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0  0  1  1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0  1  1  0</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527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0  1  0  0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0  1  1  1</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3">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0  1  0  1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1  0  0  0</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2">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0  1  1  0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1  0  0  1</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527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0  1  1  1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1  0  1  0</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3">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1  0  0  0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1  0  1  1</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2">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1  0  0  1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chemeClr val="accent1"/>
                          </a:solidFill>
                        </a:rPr>
                        <a:t>1  1  0  0</a:t>
                      </a:r>
                      <a:endParaRPr lang="en-US" sz="1800">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527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1  0  1  0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rgbClr val="996600"/>
                          </a:solidFill>
                        </a:rPr>
                        <a:t>x  x  x  x</a:t>
                      </a:r>
                      <a:endParaRPr lang="en-US" sz="1800">
                        <a:solidFill>
                          <a:srgbClr val="996600"/>
                        </a:solidFill>
                      </a:endParaRPr>
                    </a:p>
                  </a:txBody>
                  <a:tcPr marL="0" marR="0" marT="0" marB="0">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3">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1  0  1  1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rgbClr val="996600"/>
                          </a:solidFill>
                        </a:rPr>
                        <a:t>x  x  x  x</a:t>
                      </a:r>
                      <a:endParaRPr lang="en-US" sz="1800">
                        <a:solidFill>
                          <a:srgbClr val="996600"/>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2">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1  1  0  0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rgbClr val="996600"/>
                          </a:solidFill>
                        </a:rPr>
                        <a:t>x  x  x  x</a:t>
                      </a:r>
                      <a:endParaRPr lang="en-US" sz="1800">
                        <a:solidFill>
                          <a:srgbClr val="996600"/>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3">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1  1  0  1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rgbClr val="996600"/>
                          </a:solidFill>
                        </a:rPr>
                        <a:t>x  x  x  x</a:t>
                      </a:r>
                      <a:endParaRPr lang="en-US" sz="1800">
                        <a:solidFill>
                          <a:srgbClr val="996600"/>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527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1  1  1  0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rgbClr val="996600"/>
                          </a:solidFill>
                        </a:rPr>
                        <a:t>x  x  x  x</a:t>
                      </a:r>
                      <a:endParaRPr lang="en-US" sz="1800">
                        <a:solidFill>
                          <a:srgbClr val="996600"/>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6862">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1  1  1  1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solidFill>
                            <a:srgbClr val="996600"/>
                          </a:solidFill>
                        </a:rPr>
                        <a:t>x  x  x  x</a:t>
                      </a:r>
                      <a:endParaRPr lang="en-US" sz="1800">
                        <a:solidFill>
                          <a:srgbClr val="996600"/>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489546" name="Object 489545"/>
          <p:cNvGraphicFramePr/>
          <p:nvPr/>
        </p:nvGraphicFramePr>
        <p:xfrm>
          <a:off x="3355975" y="1679575"/>
          <a:ext cx="5656263" cy="3895725"/>
        </p:xfrm>
        <a:graphic>
          <a:graphicData uri="http://schemas.openxmlformats.org/presentationml/2006/ole">
            <mc:AlternateContent xmlns:mc="http://schemas.openxmlformats.org/markup-compatibility/2006">
              <mc:Choice xmlns:v="urn:schemas-microsoft-com:vml" Requires="v">
                <p:oleObj spid="_x0000_s13351" r:id="rId4" imgW="4740910" imgH="3263900" progId="Visio.Drawing.11">
                  <p:embed/>
                </p:oleObj>
              </mc:Choice>
              <mc:Fallback>
                <p:oleObj r:id="rId4" imgW="4740910" imgH="3263900" progId="Visio.Drawing.11">
                  <p:embed/>
                  <p:pic>
                    <p:nvPicPr>
                      <p:cNvPr id="0" name="Picture 3097"/>
                      <p:cNvPicPr/>
                      <p:nvPr/>
                    </p:nvPicPr>
                    <p:blipFill>
                      <a:blip r:embed="rId5"/>
                      <a:stretch>
                        <a:fillRect/>
                      </a:stretch>
                    </p:blipFill>
                    <p:spPr>
                      <a:xfrm>
                        <a:off x="3355975" y="1679575"/>
                        <a:ext cx="5656263" cy="3895725"/>
                      </a:xfrm>
                      <a:prstGeom prst="rect">
                        <a:avLst/>
                      </a:prstGeom>
                      <a:noFill/>
                      <a:ln w="38100">
                        <a:noFill/>
                        <a:miter/>
                      </a:ln>
                    </p:spPr>
                  </p:pic>
                </p:oleObj>
              </mc:Fallback>
            </mc:AlternateContent>
          </a:graphicData>
        </a:graphic>
      </p:graphicFrame>
      <p:sp>
        <p:nvSpPr>
          <p:cNvPr id="489547" name="Text Box 489546"/>
          <p:cNvSpPr txBox="1"/>
          <p:nvPr/>
        </p:nvSpPr>
        <p:spPr>
          <a:xfrm>
            <a:off x="3671888" y="5768975"/>
            <a:ext cx="2159000" cy="304800"/>
          </a:xfrm>
          <a:prstGeom prst="rect">
            <a:avLst/>
          </a:prstGeom>
          <a:noFill/>
          <a:ln w="28575">
            <a:noFill/>
          </a:ln>
        </p:spPr>
        <p:txBody>
          <a:bodyPr lIns="0" tIns="0" rIns="0" bIns="0">
            <a:spAutoFit/>
          </a:bodyPr>
          <a:lstStyle/>
          <a:p>
            <a:pPr algn="l">
              <a:lnSpc>
                <a:spcPct val="100000"/>
              </a:lnSpc>
              <a:spcBef>
                <a:spcPct val="0"/>
              </a:spcBef>
              <a:buClr>
                <a:schemeClr val="bg1"/>
              </a:buClr>
            </a:pPr>
            <a:r>
              <a:rPr sz="2000" b="1" i="1">
                <a:latin typeface="Times New Roman" panose="02020603050405020304" pitchFamily="18" charset="0"/>
                <a:cs typeface="Times New Roman" panose="02020603050405020304" pitchFamily="18" charset="0"/>
              </a:rPr>
              <a:t>w </a:t>
            </a:r>
            <a:r>
              <a:rPr sz="2000" b="1" i="1">
                <a:solidFill>
                  <a:schemeClr val="accent1"/>
                </a:solidFill>
                <a:latin typeface="Times New Roman" panose="02020603050405020304" pitchFamily="18" charset="0"/>
                <a:cs typeface="Times New Roman" panose="02020603050405020304" pitchFamily="18" charset="0"/>
              </a:rPr>
              <a:t>= </a:t>
            </a:r>
            <a:r>
              <a:rPr sz="2000" b="1" i="1">
                <a:latin typeface="Times New Roman" panose="02020603050405020304" pitchFamily="18" charset="0"/>
                <a:cs typeface="Times New Roman" panose="02020603050405020304" pitchFamily="18" charset="0"/>
              </a:rPr>
              <a:t>A </a:t>
            </a:r>
            <a:r>
              <a:rPr sz="2000" b="1" i="1">
                <a:solidFill>
                  <a:schemeClr val="accent2"/>
                </a:solidFill>
                <a:latin typeface="Times New Roman" panose="02020603050405020304" pitchFamily="18" charset="0"/>
                <a:cs typeface="Times New Roman" panose="02020603050405020304" pitchFamily="18" charset="0"/>
              </a:rPr>
              <a:t>+ </a:t>
            </a:r>
            <a:r>
              <a:rPr sz="2000" b="1" i="1">
                <a:latin typeface="Times New Roman" panose="02020603050405020304" pitchFamily="18" charset="0"/>
                <a:cs typeface="Times New Roman" panose="02020603050405020304" pitchFamily="18" charset="0"/>
              </a:rPr>
              <a:t>B</a:t>
            </a:r>
            <a:r>
              <a:rPr sz="2000" b="1">
                <a:latin typeface="Times New Roman" panose="02020603050405020304" pitchFamily="18" charset="0"/>
                <a:cs typeface="Times New Roman" panose="02020603050405020304" pitchFamily="18" charset="0"/>
              </a:rPr>
              <a:t>(</a:t>
            </a:r>
            <a:r>
              <a:rPr sz="2000" b="1" i="1">
                <a:latin typeface="Times New Roman" panose="02020603050405020304" pitchFamily="18" charset="0"/>
                <a:cs typeface="Times New Roman" panose="02020603050405020304" pitchFamily="18" charset="0"/>
              </a:rPr>
              <a:t>C</a:t>
            </a:r>
            <a:r>
              <a:rPr sz="2000" b="1" i="1">
                <a:solidFill>
                  <a:schemeClr val="accent2"/>
                </a:solidFill>
                <a:latin typeface="Times New Roman" panose="02020603050405020304" pitchFamily="18" charset="0"/>
                <a:cs typeface="Times New Roman" panose="02020603050405020304" pitchFamily="18" charset="0"/>
              </a:rPr>
              <a:t>+</a:t>
            </a:r>
            <a:r>
              <a:rPr sz="2000" b="1" i="1">
                <a:latin typeface="Times New Roman" panose="02020603050405020304" pitchFamily="18" charset="0"/>
                <a:cs typeface="Times New Roman" panose="02020603050405020304" pitchFamily="18" charset="0"/>
              </a:rPr>
              <a:t>D</a:t>
            </a:r>
            <a:r>
              <a:rPr sz="2000" b="1">
                <a:latin typeface="Times New Roman" panose="02020603050405020304" pitchFamily="18" charset="0"/>
                <a:cs typeface="Times New Roman" panose="02020603050405020304" pitchFamily="18" charset="0"/>
              </a:rPr>
              <a:t>)</a:t>
            </a:r>
            <a:endParaRPr sz="2000" b="1">
              <a:latin typeface="Times New Roman" panose="02020603050405020304" pitchFamily="18" charset="0"/>
              <a:ea typeface="Times New Roman" panose="02020603050405020304" pitchFamily="18" charset="0"/>
            </a:endParaRPr>
          </a:p>
        </p:txBody>
      </p:sp>
      <p:sp>
        <p:nvSpPr>
          <p:cNvPr id="489548" name="Text Box 489547"/>
          <p:cNvSpPr txBox="1"/>
          <p:nvPr/>
        </p:nvSpPr>
        <p:spPr>
          <a:xfrm>
            <a:off x="3671888" y="6129338"/>
            <a:ext cx="2700337" cy="304800"/>
          </a:xfrm>
          <a:prstGeom prst="rect">
            <a:avLst/>
          </a:prstGeom>
          <a:noFill/>
          <a:ln w="28575">
            <a:noFill/>
          </a:ln>
        </p:spPr>
        <p:txBody>
          <a:bodyPr lIns="0" tIns="0" rIns="0" bIns="0">
            <a:spAutoFit/>
          </a:bodyPr>
          <a:lstStyle/>
          <a:p>
            <a:pPr algn="l">
              <a:lnSpc>
                <a:spcPct val="100000"/>
              </a:lnSpc>
              <a:spcBef>
                <a:spcPct val="0"/>
              </a:spcBef>
              <a:buClr>
                <a:schemeClr val="bg1"/>
              </a:buClr>
            </a:pPr>
            <a:r>
              <a:rPr sz="2000" b="1" i="1">
                <a:latin typeface="Times New Roman" panose="02020603050405020304" pitchFamily="18" charset="0"/>
                <a:cs typeface="Times New Roman" panose="02020603050405020304" pitchFamily="18" charset="0"/>
              </a:rPr>
              <a:t>x </a:t>
            </a:r>
            <a:r>
              <a:rPr sz="2000" b="1" i="1">
                <a:solidFill>
                  <a:schemeClr val="accent1"/>
                </a:solidFill>
                <a:latin typeface="Times New Roman" panose="02020603050405020304" pitchFamily="18" charset="0"/>
                <a:cs typeface="Times New Roman" panose="02020603050405020304" pitchFamily="18" charset="0"/>
              </a:rPr>
              <a:t>= </a:t>
            </a:r>
            <a:r>
              <a:rPr sz="2000" b="1" i="1">
                <a:latin typeface="Times New Roman" panose="02020603050405020304" pitchFamily="18" charset="0"/>
                <a:cs typeface="Times New Roman" panose="02020603050405020304" pitchFamily="18" charset="0"/>
              </a:rPr>
              <a:t>B’</a:t>
            </a:r>
            <a:r>
              <a:rPr sz="2000" b="1">
                <a:latin typeface="Times New Roman" panose="02020603050405020304" pitchFamily="18" charset="0"/>
                <a:cs typeface="Times New Roman" panose="02020603050405020304" pitchFamily="18" charset="0"/>
              </a:rPr>
              <a:t>(</a:t>
            </a:r>
            <a:r>
              <a:rPr sz="2000" b="1" i="1">
                <a:latin typeface="Times New Roman" panose="02020603050405020304" pitchFamily="18" charset="0"/>
                <a:cs typeface="Times New Roman" panose="02020603050405020304" pitchFamily="18" charset="0"/>
              </a:rPr>
              <a:t>C</a:t>
            </a:r>
            <a:r>
              <a:rPr sz="2000" b="1" i="1">
                <a:solidFill>
                  <a:schemeClr val="accent2"/>
                </a:solidFill>
                <a:latin typeface="Times New Roman" panose="02020603050405020304" pitchFamily="18" charset="0"/>
                <a:cs typeface="Times New Roman" panose="02020603050405020304" pitchFamily="18" charset="0"/>
              </a:rPr>
              <a:t>+</a:t>
            </a:r>
            <a:r>
              <a:rPr sz="2000" b="1" i="1">
                <a:latin typeface="Times New Roman" panose="02020603050405020304" pitchFamily="18" charset="0"/>
                <a:cs typeface="Times New Roman" panose="02020603050405020304" pitchFamily="18" charset="0"/>
              </a:rPr>
              <a:t>D</a:t>
            </a:r>
            <a:r>
              <a:rPr sz="2000" b="1">
                <a:latin typeface="Times New Roman" panose="02020603050405020304" pitchFamily="18" charset="0"/>
                <a:cs typeface="Times New Roman" panose="02020603050405020304" pitchFamily="18" charset="0"/>
              </a:rPr>
              <a:t>) </a:t>
            </a:r>
            <a:r>
              <a:rPr sz="2000" b="1" i="1">
                <a:solidFill>
                  <a:schemeClr val="accent2"/>
                </a:solidFill>
                <a:latin typeface="Times New Roman" panose="02020603050405020304" pitchFamily="18" charset="0"/>
                <a:cs typeface="Times New Roman" panose="02020603050405020304" pitchFamily="18" charset="0"/>
              </a:rPr>
              <a:t>+ </a:t>
            </a:r>
            <a:r>
              <a:rPr sz="2000" b="1" i="1">
                <a:latin typeface="Times New Roman" panose="02020603050405020304" pitchFamily="18" charset="0"/>
                <a:cs typeface="Times New Roman" panose="02020603050405020304" pitchFamily="18" charset="0"/>
              </a:rPr>
              <a:t>B</a:t>
            </a:r>
            <a:r>
              <a:rPr sz="2000" b="1">
                <a:latin typeface="Times New Roman" panose="02020603050405020304" pitchFamily="18" charset="0"/>
                <a:cs typeface="Times New Roman" panose="02020603050405020304" pitchFamily="18" charset="0"/>
              </a:rPr>
              <a:t>(</a:t>
            </a:r>
            <a:r>
              <a:rPr sz="2000" b="1" i="1">
                <a:latin typeface="Times New Roman" panose="02020603050405020304" pitchFamily="18" charset="0"/>
                <a:cs typeface="Times New Roman" panose="02020603050405020304" pitchFamily="18" charset="0"/>
              </a:rPr>
              <a:t>C</a:t>
            </a:r>
            <a:r>
              <a:rPr sz="2000" b="1" i="1">
                <a:solidFill>
                  <a:schemeClr val="accent2"/>
                </a:solidFill>
                <a:latin typeface="Times New Roman" panose="02020603050405020304" pitchFamily="18" charset="0"/>
                <a:cs typeface="Times New Roman" panose="02020603050405020304" pitchFamily="18" charset="0"/>
              </a:rPr>
              <a:t>+</a:t>
            </a:r>
            <a:r>
              <a:rPr sz="2000" b="1" i="1">
                <a:latin typeface="Times New Roman" panose="02020603050405020304" pitchFamily="18" charset="0"/>
                <a:cs typeface="Times New Roman" panose="02020603050405020304" pitchFamily="18" charset="0"/>
              </a:rPr>
              <a:t>D</a:t>
            </a:r>
            <a:r>
              <a:rPr sz="2000" b="1">
                <a:latin typeface="Times New Roman" panose="02020603050405020304" pitchFamily="18" charset="0"/>
                <a:cs typeface="Times New Roman" panose="02020603050405020304" pitchFamily="18" charset="0"/>
              </a:rPr>
              <a:t>)</a:t>
            </a:r>
            <a:r>
              <a:rPr sz="2000" b="1" i="1">
                <a:latin typeface="Times New Roman" panose="02020603050405020304" pitchFamily="18" charset="0"/>
                <a:cs typeface="Times New Roman" panose="02020603050405020304" pitchFamily="18" charset="0"/>
              </a:rPr>
              <a:t>’</a:t>
            </a:r>
            <a:endParaRPr sz="2000" b="1" i="1">
              <a:latin typeface="Times New Roman" panose="02020603050405020304" pitchFamily="18" charset="0"/>
              <a:ea typeface="Times New Roman" panose="02020603050405020304" pitchFamily="18" charset="0"/>
            </a:endParaRPr>
          </a:p>
        </p:txBody>
      </p:sp>
      <p:sp>
        <p:nvSpPr>
          <p:cNvPr id="489549" name="Text Box 489548"/>
          <p:cNvSpPr txBox="1"/>
          <p:nvPr/>
        </p:nvSpPr>
        <p:spPr>
          <a:xfrm>
            <a:off x="6551613" y="5768975"/>
            <a:ext cx="1800225" cy="304800"/>
          </a:xfrm>
          <a:prstGeom prst="rect">
            <a:avLst/>
          </a:prstGeom>
          <a:noFill/>
          <a:ln w="28575">
            <a:noFill/>
          </a:ln>
        </p:spPr>
        <p:txBody>
          <a:bodyPr lIns="0" tIns="0" rIns="0" bIns="0">
            <a:spAutoFit/>
          </a:bodyPr>
          <a:lstStyle/>
          <a:p>
            <a:pPr algn="l">
              <a:lnSpc>
                <a:spcPct val="100000"/>
              </a:lnSpc>
              <a:spcBef>
                <a:spcPct val="0"/>
              </a:spcBef>
              <a:buClr>
                <a:schemeClr val="bg1"/>
              </a:buClr>
            </a:pPr>
            <a:r>
              <a:rPr sz="2000" b="1" i="1">
                <a:latin typeface="Times New Roman" panose="02020603050405020304" pitchFamily="18" charset="0"/>
                <a:cs typeface="Times New Roman" panose="02020603050405020304" pitchFamily="18" charset="0"/>
              </a:rPr>
              <a:t>y </a:t>
            </a:r>
            <a:r>
              <a:rPr sz="2000" b="1" i="1">
                <a:solidFill>
                  <a:schemeClr val="accent1"/>
                </a:solidFill>
                <a:latin typeface="Times New Roman" panose="02020603050405020304" pitchFamily="18" charset="0"/>
                <a:cs typeface="Times New Roman" panose="02020603050405020304" pitchFamily="18" charset="0"/>
              </a:rPr>
              <a:t>= </a:t>
            </a:r>
            <a:r>
              <a:rPr sz="2000" b="1">
                <a:latin typeface="Times New Roman" panose="02020603050405020304" pitchFamily="18" charset="0"/>
                <a:cs typeface="Times New Roman" panose="02020603050405020304" pitchFamily="18" charset="0"/>
              </a:rPr>
              <a:t>(</a:t>
            </a:r>
            <a:r>
              <a:rPr sz="2000" b="1" i="1">
                <a:latin typeface="Times New Roman" panose="02020603050405020304" pitchFamily="18" charset="0"/>
                <a:cs typeface="Times New Roman" panose="02020603050405020304" pitchFamily="18" charset="0"/>
              </a:rPr>
              <a:t>C</a:t>
            </a:r>
            <a:r>
              <a:rPr sz="2000" b="1" i="1">
                <a:solidFill>
                  <a:schemeClr val="accent2"/>
                </a:solidFill>
                <a:latin typeface="Times New Roman" panose="02020603050405020304" pitchFamily="18" charset="0"/>
                <a:cs typeface="Times New Roman" panose="02020603050405020304" pitchFamily="18" charset="0"/>
              </a:rPr>
              <a:t>+</a:t>
            </a:r>
            <a:r>
              <a:rPr sz="2000" b="1" i="1">
                <a:latin typeface="Times New Roman" panose="02020603050405020304" pitchFamily="18" charset="0"/>
                <a:cs typeface="Times New Roman" panose="02020603050405020304" pitchFamily="18" charset="0"/>
              </a:rPr>
              <a:t>D</a:t>
            </a:r>
            <a:r>
              <a:rPr sz="2000" b="1">
                <a:latin typeface="Times New Roman" panose="02020603050405020304" pitchFamily="18" charset="0"/>
                <a:cs typeface="Times New Roman" panose="02020603050405020304" pitchFamily="18" charset="0"/>
              </a:rPr>
              <a:t>)</a:t>
            </a:r>
            <a:r>
              <a:rPr sz="2000" b="1" i="1">
                <a:latin typeface="Times New Roman" panose="02020603050405020304" pitchFamily="18" charset="0"/>
                <a:cs typeface="Times New Roman" panose="02020603050405020304" pitchFamily="18" charset="0"/>
              </a:rPr>
              <a:t>’ </a:t>
            </a:r>
            <a:r>
              <a:rPr sz="2000" b="1" i="1">
                <a:solidFill>
                  <a:schemeClr val="accent2"/>
                </a:solidFill>
                <a:latin typeface="Times New Roman" panose="02020603050405020304" pitchFamily="18" charset="0"/>
                <a:cs typeface="Times New Roman" panose="02020603050405020304" pitchFamily="18" charset="0"/>
              </a:rPr>
              <a:t>+ </a:t>
            </a:r>
            <a:r>
              <a:rPr sz="2000" b="1" i="1">
                <a:latin typeface="Times New Roman" panose="02020603050405020304" pitchFamily="18" charset="0"/>
                <a:cs typeface="Times New Roman" panose="02020603050405020304" pitchFamily="18" charset="0"/>
              </a:rPr>
              <a:t>CD</a:t>
            </a:r>
            <a:endParaRPr sz="2000" b="1" i="1">
              <a:latin typeface="Times New Roman" panose="02020603050405020304" pitchFamily="18" charset="0"/>
              <a:ea typeface="Times New Roman" panose="02020603050405020304" pitchFamily="18" charset="0"/>
            </a:endParaRPr>
          </a:p>
        </p:txBody>
      </p:sp>
      <p:sp>
        <p:nvSpPr>
          <p:cNvPr id="489550" name="Text Box 489549"/>
          <p:cNvSpPr txBox="1"/>
          <p:nvPr/>
        </p:nvSpPr>
        <p:spPr>
          <a:xfrm>
            <a:off x="6551613" y="6129338"/>
            <a:ext cx="1620837" cy="304800"/>
          </a:xfrm>
          <a:prstGeom prst="rect">
            <a:avLst/>
          </a:prstGeom>
          <a:noFill/>
          <a:ln w="28575">
            <a:noFill/>
          </a:ln>
        </p:spPr>
        <p:txBody>
          <a:bodyPr lIns="0" tIns="0" rIns="0" bIns="0">
            <a:spAutoFit/>
          </a:bodyPr>
          <a:lstStyle/>
          <a:p>
            <a:pPr algn="l">
              <a:lnSpc>
                <a:spcPct val="100000"/>
              </a:lnSpc>
              <a:spcBef>
                <a:spcPct val="0"/>
              </a:spcBef>
              <a:buClr>
                <a:schemeClr val="bg1"/>
              </a:buClr>
            </a:pPr>
            <a:r>
              <a:rPr sz="2000" b="1" i="1">
                <a:latin typeface="Times New Roman" panose="02020603050405020304" pitchFamily="18" charset="0"/>
                <a:cs typeface="Times New Roman" panose="02020603050405020304" pitchFamily="18" charset="0"/>
              </a:rPr>
              <a:t>z </a:t>
            </a:r>
            <a:r>
              <a:rPr sz="2000" b="1" i="1">
                <a:solidFill>
                  <a:schemeClr val="accent1"/>
                </a:solidFill>
                <a:latin typeface="Times New Roman" panose="02020603050405020304" pitchFamily="18" charset="0"/>
                <a:cs typeface="Times New Roman" panose="02020603050405020304" pitchFamily="18" charset="0"/>
              </a:rPr>
              <a:t>= </a:t>
            </a:r>
            <a:r>
              <a:rPr sz="2000" b="1" i="1">
                <a:latin typeface="Times New Roman" panose="02020603050405020304" pitchFamily="18" charset="0"/>
                <a:cs typeface="Times New Roman" panose="02020603050405020304" pitchFamily="18" charset="0"/>
              </a:rPr>
              <a:t>D’</a:t>
            </a:r>
            <a:endParaRPr sz="2000" b="1" i="1">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7</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0701" name="Picture 490700"/>
          <p:cNvPicPr>
            <a:picLocks noChangeAspect="1"/>
          </p:cNvPicPr>
          <p:nvPr/>
        </p:nvPicPr>
        <p:blipFill>
          <a:blip r:embed="rId3"/>
          <a:stretch>
            <a:fillRect/>
          </a:stretch>
        </p:blipFill>
        <p:spPr>
          <a:xfrm>
            <a:off x="6732588" y="4219575"/>
            <a:ext cx="1760537" cy="1071563"/>
          </a:xfrm>
          <a:prstGeom prst="rect">
            <a:avLst/>
          </a:prstGeom>
          <a:noFill/>
          <a:ln w="9525">
            <a:noFill/>
          </a:ln>
        </p:spPr>
      </p:pic>
      <p:sp>
        <p:nvSpPr>
          <p:cNvPr id="490498" name="Title 490497"/>
          <p:cNvSpPr>
            <a:spLocks noGrp="1"/>
          </p:cNvSpPr>
          <p:nvPr>
            <p:ph type="title"/>
          </p:nvPr>
        </p:nvSpPr>
        <p:spPr/>
        <p:txBody>
          <a:bodyPr lIns="63500" tIns="25400" rIns="63500" bIns="25400">
            <a:spAutoFit/>
          </a:bodyPr>
          <a:lstStyle/>
          <a:p>
            <a:r>
              <a:rPr lang="en-US" dirty="0" smtClean="0"/>
              <a:t>1.Design a </a:t>
            </a:r>
            <a:r>
              <a:rPr dirty="0" smtClean="0"/>
              <a:t>Seven-Segment Decoder</a:t>
            </a:r>
            <a:r>
              <a:rPr lang="en-US" dirty="0" smtClean="0"/>
              <a:t/>
            </a:r>
            <a:br>
              <a:rPr lang="en-US" dirty="0" smtClean="0"/>
            </a:br>
            <a:r>
              <a:rPr lang="en-US" dirty="0" smtClean="0"/>
              <a:t/>
            </a:r>
            <a:br>
              <a:rPr lang="en-US" dirty="0" smtClean="0"/>
            </a:br>
            <a:r>
              <a:rPr lang="en-US" dirty="0" smtClean="0"/>
              <a:t>Group Assignment</a:t>
            </a:r>
            <a:endParaRPr dirty="0"/>
          </a:p>
        </p:txBody>
      </p:sp>
      <p:grpSp>
        <p:nvGrpSpPr>
          <p:cNvPr id="490500" name="Group 490499"/>
          <p:cNvGrpSpPr/>
          <p:nvPr/>
        </p:nvGrpSpPr>
        <p:grpSpPr>
          <a:xfrm>
            <a:off x="6551613" y="908050"/>
            <a:ext cx="2027237" cy="3121025"/>
            <a:chOff x="3470" y="2099"/>
            <a:chExt cx="1277" cy="1966"/>
          </a:xfrm>
        </p:grpSpPr>
        <p:grpSp>
          <p:nvGrpSpPr>
            <p:cNvPr id="490501" name="Group 490500"/>
            <p:cNvGrpSpPr/>
            <p:nvPr/>
          </p:nvGrpSpPr>
          <p:grpSpPr>
            <a:xfrm>
              <a:off x="3681" y="2371"/>
              <a:ext cx="889" cy="1417"/>
              <a:chOff x="3681" y="2371"/>
              <a:chExt cx="889" cy="1417"/>
            </a:xfrm>
          </p:grpSpPr>
          <p:sp>
            <p:nvSpPr>
              <p:cNvPr id="490502" name="Rounded Rectangle 490501"/>
              <p:cNvSpPr/>
              <p:nvPr/>
            </p:nvSpPr>
            <p:spPr>
              <a:xfrm rot="-5089469">
                <a:off x="4202" y="2706"/>
                <a:ext cx="623" cy="113"/>
              </a:xfrm>
              <a:prstGeom prst="roundRect">
                <a:avLst>
                  <a:gd name="adj" fmla="val 50000"/>
                </a:avLst>
              </a:prstGeom>
              <a:solidFill>
                <a:schemeClr val="bg1">
                  <a:alpha val="50000"/>
                </a:schemeClr>
              </a:solidFill>
              <a:ln w="12700" cap="flat" cmpd="sng">
                <a:solidFill>
                  <a:schemeClr val="tx1"/>
                </a:solidFill>
                <a:prstDash val="solid"/>
                <a:headEnd type="none" w="med" len="med"/>
                <a:tailEnd type="none" w="med" len="med"/>
              </a:ln>
            </p:spPr>
            <p:txBody>
              <a:bodyPr/>
              <a:lstStyle/>
              <a:p>
                <a:endParaRPr lang="en-US"/>
              </a:p>
            </p:txBody>
          </p:sp>
          <p:sp>
            <p:nvSpPr>
              <p:cNvPr id="490503" name="Rounded Rectangle 490502"/>
              <p:cNvSpPr/>
              <p:nvPr/>
            </p:nvSpPr>
            <p:spPr>
              <a:xfrm rot="-26688334">
                <a:off x="3426" y="3351"/>
                <a:ext cx="623" cy="113"/>
              </a:xfrm>
              <a:prstGeom prst="roundRect">
                <a:avLst>
                  <a:gd name="adj" fmla="val 50000"/>
                </a:avLst>
              </a:prstGeom>
              <a:solidFill>
                <a:schemeClr val="bg1">
                  <a:alpha val="50000"/>
                </a:schemeClr>
              </a:solidFill>
              <a:ln w="12700" cap="flat" cmpd="sng">
                <a:solidFill>
                  <a:schemeClr val="tx1"/>
                </a:solidFill>
                <a:prstDash val="solid"/>
                <a:headEnd type="none" w="med" len="med"/>
                <a:tailEnd type="none" w="med" len="med"/>
              </a:ln>
            </p:spPr>
            <p:txBody>
              <a:bodyPr/>
              <a:lstStyle/>
              <a:p>
                <a:endParaRPr lang="en-US"/>
              </a:p>
            </p:txBody>
          </p:sp>
          <p:sp>
            <p:nvSpPr>
              <p:cNvPr id="490504" name="Rounded Rectangle 490503"/>
              <p:cNvSpPr/>
              <p:nvPr/>
            </p:nvSpPr>
            <p:spPr>
              <a:xfrm rot="16510532">
                <a:off x="3487" y="2692"/>
                <a:ext cx="623" cy="113"/>
              </a:xfrm>
              <a:prstGeom prst="roundRect">
                <a:avLst>
                  <a:gd name="adj" fmla="val 50000"/>
                </a:avLst>
              </a:prstGeom>
              <a:solidFill>
                <a:schemeClr val="accent1"/>
              </a:solidFill>
              <a:ln w="12700" cap="flat" cmpd="sng">
                <a:solidFill>
                  <a:schemeClr val="tx1"/>
                </a:solidFill>
                <a:prstDash val="solid"/>
                <a:headEnd type="none" w="med" len="med"/>
                <a:tailEnd type="none" w="med" len="med"/>
              </a:ln>
            </p:spPr>
            <p:txBody>
              <a:bodyPr/>
              <a:lstStyle/>
              <a:p>
                <a:endParaRPr lang="en-US"/>
              </a:p>
            </p:txBody>
          </p:sp>
          <p:sp>
            <p:nvSpPr>
              <p:cNvPr id="490505" name="Rounded Rectangle 490504"/>
              <p:cNvSpPr/>
              <p:nvPr/>
            </p:nvSpPr>
            <p:spPr>
              <a:xfrm rot="16508654">
                <a:off x="4153" y="3363"/>
                <a:ext cx="623" cy="113"/>
              </a:xfrm>
              <a:prstGeom prst="roundRect">
                <a:avLst>
                  <a:gd name="adj" fmla="val 50000"/>
                </a:avLst>
              </a:prstGeom>
              <a:solidFill>
                <a:schemeClr val="accent1"/>
              </a:solidFill>
              <a:ln w="12700" cap="flat" cmpd="sng">
                <a:solidFill>
                  <a:schemeClr val="tx1"/>
                </a:solidFill>
                <a:prstDash val="solid"/>
                <a:headEnd type="none" w="med" len="med"/>
                <a:tailEnd type="none" w="med" len="med"/>
              </a:ln>
            </p:spPr>
            <p:txBody>
              <a:bodyPr/>
              <a:lstStyle/>
              <a:p>
                <a:endParaRPr lang="en-US"/>
              </a:p>
            </p:txBody>
          </p:sp>
          <p:sp>
            <p:nvSpPr>
              <p:cNvPr id="490506" name="Rounded Rectangle 490505"/>
              <p:cNvSpPr/>
              <p:nvPr/>
            </p:nvSpPr>
            <p:spPr>
              <a:xfrm>
                <a:off x="3763" y="3675"/>
                <a:ext cx="623" cy="113"/>
              </a:xfrm>
              <a:prstGeom prst="roundRect">
                <a:avLst>
                  <a:gd name="adj" fmla="val 50000"/>
                </a:avLst>
              </a:prstGeom>
              <a:solidFill>
                <a:schemeClr val="accent1"/>
              </a:solidFill>
              <a:ln w="12700" cap="flat" cmpd="sng">
                <a:solidFill>
                  <a:schemeClr val="tx1"/>
                </a:solidFill>
                <a:prstDash val="solid"/>
                <a:headEnd type="none" w="med" len="med"/>
                <a:tailEnd type="none" w="med" len="med"/>
              </a:ln>
            </p:spPr>
            <p:txBody>
              <a:bodyPr/>
              <a:lstStyle/>
              <a:p>
                <a:endParaRPr lang="en-US"/>
              </a:p>
            </p:txBody>
          </p:sp>
          <p:sp>
            <p:nvSpPr>
              <p:cNvPr id="490507" name="Rounded Rectangle 490506"/>
              <p:cNvSpPr/>
              <p:nvPr/>
            </p:nvSpPr>
            <p:spPr>
              <a:xfrm>
                <a:off x="3872" y="2371"/>
                <a:ext cx="623" cy="113"/>
              </a:xfrm>
              <a:prstGeom prst="roundRect">
                <a:avLst>
                  <a:gd name="adj" fmla="val 50000"/>
                </a:avLst>
              </a:prstGeom>
              <a:solidFill>
                <a:schemeClr val="accent1"/>
              </a:solidFill>
              <a:ln w="12700" cap="flat" cmpd="sng">
                <a:solidFill>
                  <a:schemeClr val="tx1"/>
                </a:solidFill>
                <a:prstDash val="solid"/>
                <a:headEnd type="none" w="med" len="med"/>
                <a:tailEnd type="none" w="med" len="med"/>
              </a:ln>
            </p:spPr>
            <p:txBody>
              <a:bodyPr/>
              <a:lstStyle/>
              <a:p>
                <a:endParaRPr lang="en-US"/>
              </a:p>
            </p:txBody>
          </p:sp>
          <p:sp>
            <p:nvSpPr>
              <p:cNvPr id="490508" name="Rounded Rectangle 490507"/>
              <p:cNvSpPr/>
              <p:nvPr/>
            </p:nvSpPr>
            <p:spPr>
              <a:xfrm>
                <a:off x="3818" y="3034"/>
                <a:ext cx="623" cy="113"/>
              </a:xfrm>
              <a:prstGeom prst="roundRect">
                <a:avLst>
                  <a:gd name="adj" fmla="val 47759"/>
                </a:avLst>
              </a:prstGeom>
              <a:solidFill>
                <a:schemeClr val="accent1"/>
              </a:solidFill>
              <a:ln w="12700" cap="flat" cmpd="sng">
                <a:solidFill>
                  <a:schemeClr val="tx1"/>
                </a:solidFill>
                <a:prstDash val="solid"/>
                <a:headEnd type="none" w="med" len="med"/>
                <a:tailEnd type="none" w="med" len="med"/>
              </a:ln>
            </p:spPr>
            <p:txBody>
              <a:bodyPr/>
              <a:lstStyle/>
              <a:p>
                <a:endParaRPr lang="en-US"/>
              </a:p>
            </p:txBody>
          </p:sp>
        </p:grpSp>
        <p:sp>
          <p:nvSpPr>
            <p:cNvPr id="490509" name="Text Box 490508"/>
            <p:cNvSpPr txBox="1"/>
            <p:nvPr/>
          </p:nvSpPr>
          <p:spPr>
            <a:xfrm>
              <a:off x="4059" y="2099"/>
              <a:ext cx="182" cy="288"/>
            </a:xfrm>
            <a:prstGeom prst="rect">
              <a:avLst/>
            </a:prstGeom>
            <a:noFill/>
            <a:ln w="12700">
              <a:noFill/>
            </a:ln>
          </p:spPr>
          <p:txBody>
            <a:bodyPr>
              <a:spAutoFit/>
            </a:bodyPr>
            <a:lstStyle/>
            <a:p>
              <a:pPr algn="l">
                <a:lnSpc>
                  <a:spcPct val="100000"/>
                </a:lnSpc>
                <a:spcBef>
                  <a:spcPct val="0"/>
                </a:spcBef>
              </a:pPr>
              <a:r>
                <a:rPr sz="2400">
                  <a:solidFill>
                    <a:srgbClr val="900000"/>
                  </a:solidFill>
                  <a:latin typeface="Times New Roman" panose="02020603050405020304" pitchFamily="18" charset="0"/>
                </a:rPr>
                <a:t>a</a:t>
              </a:r>
            </a:p>
          </p:txBody>
        </p:sp>
        <p:sp>
          <p:nvSpPr>
            <p:cNvPr id="490510" name="Text Box 490509"/>
            <p:cNvSpPr txBox="1"/>
            <p:nvPr/>
          </p:nvSpPr>
          <p:spPr>
            <a:xfrm>
              <a:off x="4567" y="2598"/>
              <a:ext cx="180" cy="288"/>
            </a:xfrm>
            <a:prstGeom prst="rect">
              <a:avLst/>
            </a:prstGeom>
            <a:noFill/>
            <a:ln w="12700">
              <a:noFill/>
            </a:ln>
          </p:spPr>
          <p:txBody>
            <a:bodyPr>
              <a:spAutoFit/>
            </a:bodyPr>
            <a:lstStyle/>
            <a:p>
              <a:pPr>
                <a:lnSpc>
                  <a:spcPct val="100000"/>
                </a:lnSpc>
                <a:spcBef>
                  <a:spcPct val="0"/>
                </a:spcBef>
              </a:pPr>
              <a:r>
                <a:rPr sz="2400">
                  <a:solidFill>
                    <a:srgbClr val="900000"/>
                  </a:solidFill>
                  <a:latin typeface="Times New Roman" panose="02020603050405020304" pitchFamily="18" charset="0"/>
                </a:rPr>
                <a:t>b</a:t>
              </a:r>
            </a:p>
          </p:txBody>
        </p:sp>
        <p:sp>
          <p:nvSpPr>
            <p:cNvPr id="490511" name="Text Box 490510"/>
            <p:cNvSpPr txBox="1"/>
            <p:nvPr/>
          </p:nvSpPr>
          <p:spPr>
            <a:xfrm>
              <a:off x="4528" y="3233"/>
              <a:ext cx="180" cy="288"/>
            </a:xfrm>
            <a:prstGeom prst="rect">
              <a:avLst/>
            </a:prstGeom>
            <a:noFill/>
            <a:ln w="12700">
              <a:noFill/>
            </a:ln>
          </p:spPr>
          <p:txBody>
            <a:bodyPr>
              <a:spAutoFit/>
            </a:bodyPr>
            <a:lstStyle/>
            <a:p>
              <a:pPr>
                <a:lnSpc>
                  <a:spcPct val="100000"/>
                </a:lnSpc>
                <a:spcBef>
                  <a:spcPct val="0"/>
                </a:spcBef>
              </a:pPr>
              <a:r>
                <a:rPr sz="2400">
                  <a:solidFill>
                    <a:srgbClr val="900000"/>
                  </a:solidFill>
                  <a:latin typeface="Times New Roman" panose="02020603050405020304" pitchFamily="18" charset="0"/>
                </a:rPr>
                <a:t>c</a:t>
              </a:r>
            </a:p>
          </p:txBody>
        </p:sp>
        <p:sp>
          <p:nvSpPr>
            <p:cNvPr id="490512" name="Text Box 490511"/>
            <p:cNvSpPr txBox="1"/>
            <p:nvPr/>
          </p:nvSpPr>
          <p:spPr>
            <a:xfrm>
              <a:off x="4050" y="2725"/>
              <a:ext cx="200" cy="288"/>
            </a:xfrm>
            <a:prstGeom prst="rect">
              <a:avLst/>
            </a:prstGeom>
            <a:noFill/>
            <a:ln w="12700">
              <a:noFill/>
            </a:ln>
          </p:spPr>
          <p:txBody>
            <a:bodyPr>
              <a:spAutoFit/>
            </a:bodyPr>
            <a:lstStyle/>
            <a:p>
              <a:pPr>
                <a:lnSpc>
                  <a:spcPct val="100000"/>
                </a:lnSpc>
                <a:spcBef>
                  <a:spcPct val="0"/>
                </a:spcBef>
              </a:pPr>
              <a:r>
                <a:rPr sz="2400">
                  <a:solidFill>
                    <a:srgbClr val="900000"/>
                  </a:solidFill>
                  <a:latin typeface="Times New Roman" panose="02020603050405020304" pitchFamily="18" charset="0"/>
                </a:rPr>
                <a:t>g</a:t>
              </a:r>
            </a:p>
          </p:txBody>
        </p:sp>
        <p:sp>
          <p:nvSpPr>
            <p:cNvPr id="490513" name="Text Box 490512"/>
            <p:cNvSpPr txBox="1"/>
            <p:nvPr/>
          </p:nvSpPr>
          <p:spPr>
            <a:xfrm>
              <a:off x="3470" y="3233"/>
              <a:ext cx="181" cy="288"/>
            </a:xfrm>
            <a:prstGeom prst="rect">
              <a:avLst/>
            </a:prstGeom>
            <a:noFill/>
            <a:ln w="12700">
              <a:noFill/>
            </a:ln>
          </p:spPr>
          <p:txBody>
            <a:bodyPr>
              <a:spAutoFit/>
            </a:bodyPr>
            <a:lstStyle/>
            <a:p>
              <a:pPr>
                <a:lnSpc>
                  <a:spcPct val="100000"/>
                </a:lnSpc>
                <a:spcBef>
                  <a:spcPct val="0"/>
                </a:spcBef>
              </a:pPr>
              <a:r>
                <a:rPr sz="2400">
                  <a:solidFill>
                    <a:srgbClr val="900000"/>
                  </a:solidFill>
                  <a:latin typeface="Times New Roman" panose="02020603050405020304" pitchFamily="18" charset="0"/>
                </a:rPr>
                <a:t>e</a:t>
              </a:r>
            </a:p>
          </p:txBody>
        </p:sp>
        <p:sp>
          <p:nvSpPr>
            <p:cNvPr id="490514" name="Text Box 490513"/>
            <p:cNvSpPr txBox="1"/>
            <p:nvPr/>
          </p:nvSpPr>
          <p:spPr>
            <a:xfrm>
              <a:off x="3950" y="3777"/>
              <a:ext cx="200" cy="288"/>
            </a:xfrm>
            <a:prstGeom prst="rect">
              <a:avLst/>
            </a:prstGeom>
            <a:noFill/>
            <a:ln w="12700">
              <a:noFill/>
            </a:ln>
          </p:spPr>
          <p:txBody>
            <a:bodyPr>
              <a:spAutoFit/>
            </a:bodyPr>
            <a:lstStyle/>
            <a:p>
              <a:pPr>
                <a:lnSpc>
                  <a:spcPct val="100000"/>
                </a:lnSpc>
                <a:spcBef>
                  <a:spcPct val="0"/>
                </a:spcBef>
              </a:pPr>
              <a:r>
                <a:rPr sz="2400">
                  <a:solidFill>
                    <a:srgbClr val="900000"/>
                  </a:solidFill>
                  <a:latin typeface="Times New Roman" panose="02020603050405020304" pitchFamily="18" charset="0"/>
                </a:rPr>
                <a:t>d</a:t>
              </a:r>
            </a:p>
          </p:txBody>
        </p:sp>
        <p:sp>
          <p:nvSpPr>
            <p:cNvPr id="490515" name="Text Box 490514"/>
            <p:cNvSpPr txBox="1"/>
            <p:nvPr/>
          </p:nvSpPr>
          <p:spPr>
            <a:xfrm>
              <a:off x="3515" y="2598"/>
              <a:ext cx="217" cy="288"/>
            </a:xfrm>
            <a:prstGeom prst="rect">
              <a:avLst/>
            </a:prstGeom>
            <a:noFill/>
            <a:ln w="12700">
              <a:noFill/>
            </a:ln>
          </p:spPr>
          <p:txBody>
            <a:bodyPr>
              <a:spAutoFit/>
            </a:bodyPr>
            <a:lstStyle/>
            <a:p>
              <a:pPr>
                <a:lnSpc>
                  <a:spcPct val="100000"/>
                </a:lnSpc>
                <a:spcBef>
                  <a:spcPct val="0"/>
                </a:spcBef>
              </a:pPr>
              <a:r>
                <a:rPr sz="2400">
                  <a:solidFill>
                    <a:srgbClr val="900000"/>
                  </a:solidFill>
                  <a:latin typeface="Times New Roman" panose="02020603050405020304" pitchFamily="18" charset="0"/>
                </a:rPr>
                <a:t>f</a:t>
              </a:r>
            </a:p>
          </p:txBody>
        </p:sp>
      </p:grpSp>
      <p:grpSp>
        <p:nvGrpSpPr>
          <p:cNvPr id="490706" name="Group 490705"/>
          <p:cNvGrpSpPr/>
          <p:nvPr/>
        </p:nvGrpSpPr>
        <p:grpSpPr>
          <a:xfrm>
            <a:off x="3717925" y="1616075"/>
            <a:ext cx="2744788" cy="1517650"/>
            <a:chOff x="2342" y="913"/>
            <a:chExt cx="1729" cy="956"/>
          </a:xfrm>
        </p:grpSpPr>
        <p:sp>
          <p:nvSpPr>
            <p:cNvPr id="490518" name="Rounded Rectangle 490517"/>
            <p:cNvSpPr/>
            <p:nvPr/>
          </p:nvSpPr>
          <p:spPr>
            <a:xfrm>
              <a:off x="2823" y="944"/>
              <a:ext cx="794" cy="907"/>
            </a:xfrm>
            <a:prstGeom prst="roundRect">
              <a:avLst>
                <a:gd name="adj" fmla="val 16667"/>
              </a:avLst>
            </a:prstGeom>
            <a:noFill/>
            <a:ln w="28575" cap="flat" cmpd="sng">
              <a:solidFill>
                <a:schemeClr val="tx1"/>
              </a:solidFill>
              <a:prstDash val="solid"/>
              <a:headEnd type="none" w="med" len="med"/>
              <a:tailEnd type="none" w="med" len="med"/>
            </a:ln>
          </p:spPr>
          <p:txBody>
            <a:bodyPr/>
            <a:lstStyle/>
            <a:p>
              <a:endParaRPr lang="en-US"/>
            </a:p>
          </p:txBody>
        </p:sp>
        <p:sp>
          <p:nvSpPr>
            <p:cNvPr id="490519" name="Straight Connector 490518"/>
            <p:cNvSpPr/>
            <p:nvPr/>
          </p:nvSpPr>
          <p:spPr>
            <a:xfrm>
              <a:off x="2480" y="1511"/>
              <a:ext cx="343" cy="0"/>
            </a:xfrm>
            <a:prstGeom prst="line">
              <a:avLst/>
            </a:prstGeom>
            <a:ln w="28575" cap="flat" cmpd="sng">
              <a:solidFill>
                <a:schemeClr val="accent2"/>
              </a:solidFill>
              <a:prstDash val="solid"/>
              <a:headEnd type="none" w="med" len="med"/>
              <a:tailEnd type="triangle" w="med" len="med"/>
            </a:ln>
          </p:spPr>
        </p:sp>
        <p:sp>
          <p:nvSpPr>
            <p:cNvPr id="490520" name="Straight Connector 490519"/>
            <p:cNvSpPr/>
            <p:nvPr/>
          </p:nvSpPr>
          <p:spPr>
            <a:xfrm>
              <a:off x="2478" y="1067"/>
              <a:ext cx="340" cy="0"/>
            </a:xfrm>
            <a:prstGeom prst="line">
              <a:avLst/>
            </a:prstGeom>
            <a:ln w="28575" cap="flat" cmpd="sng">
              <a:solidFill>
                <a:schemeClr val="accent2"/>
              </a:solidFill>
              <a:prstDash val="solid"/>
              <a:headEnd type="none" w="med" len="med"/>
              <a:tailEnd type="triangle" w="med" len="med"/>
            </a:ln>
          </p:spPr>
        </p:sp>
        <p:sp>
          <p:nvSpPr>
            <p:cNvPr id="490521" name="Straight Connector 490520"/>
            <p:cNvSpPr/>
            <p:nvPr/>
          </p:nvSpPr>
          <p:spPr>
            <a:xfrm flipV="1">
              <a:off x="2480" y="1284"/>
              <a:ext cx="343" cy="3"/>
            </a:xfrm>
            <a:prstGeom prst="line">
              <a:avLst/>
            </a:prstGeom>
            <a:ln w="28575" cap="flat" cmpd="sng">
              <a:solidFill>
                <a:schemeClr val="accent2"/>
              </a:solidFill>
              <a:prstDash val="solid"/>
              <a:headEnd type="none" w="med" len="med"/>
              <a:tailEnd type="triangle" w="med" len="med"/>
            </a:ln>
          </p:spPr>
        </p:sp>
        <p:sp>
          <p:nvSpPr>
            <p:cNvPr id="490522" name="Straight Connector 490521"/>
            <p:cNvSpPr/>
            <p:nvPr/>
          </p:nvSpPr>
          <p:spPr>
            <a:xfrm flipV="1">
              <a:off x="3619" y="1057"/>
              <a:ext cx="225" cy="1"/>
            </a:xfrm>
            <a:prstGeom prst="line">
              <a:avLst/>
            </a:prstGeom>
            <a:ln w="28575" cap="flat" cmpd="sng">
              <a:solidFill>
                <a:schemeClr val="accent1"/>
              </a:solidFill>
              <a:prstDash val="solid"/>
              <a:headEnd type="none" w="med" len="med"/>
              <a:tailEnd type="triangle" w="med" len="med"/>
            </a:ln>
          </p:spPr>
        </p:sp>
        <p:sp>
          <p:nvSpPr>
            <p:cNvPr id="490523" name="Straight Connector 490522"/>
            <p:cNvSpPr/>
            <p:nvPr/>
          </p:nvSpPr>
          <p:spPr>
            <a:xfrm>
              <a:off x="3619" y="1171"/>
              <a:ext cx="225" cy="0"/>
            </a:xfrm>
            <a:prstGeom prst="line">
              <a:avLst/>
            </a:prstGeom>
            <a:ln w="28575" cap="flat" cmpd="sng">
              <a:solidFill>
                <a:schemeClr val="accent1"/>
              </a:solidFill>
              <a:prstDash val="solid"/>
              <a:headEnd type="none" w="med" len="med"/>
              <a:tailEnd type="triangle" w="med" len="med"/>
            </a:ln>
          </p:spPr>
        </p:sp>
        <p:sp>
          <p:nvSpPr>
            <p:cNvPr id="490524" name="Text Box 490523"/>
            <p:cNvSpPr txBox="1"/>
            <p:nvPr/>
          </p:nvSpPr>
          <p:spPr>
            <a:xfrm>
              <a:off x="3107" y="1284"/>
              <a:ext cx="227" cy="276"/>
            </a:xfrm>
            <a:prstGeom prst="rect">
              <a:avLst/>
            </a:prstGeom>
            <a:noFill/>
            <a:ln w="28575">
              <a:noFill/>
            </a:ln>
          </p:spPr>
          <p:txBody>
            <a:bodyPr lIns="0" tIns="0" rIns="0" bIns="0">
              <a:spAutoFit/>
            </a:bodyPr>
            <a:lstStyle/>
            <a:p>
              <a:pPr>
                <a:buClr>
                  <a:schemeClr val="bg1"/>
                </a:buClr>
              </a:pPr>
              <a:r>
                <a:rPr sz="3200" b="1">
                  <a:solidFill>
                    <a:schemeClr val="accent1"/>
                  </a:solidFill>
                  <a:latin typeface="Times New Roman" panose="02020603050405020304" pitchFamily="18" charset="0"/>
                  <a:cs typeface="Times New Roman" panose="02020603050405020304" pitchFamily="18" charset="0"/>
                </a:rPr>
                <a:t>?</a:t>
              </a:r>
              <a:endParaRPr sz="3200" b="1">
                <a:solidFill>
                  <a:schemeClr val="accent1"/>
                </a:solidFill>
                <a:latin typeface="Times New Roman" panose="02020603050405020304" pitchFamily="18" charset="0"/>
                <a:ea typeface="Times New Roman" panose="02020603050405020304" pitchFamily="18" charset="0"/>
              </a:endParaRPr>
            </a:p>
          </p:txBody>
        </p:sp>
        <p:sp>
          <p:nvSpPr>
            <p:cNvPr id="490525" name="Straight Connector 490524"/>
            <p:cNvSpPr/>
            <p:nvPr/>
          </p:nvSpPr>
          <p:spPr>
            <a:xfrm flipV="1">
              <a:off x="2480" y="1738"/>
              <a:ext cx="343" cy="2"/>
            </a:xfrm>
            <a:prstGeom prst="line">
              <a:avLst/>
            </a:prstGeom>
            <a:ln w="28575" cap="flat" cmpd="sng">
              <a:solidFill>
                <a:schemeClr val="accent2"/>
              </a:solidFill>
              <a:prstDash val="solid"/>
              <a:headEnd type="none" w="med" len="med"/>
              <a:tailEnd type="triangle" w="med" len="med"/>
            </a:ln>
          </p:spPr>
        </p:sp>
        <p:sp>
          <p:nvSpPr>
            <p:cNvPr id="490526" name="Straight Connector 490525"/>
            <p:cNvSpPr/>
            <p:nvPr/>
          </p:nvSpPr>
          <p:spPr>
            <a:xfrm>
              <a:off x="3617" y="1284"/>
              <a:ext cx="227" cy="0"/>
            </a:xfrm>
            <a:prstGeom prst="line">
              <a:avLst/>
            </a:prstGeom>
            <a:ln w="28575" cap="flat" cmpd="sng">
              <a:solidFill>
                <a:schemeClr val="accent1"/>
              </a:solidFill>
              <a:prstDash val="solid"/>
              <a:headEnd type="none" w="med" len="med"/>
              <a:tailEnd type="triangle" w="med" len="med"/>
            </a:ln>
          </p:spPr>
        </p:sp>
        <p:sp>
          <p:nvSpPr>
            <p:cNvPr id="490527" name="Straight Connector 490526"/>
            <p:cNvSpPr/>
            <p:nvPr/>
          </p:nvSpPr>
          <p:spPr>
            <a:xfrm>
              <a:off x="3617" y="1397"/>
              <a:ext cx="227" cy="0"/>
            </a:xfrm>
            <a:prstGeom prst="line">
              <a:avLst/>
            </a:prstGeom>
            <a:ln w="28575" cap="flat" cmpd="sng">
              <a:solidFill>
                <a:schemeClr val="accent1"/>
              </a:solidFill>
              <a:prstDash val="solid"/>
              <a:headEnd type="none" w="med" len="med"/>
              <a:tailEnd type="triangle" w="med" len="med"/>
            </a:ln>
          </p:spPr>
        </p:sp>
        <p:sp>
          <p:nvSpPr>
            <p:cNvPr id="490528" name="Straight Connector 490527"/>
            <p:cNvSpPr/>
            <p:nvPr/>
          </p:nvSpPr>
          <p:spPr>
            <a:xfrm flipV="1">
              <a:off x="3619" y="1511"/>
              <a:ext cx="225" cy="1"/>
            </a:xfrm>
            <a:prstGeom prst="line">
              <a:avLst/>
            </a:prstGeom>
            <a:ln w="28575" cap="flat" cmpd="sng">
              <a:solidFill>
                <a:schemeClr val="accent1"/>
              </a:solidFill>
              <a:prstDash val="solid"/>
              <a:headEnd type="none" w="med" len="med"/>
              <a:tailEnd type="triangle" w="med" len="med"/>
            </a:ln>
          </p:spPr>
        </p:sp>
        <p:sp>
          <p:nvSpPr>
            <p:cNvPr id="490529" name="Straight Connector 490528"/>
            <p:cNvSpPr/>
            <p:nvPr/>
          </p:nvSpPr>
          <p:spPr>
            <a:xfrm>
              <a:off x="3619" y="1625"/>
              <a:ext cx="225" cy="0"/>
            </a:xfrm>
            <a:prstGeom prst="line">
              <a:avLst/>
            </a:prstGeom>
            <a:ln w="28575" cap="flat" cmpd="sng">
              <a:solidFill>
                <a:schemeClr val="accent1"/>
              </a:solidFill>
              <a:prstDash val="solid"/>
              <a:headEnd type="none" w="med" len="med"/>
              <a:tailEnd type="triangle" w="med" len="med"/>
            </a:ln>
          </p:spPr>
        </p:sp>
        <p:sp>
          <p:nvSpPr>
            <p:cNvPr id="490530" name="Straight Connector 490529"/>
            <p:cNvSpPr/>
            <p:nvPr/>
          </p:nvSpPr>
          <p:spPr>
            <a:xfrm>
              <a:off x="3617" y="1738"/>
              <a:ext cx="227" cy="0"/>
            </a:xfrm>
            <a:prstGeom prst="line">
              <a:avLst/>
            </a:prstGeom>
            <a:ln w="28575" cap="flat" cmpd="sng">
              <a:solidFill>
                <a:schemeClr val="accent1"/>
              </a:solidFill>
              <a:prstDash val="solid"/>
              <a:headEnd type="none" w="med" len="med"/>
              <a:tailEnd type="triangle" w="med" len="med"/>
            </a:ln>
          </p:spPr>
        </p:sp>
        <p:sp>
          <p:nvSpPr>
            <p:cNvPr id="490532" name="Text Box 490531"/>
            <p:cNvSpPr txBox="1"/>
            <p:nvPr/>
          </p:nvSpPr>
          <p:spPr>
            <a:xfrm>
              <a:off x="2342" y="913"/>
              <a:ext cx="113" cy="920"/>
            </a:xfrm>
            <a:prstGeom prst="rect">
              <a:avLst/>
            </a:prstGeom>
            <a:noFill/>
            <a:ln w="28575">
              <a:noFill/>
            </a:ln>
          </p:spPr>
          <p:txBody>
            <a:bodyPr lIns="0" tIns="0" rIns="0" bIns="0">
              <a:spAutoFit/>
            </a:bodyPr>
            <a:lstStyle/>
            <a:p>
              <a:pPr>
                <a:lnSpc>
                  <a:spcPct val="120000"/>
                </a:lnSpc>
                <a:spcBef>
                  <a:spcPct val="0"/>
                </a:spcBef>
                <a:buClr>
                  <a:schemeClr val="bg1"/>
                </a:buClr>
              </a:pPr>
              <a:r>
                <a:rPr sz="2000" b="1" i="1">
                  <a:latin typeface="Times New Roman" panose="02020603050405020304" pitchFamily="18" charset="0"/>
                  <a:cs typeface="Times New Roman" panose="02020603050405020304" pitchFamily="18" charset="0"/>
                </a:rPr>
                <a:t>w</a:t>
              </a:r>
            </a:p>
            <a:p>
              <a:pPr>
                <a:lnSpc>
                  <a:spcPct val="120000"/>
                </a:lnSpc>
                <a:spcBef>
                  <a:spcPct val="0"/>
                </a:spcBef>
                <a:buClr>
                  <a:schemeClr val="bg1"/>
                </a:buClr>
              </a:pPr>
              <a:r>
                <a:rPr sz="2000" b="1" i="1">
                  <a:latin typeface="Times New Roman" panose="02020603050405020304" pitchFamily="18" charset="0"/>
                  <a:cs typeface="Times New Roman" panose="02020603050405020304" pitchFamily="18" charset="0"/>
                </a:rPr>
                <a:t>x</a:t>
              </a:r>
            </a:p>
            <a:p>
              <a:pPr>
                <a:lnSpc>
                  <a:spcPct val="120000"/>
                </a:lnSpc>
                <a:spcBef>
                  <a:spcPct val="0"/>
                </a:spcBef>
                <a:buClr>
                  <a:schemeClr val="bg1"/>
                </a:buClr>
              </a:pPr>
              <a:r>
                <a:rPr sz="2000" b="1" i="1">
                  <a:latin typeface="Times New Roman" panose="02020603050405020304" pitchFamily="18" charset="0"/>
                  <a:cs typeface="Times New Roman" panose="02020603050405020304" pitchFamily="18" charset="0"/>
                </a:rPr>
                <a:t>y</a:t>
              </a:r>
            </a:p>
            <a:p>
              <a:pPr>
                <a:lnSpc>
                  <a:spcPct val="120000"/>
                </a:lnSpc>
                <a:spcBef>
                  <a:spcPct val="0"/>
                </a:spcBef>
                <a:buClr>
                  <a:schemeClr val="bg1"/>
                </a:buClr>
              </a:pPr>
              <a:r>
                <a:rPr sz="2000" b="1" i="1">
                  <a:latin typeface="Times New Roman" panose="02020603050405020304" pitchFamily="18" charset="0"/>
                  <a:cs typeface="Times New Roman" panose="02020603050405020304" pitchFamily="18" charset="0"/>
                </a:rPr>
                <a:t>z</a:t>
              </a:r>
              <a:endParaRPr sz="2000" b="1" i="1">
                <a:latin typeface="Times New Roman" panose="02020603050405020304" pitchFamily="18" charset="0"/>
                <a:ea typeface="Times New Roman" panose="02020603050405020304" pitchFamily="18" charset="0"/>
              </a:endParaRPr>
            </a:p>
          </p:txBody>
        </p:sp>
        <p:sp>
          <p:nvSpPr>
            <p:cNvPr id="490533" name="Text Box 490532"/>
            <p:cNvSpPr txBox="1"/>
            <p:nvPr/>
          </p:nvSpPr>
          <p:spPr>
            <a:xfrm>
              <a:off x="3844" y="931"/>
              <a:ext cx="227" cy="938"/>
            </a:xfrm>
            <a:prstGeom prst="rect">
              <a:avLst/>
            </a:prstGeom>
            <a:noFill/>
            <a:ln w="28575">
              <a:noFill/>
            </a:ln>
          </p:spPr>
          <p:txBody>
            <a:bodyPr lIns="0" tIns="0" rIns="0" bIns="0">
              <a:spAutoFit/>
            </a:bodyPr>
            <a:lstStyle/>
            <a:p>
              <a:pPr>
                <a:lnSpc>
                  <a:spcPct val="70000"/>
                </a:lnSpc>
                <a:spcBef>
                  <a:spcPct val="0"/>
                </a:spcBef>
                <a:buClr>
                  <a:schemeClr val="bg1"/>
                </a:buClr>
              </a:pPr>
              <a:r>
                <a:rPr sz="2000" b="1" i="1">
                  <a:latin typeface="Times New Roman" panose="02020603050405020304" pitchFamily="18" charset="0"/>
                  <a:cs typeface="Times New Roman" panose="02020603050405020304" pitchFamily="18" charset="0"/>
                </a:rPr>
                <a:t>a</a:t>
              </a:r>
            </a:p>
            <a:p>
              <a:pPr>
                <a:lnSpc>
                  <a:spcPct val="70000"/>
                </a:lnSpc>
                <a:spcBef>
                  <a:spcPct val="0"/>
                </a:spcBef>
                <a:buClr>
                  <a:schemeClr val="bg1"/>
                </a:buClr>
              </a:pPr>
              <a:r>
                <a:rPr sz="2000" b="1" i="1">
                  <a:latin typeface="Times New Roman" panose="02020603050405020304" pitchFamily="18" charset="0"/>
                  <a:cs typeface="Times New Roman" panose="02020603050405020304" pitchFamily="18" charset="0"/>
                </a:rPr>
                <a:t>b</a:t>
              </a:r>
            </a:p>
            <a:p>
              <a:pPr>
                <a:lnSpc>
                  <a:spcPct val="70000"/>
                </a:lnSpc>
                <a:spcBef>
                  <a:spcPct val="0"/>
                </a:spcBef>
                <a:buClr>
                  <a:schemeClr val="bg1"/>
                </a:buClr>
              </a:pPr>
              <a:r>
                <a:rPr sz="2000" b="1" i="1">
                  <a:latin typeface="Times New Roman" panose="02020603050405020304" pitchFamily="18" charset="0"/>
                  <a:cs typeface="Times New Roman" panose="02020603050405020304" pitchFamily="18" charset="0"/>
                </a:rPr>
                <a:t>c</a:t>
              </a:r>
            </a:p>
            <a:p>
              <a:pPr>
                <a:lnSpc>
                  <a:spcPct val="70000"/>
                </a:lnSpc>
                <a:spcBef>
                  <a:spcPct val="0"/>
                </a:spcBef>
                <a:buClr>
                  <a:schemeClr val="bg1"/>
                </a:buClr>
              </a:pPr>
              <a:r>
                <a:rPr sz="2000" b="1" i="1">
                  <a:latin typeface="Times New Roman" panose="02020603050405020304" pitchFamily="18" charset="0"/>
                  <a:cs typeface="Times New Roman" panose="02020603050405020304" pitchFamily="18" charset="0"/>
                </a:rPr>
                <a:t>d</a:t>
              </a:r>
            </a:p>
            <a:p>
              <a:pPr>
                <a:lnSpc>
                  <a:spcPct val="70000"/>
                </a:lnSpc>
                <a:spcBef>
                  <a:spcPct val="0"/>
                </a:spcBef>
                <a:buClr>
                  <a:schemeClr val="bg1"/>
                </a:buClr>
              </a:pPr>
              <a:r>
                <a:rPr sz="2000" b="1" i="1">
                  <a:latin typeface="Times New Roman" panose="02020603050405020304" pitchFamily="18" charset="0"/>
                  <a:cs typeface="Times New Roman" panose="02020603050405020304" pitchFamily="18" charset="0"/>
                </a:rPr>
                <a:t>e</a:t>
              </a:r>
            </a:p>
            <a:p>
              <a:pPr>
                <a:lnSpc>
                  <a:spcPct val="70000"/>
                </a:lnSpc>
                <a:spcBef>
                  <a:spcPct val="0"/>
                </a:spcBef>
                <a:buClr>
                  <a:schemeClr val="bg1"/>
                </a:buClr>
              </a:pPr>
              <a:r>
                <a:rPr sz="2000" b="1" i="1">
                  <a:latin typeface="Times New Roman" panose="02020603050405020304" pitchFamily="18" charset="0"/>
                  <a:cs typeface="Times New Roman" panose="02020603050405020304" pitchFamily="18" charset="0"/>
                </a:rPr>
                <a:t>f</a:t>
              </a:r>
            </a:p>
            <a:p>
              <a:pPr>
                <a:lnSpc>
                  <a:spcPct val="70000"/>
                </a:lnSpc>
                <a:spcBef>
                  <a:spcPct val="0"/>
                </a:spcBef>
                <a:buClr>
                  <a:schemeClr val="bg1"/>
                </a:buClr>
              </a:pPr>
              <a:r>
                <a:rPr sz="2000" b="1" i="1">
                  <a:latin typeface="Times New Roman" panose="02020603050405020304" pitchFamily="18" charset="0"/>
                  <a:cs typeface="Times New Roman" panose="02020603050405020304" pitchFamily="18" charset="0"/>
                </a:rPr>
                <a:t>g</a:t>
              </a:r>
              <a:endParaRPr sz="2000" b="1" i="1">
                <a:latin typeface="Times New Roman" panose="02020603050405020304" pitchFamily="18" charset="0"/>
                <a:ea typeface="Times New Roman" panose="02020603050405020304" pitchFamily="18" charset="0"/>
              </a:endParaRPr>
            </a:p>
          </p:txBody>
        </p:sp>
      </p:grpSp>
      <p:graphicFrame>
        <p:nvGraphicFramePr>
          <p:cNvPr id="490621" name="Table 490620"/>
          <p:cNvGraphicFramePr/>
          <p:nvPr>
            <p:extLst>
              <p:ext uri="{D42A27DB-BD31-4B8C-83A1-F6EECF244321}">
                <p14:modId xmlns:p14="http://schemas.microsoft.com/office/powerpoint/2010/main" val="35925729"/>
              </p:ext>
            </p:extLst>
          </p:nvPr>
        </p:nvGraphicFramePr>
        <p:xfrm>
          <a:off x="792163" y="1677987"/>
          <a:ext cx="2519363" cy="4811710"/>
        </p:xfrm>
        <a:graphic>
          <a:graphicData uri="http://schemas.openxmlformats.org/drawingml/2006/table">
            <a:tbl>
              <a:tblPr/>
              <a:tblGrid>
                <a:gridCol w="1081088"/>
                <a:gridCol w="1438275"/>
              </a:tblGrid>
              <a:tr h="283816">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i="1" dirty="0">
                          <a:solidFill>
                            <a:srgbClr val="FFFF00"/>
                          </a:solidFill>
                        </a:rPr>
                        <a:t>w  x  y  z</a:t>
                      </a:r>
                      <a:endParaRPr lang="en-US" sz="1800" i="1" dirty="0">
                        <a:solidFill>
                          <a:srgbClr val="FFFF00"/>
                        </a:solidFill>
                      </a:endParaRPr>
                    </a:p>
                  </a:txBody>
                  <a:tcPr marL="0" marR="0" marT="0" marB="0">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i="1" dirty="0">
                          <a:solidFill>
                            <a:srgbClr val="FFFF00"/>
                          </a:solidFill>
                        </a:rPr>
                        <a:t>a b c d e f g</a:t>
                      </a:r>
                      <a:endParaRPr lang="en-US" sz="1800" i="1" dirty="0">
                        <a:solidFill>
                          <a:srgbClr val="FFFF00"/>
                        </a:solidFill>
                      </a:endParaRPr>
                    </a:p>
                  </a:txBody>
                  <a:tcPr marL="0" marR="0" marT="0" marB="0">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r>
              <a:tr h="282354">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0  0  0  0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800" dirty="0">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2353">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0  0  0  1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800" dirty="0">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3816">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0  0  1  0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800" dirty="0">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3816">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0  0  1  1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800" dirty="0">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2354">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0  1  0  0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800" dirty="0">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2353">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0  1  0  1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800" dirty="0">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3816">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0  1  1  0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800" dirty="0">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2354">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0  1  1  1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800" dirty="0">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3816">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1  0  0  0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800" dirty="0">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2353">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1  0  0  1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800" dirty="0">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2354">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1  0  1  0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800" dirty="0">
                        <a:solidFill>
                          <a:srgbClr val="996600"/>
                        </a:solidFill>
                      </a:endParaRPr>
                    </a:p>
                  </a:txBody>
                  <a:tcPr marL="0" marR="0" marT="0" marB="0">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3816">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1  0  1  1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800" dirty="0">
                        <a:solidFill>
                          <a:srgbClr val="996600"/>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3816">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1  1  0  0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800" dirty="0">
                        <a:solidFill>
                          <a:srgbClr val="996600"/>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2353">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1  1  0  1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800" dirty="0">
                        <a:solidFill>
                          <a:srgbClr val="996600"/>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2354">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1  1  1  0</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800" dirty="0">
                        <a:solidFill>
                          <a:srgbClr val="996600"/>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3816">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1800"/>
                        <a:t>1  1  1  1</a:t>
                      </a:r>
                      <a:endParaRPr lang="en-US" sz="1800"/>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1800" dirty="0">
                        <a:solidFill>
                          <a:srgbClr val="996600"/>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pSp>
        <p:nvGrpSpPr>
          <p:cNvPr id="490707" name="Group 490706"/>
          <p:cNvGrpSpPr/>
          <p:nvPr/>
        </p:nvGrpSpPr>
        <p:grpSpPr>
          <a:xfrm>
            <a:off x="4108450" y="1573213"/>
            <a:ext cx="133350" cy="1308100"/>
            <a:chOff x="2634" y="981"/>
            <a:chExt cx="84" cy="824"/>
          </a:xfrm>
        </p:grpSpPr>
        <p:sp>
          <p:nvSpPr>
            <p:cNvPr id="490704" name="Left Bracket 490703"/>
            <p:cNvSpPr/>
            <p:nvPr/>
          </p:nvSpPr>
          <p:spPr>
            <a:xfrm flipH="1">
              <a:off x="2675" y="981"/>
              <a:ext cx="43" cy="824"/>
            </a:xfrm>
            <a:prstGeom prst="leftBracket">
              <a:avLst>
                <a:gd name="adj" fmla="val 159689"/>
              </a:avLst>
            </a:prstGeom>
            <a:noFill/>
            <a:ln w="28575" cap="flat" cmpd="sng">
              <a:solidFill>
                <a:schemeClr val="accent1"/>
              </a:solidFill>
              <a:prstDash val="solid"/>
              <a:headEnd type="none" w="med" len="med"/>
              <a:tailEnd type="none" w="med" len="med"/>
            </a:ln>
          </p:spPr>
          <p:txBody>
            <a:bodyPr/>
            <a:lstStyle/>
            <a:p>
              <a:endParaRPr lang="en-US"/>
            </a:p>
          </p:txBody>
        </p:sp>
        <p:sp>
          <p:nvSpPr>
            <p:cNvPr id="490703" name="Left Bracket 490702"/>
            <p:cNvSpPr/>
            <p:nvPr/>
          </p:nvSpPr>
          <p:spPr>
            <a:xfrm>
              <a:off x="2634" y="981"/>
              <a:ext cx="43" cy="824"/>
            </a:xfrm>
            <a:prstGeom prst="leftBracket">
              <a:avLst>
                <a:gd name="adj" fmla="val 159689"/>
              </a:avLst>
            </a:prstGeom>
            <a:noFill/>
            <a:ln w="28575" cap="flat" cmpd="sng">
              <a:solidFill>
                <a:schemeClr val="accent1"/>
              </a:solidFill>
              <a:prstDash val="solid"/>
              <a:headEnd type="none" w="med" len="med"/>
              <a:tailEnd type="none" w="med" len="med"/>
            </a:ln>
          </p:spPr>
          <p:txBody>
            <a:bodyPr/>
            <a:lstStyle/>
            <a:p>
              <a:endParaRPr lang="en-US"/>
            </a:p>
          </p:txBody>
        </p:sp>
      </p:grpSp>
      <p:sp>
        <p:nvSpPr>
          <p:cNvPr id="490708" name="Line Callout 1 490707"/>
          <p:cNvSpPr/>
          <p:nvPr/>
        </p:nvSpPr>
        <p:spPr>
          <a:xfrm>
            <a:off x="4392613" y="3262312"/>
            <a:ext cx="1258887" cy="295275"/>
          </a:xfrm>
          <a:prstGeom prst="borderCallout1">
            <a:avLst>
              <a:gd name="adj1" fmla="val 38708"/>
              <a:gd name="adj2" fmla="val -6051"/>
              <a:gd name="adj3" fmla="val -84944"/>
              <a:gd name="adj4" fmla="val -17148"/>
            </a:avLst>
          </a:prstGeom>
          <a:noFill/>
          <a:ln w="28575" cap="flat" cmpd="sng">
            <a:solidFill>
              <a:schemeClr val="accent1"/>
            </a:solidFill>
            <a:prstDash val="solid"/>
            <a:miter/>
            <a:headEnd type="none" w="med" len="med"/>
            <a:tailEnd type="none" w="med" len="med"/>
          </a:ln>
        </p:spPr>
        <p:txBody>
          <a:bodyPr lIns="0" tIns="0" rIns="0" bIns="0"/>
          <a:lstStyle/>
          <a:p>
            <a:pPr>
              <a:buClr>
                <a:schemeClr val="bg1"/>
              </a:buClr>
            </a:pPr>
            <a:r>
              <a:rPr sz="2000" b="1" dirty="0">
                <a:latin typeface="Times New Roman" panose="02020603050405020304" pitchFamily="18" charset="0"/>
                <a:cs typeface="Times New Roman" panose="02020603050405020304" pitchFamily="18" charset="0"/>
              </a:rPr>
              <a:t>BCD </a:t>
            </a:r>
            <a:r>
              <a:rPr sz="2000" b="1" i="1" dirty="0">
                <a:latin typeface="Times New Roman" panose="02020603050405020304" pitchFamily="18" charset="0"/>
                <a:cs typeface="Times New Roman" panose="02020603050405020304" pitchFamily="18" charset="0"/>
              </a:rPr>
              <a:t>code</a:t>
            </a:r>
            <a:endParaRPr sz="2000" b="1" i="1" dirty="0">
              <a:latin typeface="Times New Roman" panose="02020603050405020304" pitchFamily="18" charset="0"/>
              <a:ea typeface="Times New Roman" panose="02020603050405020304" pitchFamily="18" charset="0"/>
            </a:endParaRPr>
          </a:p>
        </p:txBody>
      </p:sp>
      <p:sp>
        <p:nvSpPr>
          <p:cNvPr id="490716" name="Text Box 490715"/>
          <p:cNvSpPr txBox="1"/>
          <p:nvPr/>
        </p:nvSpPr>
        <p:spPr>
          <a:xfrm>
            <a:off x="3600835" y="4491180"/>
            <a:ext cx="791778" cy="307777"/>
          </a:xfrm>
          <a:prstGeom prst="rect">
            <a:avLst/>
          </a:prstGeom>
          <a:noFill/>
          <a:ln w="28575">
            <a:noFill/>
          </a:ln>
        </p:spPr>
        <p:txBody>
          <a:bodyPr wrap="square" lIns="0" tIns="0" rIns="0" bIns="0">
            <a:spAutoFit/>
          </a:bodyPr>
          <a:lstStyle/>
          <a:p>
            <a:pPr algn="l">
              <a:lnSpc>
                <a:spcPct val="100000"/>
              </a:lnSpc>
              <a:spcBef>
                <a:spcPct val="0"/>
              </a:spcBef>
              <a:buClr>
                <a:schemeClr val="bg1"/>
              </a:buClr>
            </a:pPr>
            <a:r>
              <a:rPr sz="2000" b="1" i="1" dirty="0">
                <a:latin typeface="Times New Roman" panose="02020603050405020304" pitchFamily="18" charset="0"/>
                <a:cs typeface="Times New Roman" panose="02020603050405020304" pitchFamily="18" charset="0"/>
              </a:rPr>
              <a:t>a </a:t>
            </a:r>
            <a:r>
              <a:rPr sz="2000" b="1" i="1" dirty="0">
                <a:solidFill>
                  <a:schemeClr val="accent1"/>
                </a:solidFill>
                <a:latin typeface="Times New Roman" panose="02020603050405020304" pitchFamily="18" charset="0"/>
                <a:cs typeface="Times New Roman" panose="02020603050405020304" pitchFamily="18" charset="0"/>
              </a:rPr>
              <a:t>= </a:t>
            </a:r>
            <a:r>
              <a:rPr lang="en-US" sz="2000" b="1" i="1" dirty="0" smtClean="0">
                <a:solidFill>
                  <a:schemeClr val="accent1"/>
                </a:solidFill>
                <a:latin typeface="Times New Roman" panose="02020603050405020304" pitchFamily="18" charset="0"/>
                <a:cs typeface="Times New Roman" panose="02020603050405020304" pitchFamily="18" charset="0"/>
              </a:rPr>
              <a:t>?</a:t>
            </a:r>
            <a:endParaRPr sz="2000" b="1" i="1" dirty="0">
              <a:latin typeface="Times New Roman" panose="02020603050405020304" pitchFamily="18" charset="0"/>
              <a:ea typeface="Times New Roman" panose="02020603050405020304" pitchFamily="18" charset="0"/>
            </a:endParaRPr>
          </a:p>
        </p:txBody>
      </p:sp>
      <p:sp>
        <p:nvSpPr>
          <p:cNvPr id="490718" name="Text Box 490717"/>
          <p:cNvSpPr txBox="1"/>
          <p:nvPr/>
        </p:nvSpPr>
        <p:spPr>
          <a:xfrm>
            <a:off x="3573463" y="4837634"/>
            <a:ext cx="900112" cy="304800"/>
          </a:xfrm>
          <a:prstGeom prst="rect">
            <a:avLst/>
          </a:prstGeom>
          <a:noFill/>
          <a:ln w="28575">
            <a:noFill/>
          </a:ln>
        </p:spPr>
        <p:txBody>
          <a:bodyPr lIns="0" tIns="0" rIns="0" bIns="0">
            <a:spAutoFit/>
          </a:bodyPr>
          <a:lstStyle/>
          <a:p>
            <a:pPr algn="l">
              <a:lnSpc>
                <a:spcPct val="100000"/>
              </a:lnSpc>
              <a:spcBef>
                <a:spcPct val="0"/>
              </a:spcBef>
              <a:buClr>
                <a:schemeClr val="bg1"/>
              </a:buClr>
            </a:pPr>
            <a:r>
              <a:rPr sz="2000" b="1" i="1" dirty="0">
                <a:latin typeface="Times New Roman" panose="02020603050405020304" pitchFamily="18" charset="0"/>
                <a:cs typeface="Times New Roman" panose="02020603050405020304" pitchFamily="18" charset="0"/>
              </a:rPr>
              <a:t>b </a:t>
            </a:r>
            <a:r>
              <a:rPr sz="2000" b="1" i="1" dirty="0">
                <a:solidFill>
                  <a:schemeClr val="accent1"/>
                </a:solidFill>
                <a:latin typeface="Times New Roman" panose="02020603050405020304" pitchFamily="18" charset="0"/>
                <a:cs typeface="Times New Roman" panose="02020603050405020304" pitchFamily="18" charset="0"/>
              </a:rPr>
              <a:t>=</a:t>
            </a:r>
            <a:r>
              <a:rPr sz="2000" b="1" i="1" dirty="0">
                <a:latin typeface="Times New Roman" panose="02020603050405020304" pitchFamily="18" charset="0"/>
                <a:cs typeface="Times New Roman" panose="02020603050405020304" pitchFamily="18" charset="0"/>
              </a:rPr>
              <a:t> </a:t>
            </a:r>
            <a:r>
              <a:rPr lang="en-US" sz="2000" b="1" i="1" dirty="0">
                <a:latin typeface="Times New Roman" panose="02020603050405020304" pitchFamily="18" charset="0"/>
                <a:cs typeface="Times New Roman" panose="02020603050405020304" pitchFamily="18" charset="0"/>
              </a:rPr>
              <a:t>?</a:t>
            </a:r>
            <a:endParaRPr sz="2000" b="1" i="1" dirty="0">
              <a:latin typeface="Times New Roman" panose="02020603050405020304" pitchFamily="18" charset="0"/>
              <a:ea typeface="Times New Roman" panose="02020603050405020304" pitchFamily="18" charset="0"/>
            </a:endParaRPr>
          </a:p>
        </p:txBody>
      </p:sp>
      <p:sp>
        <p:nvSpPr>
          <p:cNvPr id="490719" name="Text Box 490718"/>
          <p:cNvSpPr txBox="1"/>
          <p:nvPr/>
        </p:nvSpPr>
        <p:spPr>
          <a:xfrm>
            <a:off x="3492501" y="5175050"/>
            <a:ext cx="900112" cy="304800"/>
          </a:xfrm>
          <a:prstGeom prst="rect">
            <a:avLst/>
          </a:prstGeom>
          <a:noFill/>
          <a:ln w="28575">
            <a:noFill/>
          </a:ln>
        </p:spPr>
        <p:txBody>
          <a:bodyPr lIns="0" tIns="0" rIns="0" bIns="0">
            <a:spAutoFit/>
          </a:bodyPr>
          <a:lstStyle/>
          <a:p>
            <a:pPr algn="l">
              <a:lnSpc>
                <a:spcPct val="100000"/>
              </a:lnSpc>
              <a:spcBef>
                <a:spcPct val="0"/>
              </a:spcBef>
              <a:buClr>
                <a:schemeClr val="bg1"/>
              </a:buClr>
            </a:pPr>
            <a:r>
              <a:rPr sz="2000" b="1" i="1" dirty="0">
                <a:latin typeface="Times New Roman" panose="02020603050405020304" pitchFamily="18" charset="0"/>
                <a:cs typeface="Times New Roman" panose="02020603050405020304" pitchFamily="18" charset="0"/>
              </a:rPr>
              <a:t>c </a:t>
            </a:r>
            <a:r>
              <a:rPr sz="2000" b="1" i="1" dirty="0">
                <a:solidFill>
                  <a:schemeClr val="accent1"/>
                </a:solidFill>
                <a:latin typeface="Times New Roman" panose="02020603050405020304" pitchFamily="18" charset="0"/>
                <a:cs typeface="Times New Roman" panose="02020603050405020304" pitchFamily="18" charset="0"/>
              </a:rPr>
              <a:t>=</a:t>
            </a:r>
            <a:r>
              <a:rPr sz="2000" b="1" i="1" dirty="0">
                <a:latin typeface="Times New Roman" panose="02020603050405020304" pitchFamily="18" charset="0"/>
                <a:cs typeface="Times New Roman" panose="02020603050405020304" pitchFamily="18" charset="0"/>
              </a:rPr>
              <a:t> </a:t>
            </a:r>
            <a:r>
              <a:rPr lang="en-US" sz="2000" b="1" i="1" dirty="0">
                <a:latin typeface="Times New Roman" panose="02020603050405020304" pitchFamily="18" charset="0"/>
                <a:cs typeface="Times New Roman" panose="02020603050405020304" pitchFamily="18" charset="0"/>
              </a:rPr>
              <a:t>?</a:t>
            </a:r>
            <a:endParaRPr sz="2000" b="1" i="1" dirty="0">
              <a:latin typeface="Times New Roman" panose="02020603050405020304" pitchFamily="18" charset="0"/>
              <a:ea typeface="Times New Roman" panose="02020603050405020304" pitchFamily="18" charset="0"/>
            </a:endParaRPr>
          </a:p>
        </p:txBody>
      </p:sp>
      <p:sp>
        <p:nvSpPr>
          <p:cNvPr id="490720" name="Text Box 490719"/>
          <p:cNvSpPr txBox="1"/>
          <p:nvPr/>
        </p:nvSpPr>
        <p:spPr>
          <a:xfrm>
            <a:off x="3447257" y="5498611"/>
            <a:ext cx="900112" cy="304800"/>
          </a:xfrm>
          <a:prstGeom prst="rect">
            <a:avLst/>
          </a:prstGeom>
          <a:noFill/>
          <a:ln w="28575">
            <a:noFill/>
          </a:ln>
        </p:spPr>
        <p:txBody>
          <a:bodyPr lIns="0" tIns="0" rIns="0" bIns="0">
            <a:spAutoFit/>
          </a:bodyPr>
          <a:lstStyle/>
          <a:p>
            <a:pPr algn="l">
              <a:lnSpc>
                <a:spcPct val="100000"/>
              </a:lnSpc>
              <a:spcBef>
                <a:spcPct val="0"/>
              </a:spcBef>
              <a:buClr>
                <a:schemeClr val="bg1"/>
              </a:buClr>
            </a:pPr>
            <a:r>
              <a:rPr sz="2000" b="1" i="1" dirty="0">
                <a:latin typeface="Times New Roman" panose="02020603050405020304" pitchFamily="18" charset="0"/>
                <a:cs typeface="Times New Roman" panose="02020603050405020304" pitchFamily="18" charset="0"/>
              </a:rPr>
              <a:t>d </a:t>
            </a:r>
            <a:r>
              <a:rPr sz="2000" b="1" i="1" dirty="0">
                <a:solidFill>
                  <a:schemeClr val="accent1"/>
                </a:solidFill>
                <a:latin typeface="Times New Roman" panose="02020603050405020304" pitchFamily="18" charset="0"/>
                <a:cs typeface="Times New Roman" panose="02020603050405020304" pitchFamily="18" charset="0"/>
              </a:rPr>
              <a:t>=</a:t>
            </a:r>
            <a:r>
              <a:rPr sz="2000" b="1" i="1" dirty="0">
                <a:latin typeface="Times New Roman" panose="02020603050405020304" pitchFamily="18" charset="0"/>
                <a:cs typeface="Times New Roman" panose="02020603050405020304" pitchFamily="18" charset="0"/>
              </a:rPr>
              <a:t> </a:t>
            </a:r>
            <a:r>
              <a:rPr lang="en-US" sz="2000" b="1" i="1" dirty="0">
                <a:latin typeface="Times New Roman" panose="02020603050405020304" pitchFamily="18" charset="0"/>
                <a:cs typeface="Times New Roman" panose="02020603050405020304" pitchFamily="18" charset="0"/>
              </a:rPr>
              <a:t>?</a:t>
            </a:r>
            <a:endParaRPr sz="2000" b="1" i="1" dirty="0">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8</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
        <p:nvSpPr>
          <p:cNvPr id="54" name="Text Box 490719"/>
          <p:cNvSpPr txBox="1"/>
          <p:nvPr/>
        </p:nvSpPr>
        <p:spPr>
          <a:xfrm>
            <a:off x="3447257" y="5822172"/>
            <a:ext cx="900112" cy="304800"/>
          </a:xfrm>
          <a:prstGeom prst="rect">
            <a:avLst/>
          </a:prstGeom>
          <a:noFill/>
          <a:ln w="28575">
            <a:noFill/>
          </a:ln>
        </p:spPr>
        <p:txBody>
          <a:bodyPr lIns="0" tIns="0" rIns="0" bIns="0">
            <a:spAutoFit/>
          </a:bodyPr>
          <a:lstStyle/>
          <a:p>
            <a:pPr algn="l">
              <a:lnSpc>
                <a:spcPct val="100000"/>
              </a:lnSpc>
              <a:spcBef>
                <a:spcPct val="0"/>
              </a:spcBef>
              <a:buClr>
                <a:schemeClr val="bg1"/>
              </a:buClr>
            </a:pPr>
            <a:r>
              <a:rPr lang="en-US" sz="2000" b="1" i="1" dirty="0">
                <a:latin typeface="Times New Roman" panose="02020603050405020304" pitchFamily="18" charset="0"/>
                <a:cs typeface="Times New Roman" panose="02020603050405020304" pitchFamily="18" charset="0"/>
              </a:rPr>
              <a:t>e</a:t>
            </a:r>
            <a:r>
              <a:rPr sz="2000" b="1" i="1" dirty="0" smtClean="0">
                <a:latin typeface="Times New Roman" panose="02020603050405020304" pitchFamily="18" charset="0"/>
                <a:cs typeface="Times New Roman" panose="02020603050405020304" pitchFamily="18" charset="0"/>
              </a:rPr>
              <a:t> </a:t>
            </a:r>
            <a:r>
              <a:rPr sz="2000" b="1" i="1" dirty="0">
                <a:solidFill>
                  <a:schemeClr val="accent1"/>
                </a:solidFill>
                <a:latin typeface="Times New Roman" panose="02020603050405020304" pitchFamily="18" charset="0"/>
                <a:cs typeface="Times New Roman" panose="02020603050405020304" pitchFamily="18" charset="0"/>
              </a:rPr>
              <a:t>=</a:t>
            </a:r>
            <a:r>
              <a:rPr sz="2000" b="1" i="1" dirty="0">
                <a:latin typeface="Times New Roman" panose="02020603050405020304" pitchFamily="18" charset="0"/>
                <a:cs typeface="Times New Roman" panose="02020603050405020304" pitchFamily="18" charset="0"/>
              </a:rPr>
              <a:t> </a:t>
            </a:r>
            <a:r>
              <a:rPr lang="en-US" sz="2000" b="1" i="1" dirty="0">
                <a:latin typeface="Times New Roman" panose="02020603050405020304" pitchFamily="18" charset="0"/>
                <a:cs typeface="Times New Roman" panose="02020603050405020304" pitchFamily="18" charset="0"/>
              </a:rPr>
              <a:t>?</a:t>
            </a:r>
            <a:endParaRPr sz="2000" b="1" i="1" dirty="0">
              <a:latin typeface="Times New Roman" panose="02020603050405020304" pitchFamily="18" charset="0"/>
              <a:ea typeface="Times New Roman" panose="02020603050405020304" pitchFamily="18" charset="0"/>
            </a:endParaRPr>
          </a:p>
        </p:txBody>
      </p:sp>
      <p:sp>
        <p:nvSpPr>
          <p:cNvPr id="55" name="Text Box 490719"/>
          <p:cNvSpPr txBox="1"/>
          <p:nvPr/>
        </p:nvSpPr>
        <p:spPr>
          <a:xfrm>
            <a:off x="3447257" y="6461125"/>
            <a:ext cx="900112" cy="304800"/>
          </a:xfrm>
          <a:prstGeom prst="rect">
            <a:avLst/>
          </a:prstGeom>
          <a:noFill/>
          <a:ln w="28575">
            <a:noFill/>
          </a:ln>
        </p:spPr>
        <p:txBody>
          <a:bodyPr lIns="0" tIns="0" rIns="0" bIns="0">
            <a:spAutoFit/>
          </a:bodyPr>
          <a:lstStyle/>
          <a:p>
            <a:pPr algn="l">
              <a:lnSpc>
                <a:spcPct val="100000"/>
              </a:lnSpc>
              <a:spcBef>
                <a:spcPct val="0"/>
              </a:spcBef>
              <a:buClr>
                <a:schemeClr val="bg1"/>
              </a:buClr>
            </a:pPr>
            <a:r>
              <a:rPr lang="en-US" sz="2000" b="1" i="1" dirty="0">
                <a:latin typeface="Times New Roman" panose="02020603050405020304" pitchFamily="18" charset="0"/>
                <a:cs typeface="Times New Roman" panose="02020603050405020304" pitchFamily="18" charset="0"/>
              </a:rPr>
              <a:t>g</a:t>
            </a:r>
            <a:r>
              <a:rPr sz="2000" b="1" i="1" dirty="0" smtClean="0">
                <a:latin typeface="Times New Roman" panose="02020603050405020304" pitchFamily="18" charset="0"/>
                <a:cs typeface="Times New Roman" panose="02020603050405020304" pitchFamily="18" charset="0"/>
              </a:rPr>
              <a:t> </a:t>
            </a:r>
            <a:r>
              <a:rPr sz="2000" b="1" i="1" dirty="0">
                <a:solidFill>
                  <a:schemeClr val="accent1"/>
                </a:solidFill>
                <a:latin typeface="Times New Roman" panose="02020603050405020304" pitchFamily="18" charset="0"/>
                <a:cs typeface="Times New Roman" panose="02020603050405020304" pitchFamily="18" charset="0"/>
              </a:rPr>
              <a:t>=</a:t>
            </a:r>
            <a:r>
              <a:rPr sz="2000" b="1" i="1" dirty="0">
                <a:latin typeface="Times New Roman" panose="02020603050405020304" pitchFamily="18" charset="0"/>
                <a:cs typeface="Times New Roman" panose="02020603050405020304" pitchFamily="18" charset="0"/>
              </a:rPr>
              <a:t> </a:t>
            </a:r>
            <a:r>
              <a:rPr lang="en-US" sz="2000" b="1" i="1" dirty="0">
                <a:latin typeface="Times New Roman" panose="02020603050405020304" pitchFamily="18" charset="0"/>
                <a:cs typeface="Times New Roman" panose="02020603050405020304" pitchFamily="18" charset="0"/>
              </a:rPr>
              <a:t>?</a:t>
            </a:r>
            <a:endParaRPr sz="2000" b="1" i="1" dirty="0">
              <a:latin typeface="Times New Roman" panose="02020603050405020304" pitchFamily="18" charset="0"/>
              <a:ea typeface="Times New Roman" panose="02020603050405020304" pitchFamily="18" charset="0"/>
            </a:endParaRPr>
          </a:p>
        </p:txBody>
      </p:sp>
      <p:sp>
        <p:nvSpPr>
          <p:cNvPr id="56" name="Text Box 490719"/>
          <p:cNvSpPr txBox="1"/>
          <p:nvPr/>
        </p:nvSpPr>
        <p:spPr>
          <a:xfrm>
            <a:off x="3447257" y="6156325"/>
            <a:ext cx="900112" cy="304800"/>
          </a:xfrm>
          <a:prstGeom prst="rect">
            <a:avLst/>
          </a:prstGeom>
          <a:noFill/>
          <a:ln w="28575">
            <a:noFill/>
          </a:ln>
        </p:spPr>
        <p:txBody>
          <a:bodyPr lIns="0" tIns="0" rIns="0" bIns="0">
            <a:spAutoFit/>
          </a:bodyPr>
          <a:lstStyle/>
          <a:p>
            <a:pPr algn="l">
              <a:lnSpc>
                <a:spcPct val="100000"/>
              </a:lnSpc>
              <a:spcBef>
                <a:spcPct val="0"/>
              </a:spcBef>
              <a:buClr>
                <a:schemeClr val="bg1"/>
              </a:buClr>
            </a:pPr>
            <a:r>
              <a:rPr lang="en-US" sz="2000" b="1" i="1" dirty="0">
                <a:latin typeface="Times New Roman" panose="02020603050405020304" pitchFamily="18" charset="0"/>
                <a:cs typeface="Times New Roman" panose="02020603050405020304" pitchFamily="18" charset="0"/>
              </a:rPr>
              <a:t>f</a:t>
            </a:r>
            <a:r>
              <a:rPr sz="2000" b="1" i="1" dirty="0" smtClean="0">
                <a:latin typeface="Times New Roman" panose="02020603050405020304" pitchFamily="18" charset="0"/>
                <a:cs typeface="Times New Roman" panose="02020603050405020304" pitchFamily="18" charset="0"/>
              </a:rPr>
              <a:t> </a:t>
            </a:r>
            <a:r>
              <a:rPr sz="2000" b="1" i="1" dirty="0">
                <a:solidFill>
                  <a:schemeClr val="accent1"/>
                </a:solidFill>
                <a:latin typeface="Times New Roman" panose="02020603050405020304" pitchFamily="18" charset="0"/>
                <a:cs typeface="Times New Roman" panose="02020603050405020304" pitchFamily="18" charset="0"/>
              </a:rPr>
              <a:t>=</a:t>
            </a:r>
            <a:r>
              <a:rPr sz="2000" b="1" i="1" dirty="0">
                <a:latin typeface="Times New Roman" panose="02020603050405020304" pitchFamily="18" charset="0"/>
                <a:cs typeface="Times New Roman" panose="02020603050405020304" pitchFamily="18" charset="0"/>
              </a:rPr>
              <a:t> </a:t>
            </a:r>
            <a:r>
              <a:rPr lang="en-US" sz="2000" b="1" i="1" dirty="0">
                <a:latin typeface="Times New Roman" panose="02020603050405020304" pitchFamily="18" charset="0"/>
                <a:cs typeface="Times New Roman" panose="02020603050405020304" pitchFamily="18" charset="0"/>
              </a:rPr>
              <a:t>?</a:t>
            </a:r>
            <a:endParaRPr sz="2000" b="1" i="1" dirty="0">
              <a:latin typeface="Times New Roman" panose="02020603050405020304" pitchFamily="18" charset="0"/>
              <a:ea typeface="Times New Roman" panose="02020603050405020304" pitchFamily="18" charset="0"/>
            </a:endParaRPr>
          </a:p>
        </p:txBody>
      </p:sp>
      <p:sp>
        <p:nvSpPr>
          <p:cNvPr id="57" name="Text Box 490719"/>
          <p:cNvSpPr txBox="1"/>
          <p:nvPr/>
        </p:nvSpPr>
        <p:spPr>
          <a:xfrm>
            <a:off x="5745162" y="6156325"/>
            <a:ext cx="2463005" cy="307777"/>
          </a:xfrm>
          <a:prstGeom prst="rect">
            <a:avLst/>
          </a:prstGeom>
          <a:noFill/>
          <a:ln w="28575">
            <a:noFill/>
          </a:ln>
        </p:spPr>
        <p:txBody>
          <a:bodyPr wrap="square" lIns="0" tIns="0" rIns="0" bIns="0">
            <a:spAutoFit/>
          </a:bodyPr>
          <a:lstStyle/>
          <a:p>
            <a:pPr algn="l">
              <a:lnSpc>
                <a:spcPct val="100000"/>
              </a:lnSpc>
              <a:spcBef>
                <a:spcPct val="0"/>
              </a:spcBef>
              <a:buClr>
                <a:schemeClr val="bg1"/>
              </a:buClr>
            </a:pPr>
            <a:r>
              <a:rPr lang="en-US" sz="2000" b="1" i="1" dirty="0" smtClean="0">
                <a:latin typeface="Times New Roman" panose="02020603050405020304" pitchFamily="18" charset="0"/>
                <a:cs typeface="Times New Roman" panose="02020603050405020304" pitchFamily="18" charset="0"/>
              </a:rPr>
              <a:t>Design the logic circuit</a:t>
            </a:r>
            <a:endParaRPr sz="2000" b="1" i="1" dirty="0">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90701"/>
                                        </p:tgtEl>
                                        <p:attrNameLst>
                                          <p:attrName>style.visibility</p:attrName>
                                        </p:attrNameLst>
                                      </p:cBhvr>
                                      <p:to>
                                        <p:strVal val="visible"/>
                                      </p:to>
                                    </p:set>
                                    <p:anim calcmode="lin" valueType="num">
                                      <p:cBhvr additive="base">
                                        <p:cTn id="7" dur="500" fill="hold"/>
                                        <p:tgtEl>
                                          <p:spTgt spid="490701"/>
                                        </p:tgtEl>
                                        <p:attrNameLst>
                                          <p:attrName>ppt_x</p:attrName>
                                        </p:attrNameLst>
                                      </p:cBhvr>
                                      <p:tavLst>
                                        <p:tav tm="0">
                                          <p:val>
                                            <p:strVal val="#ppt_x"/>
                                          </p:val>
                                        </p:tav>
                                        <p:tav tm="100000">
                                          <p:val>
                                            <p:strVal val="#ppt_x"/>
                                          </p:val>
                                        </p:tav>
                                      </p:tavLst>
                                    </p:anim>
                                    <p:anim calcmode="lin" valueType="num">
                                      <p:cBhvr additive="base">
                                        <p:cTn id="8" dur="500" fill="hold"/>
                                        <p:tgtEl>
                                          <p:spTgt spid="49070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490500"/>
                                        </p:tgtEl>
                                        <p:attrNameLst>
                                          <p:attrName>style.visibility</p:attrName>
                                        </p:attrNameLst>
                                      </p:cBhvr>
                                      <p:to>
                                        <p:strVal val="visible"/>
                                      </p:to>
                                    </p:set>
                                    <p:anim calcmode="lin" valueType="num">
                                      <p:cBhvr additive="base">
                                        <p:cTn id="12" dur="500" fill="hold"/>
                                        <p:tgtEl>
                                          <p:spTgt spid="490500"/>
                                        </p:tgtEl>
                                        <p:attrNameLst>
                                          <p:attrName>ppt_x</p:attrName>
                                        </p:attrNameLst>
                                      </p:cBhvr>
                                      <p:tavLst>
                                        <p:tav tm="0">
                                          <p:val>
                                            <p:strVal val="1+#ppt_w/2"/>
                                          </p:val>
                                        </p:tav>
                                        <p:tav tm="100000">
                                          <p:val>
                                            <p:strVal val="#ppt_x"/>
                                          </p:val>
                                        </p:tav>
                                      </p:tavLst>
                                    </p:anim>
                                    <p:anim calcmode="lin" valueType="num">
                                      <p:cBhvr additive="base">
                                        <p:cTn id="13" dur="500" fill="hold"/>
                                        <p:tgtEl>
                                          <p:spTgt spid="49050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90706"/>
                                        </p:tgtEl>
                                        <p:attrNameLst>
                                          <p:attrName>style.visibility</p:attrName>
                                        </p:attrNameLst>
                                      </p:cBhvr>
                                      <p:to>
                                        <p:strVal val="visible"/>
                                      </p:to>
                                    </p:set>
                                    <p:animEffect transition="in" filter="wipe(left)">
                                      <p:cBhvr>
                                        <p:cTn id="18" dur="500"/>
                                        <p:tgtEl>
                                          <p:spTgt spid="490706"/>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490707"/>
                                        </p:tgtEl>
                                        <p:attrNameLst>
                                          <p:attrName>style.visibility</p:attrName>
                                        </p:attrNameLst>
                                      </p:cBhvr>
                                      <p:to>
                                        <p:strVal val="visible"/>
                                      </p:to>
                                    </p:set>
                                    <p:animEffect transition="in" filter="wipe(up)">
                                      <p:cBhvr>
                                        <p:cTn id="22" dur="500"/>
                                        <p:tgtEl>
                                          <p:spTgt spid="490707"/>
                                        </p:tgtEl>
                                      </p:cBhvr>
                                    </p:animEffect>
                                  </p:childTnLst>
                                </p:cTn>
                              </p:par>
                            </p:childTnLst>
                          </p:cTn>
                        </p:par>
                        <p:par>
                          <p:cTn id="2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490708"/>
                                        </p:tgtEl>
                                        <p:attrNameLst>
                                          <p:attrName>style.visibility</p:attrName>
                                        </p:attrNameLst>
                                      </p:cBhvr>
                                      <p:to>
                                        <p:strVal val="visible"/>
                                      </p:to>
                                    </p:set>
                                    <p:animEffect transition="in" filter="wipe(left)">
                                      <p:cBhvr>
                                        <p:cTn id="26" dur="500"/>
                                        <p:tgtEl>
                                          <p:spTgt spid="49070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490621"/>
                                        </p:tgtEl>
                                        <p:attrNameLst>
                                          <p:attrName>style.visibility</p:attrName>
                                        </p:attrNameLst>
                                      </p:cBhvr>
                                      <p:to>
                                        <p:strVal val="visible"/>
                                      </p:to>
                                    </p:set>
                                    <p:animEffect transition="in" filter="wipe(up)">
                                      <p:cBhvr>
                                        <p:cTn id="31" dur="500"/>
                                        <p:tgtEl>
                                          <p:spTgt spid="49062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90716"/>
                                        </p:tgtEl>
                                        <p:attrNameLst>
                                          <p:attrName>style.visibility</p:attrName>
                                        </p:attrNameLst>
                                      </p:cBhvr>
                                      <p:to>
                                        <p:strVal val="visible"/>
                                      </p:to>
                                    </p:set>
                                    <p:animEffect transition="in" filter="wipe(left)">
                                      <p:cBhvr>
                                        <p:cTn id="36" dur="500"/>
                                        <p:tgtEl>
                                          <p:spTgt spid="490716"/>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490718"/>
                                        </p:tgtEl>
                                        <p:attrNameLst>
                                          <p:attrName>style.visibility</p:attrName>
                                        </p:attrNameLst>
                                      </p:cBhvr>
                                      <p:to>
                                        <p:strVal val="visible"/>
                                      </p:to>
                                    </p:set>
                                    <p:animEffect transition="in" filter="wipe(left)">
                                      <p:cBhvr>
                                        <p:cTn id="40" dur="500"/>
                                        <p:tgtEl>
                                          <p:spTgt spid="490718"/>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490719"/>
                                        </p:tgtEl>
                                        <p:attrNameLst>
                                          <p:attrName>style.visibility</p:attrName>
                                        </p:attrNameLst>
                                      </p:cBhvr>
                                      <p:to>
                                        <p:strVal val="visible"/>
                                      </p:to>
                                    </p:set>
                                    <p:animEffect transition="in" filter="wipe(left)">
                                      <p:cBhvr>
                                        <p:cTn id="44" dur="500"/>
                                        <p:tgtEl>
                                          <p:spTgt spid="490719"/>
                                        </p:tgtEl>
                                      </p:cBhvr>
                                    </p:animEffect>
                                  </p:childTnLst>
                                </p:cTn>
                              </p:par>
                            </p:childTnLst>
                          </p:cTn>
                        </p:par>
                        <p:par>
                          <p:cTn id="45" fill="hold">
                            <p:stCondLst>
                              <p:cond delay="1500"/>
                            </p:stCondLst>
                            <p:childTnLst>
                              <p:par>
                                <p:cTn id="46" presetID="22" presetClass="entr" presetSubtype="8" fill="hold" grpId="0" nodeType="afterEffect">
                                  <p:stCondLst>
                                    <p:cond delay="0"/>
                                  </p:stCondLst>
                                  <p:childTnLst>
                                    <p:set>
                                      <p:cBhvr>
                                        <p:cTn id="47" dur="1" fill="hold">
                                          <p:stCondLst>
                                            <p:cond delay="0"/>
                                          </p:stCondLst>
                                        </p:cTn>
                                        <p:tgtEl>
                                          <p:spTgt spid="490720"/>
                                        </p:tgtEl>
                                        <p:attrNameLst>
                                          <p:attrName>style.visibility</p:attrName>
                                        </p:attrNameLst>
                                      </p:cBhvr>
                                      <p:to>
                                        <p:strVal val="visible"/>
                                      </p:to>
                                    </p:set>
                                    <p:animEffect transition="in" filter="wipe(left)">
                                      <p:cBhvr>
                                        <p:cTn id="48" dur="500"/>
                                        <p:tgtEl>
                                          <p:spTgt spid="490720"/>
                                        </p:tgtEl>
                                      </p:cBhvr>
                                    </p:animEffect>
                                  </p:childTnLst>
                                </p:cTn>
                              </p:par>
                            </p:childTnLst>
                          </p:cTn>
                        </p:par>
                        <p:par>
                          <p:cTn id="49" fill="hold">
                            <p:stCondLst>
                              <p:cond delay="2000"/>
                            </p:stCondLst>
                            <p:childTnLst>
                              <p:par>
                                <p:cTn id="50" presetID="22" presetClass="entr" presetSubtype="8" fill="hold" grpId="0" nodeType="afterEffect">
                                  <p:stCondLst>
                                    <p:cond delay="0"/>
                                  </p:stCondLst>
                                  <p:childTnLst>
                                    <p:set>
                                      <p:cBhvr>
                                        <p:cTn id="51" dur="1" fill="hold">
                                          <p:stCondLst>
                                            <p:cond delay="0"/>
                                          </p:stCondLst>
                                        </p:cTn>
                                        <p:tgtEl>
                                          <p:spTgt spid="54"/>
                                        </p:tgtEl>
                                        <p:attrNameLst>
                                          <p:attrName>style.visibility</p:attrName>
                                        </p:attrNameLst>
                                      </p:cBhvr>
                                      <p:to>
                                        <p:strVal val="visible"/>
                                      </p:to>
                                    </p:set>
                                    <p:animEffect transition="in" filter="wipe(left)">
                                      <p:cBhvr>
                                        <p:cTn id="52" dur="500"/>
                                        <p:tgtEl>
                                          <p:spTgt spid="54"/>
                                        </p:tgtEl>
                                      </p:cBhvr>
                                    </p:animEffect>
                                  </p:childTnLst>
                                </p:cTn>
                              </p:par>
                            </p:childTnLst>
                          </p:cTn>
                        </p:par>
                        <p:par>
                          <p:cTn id="53" fill="hold">
                            <p:stCondLst>
                              <p:cond delay="2500"/>
                            </p:stCondLst>
                            <p:childTnLst>
                              <p:par>
                                <p:cTn id="54" presetID="22" presetClass="entr" presetSubtype="8" fill="hold" grpId="0" nodeType="afterEffect">
                                  <p:stCondLst>
                                    <p:cond delay="0"/>
                                  </p:stCondLst>
                                  <p:childTnLst>
                                    <p:set>
                                      <p:cBhvr>
                                        <p:cTn id="55" dur="1" fill="hold">
                                          <p:stCondLst>
                                            <p:cond delay="0"/>
                                          </p:stCondLst>
                                        </p:cTn>
                                        <p:tgtEl>
                                          <p:spTgt spid="55"/>
                                        </p:tgtEl>
                                        <p:attrNameLst>
                                          <p:attrName>style.visibility</p:attrName>
                                        </p:attrNameLst>
                                      </p:cBhvr>
                                      <p:to>
                                        <p:strVal val="visible"/>
                                      </p:to>
                                    </p:set>
                                    <p:animEffect transition="in" filter="wipe(left)">
                                      <p:cBhvr>
                                        <p:cTn id="56" dur="500"/>
                                        <p:tgtEl>
                                          <p:spTgt spid="55"/>
                                        </p:tgtEl>
                                      </p:cBhvr>
                                    </p:animEffect>
                                  </p:childTnLst>
                                </p:cTn>
                              </p:par>
                            </p:childTnLst>
                          </p:cTn>
                        </p:par>
                        <p:par>
                          <p:cTn id="57" fill="hold">
                            <p:stCondLst>
                              <p:cond delay="3000"/>
                            </p:stCondLst>
                            <p:childTnLst>
                              <p:par>
                                <p:cTn id="58" presetID="22" presetClass="entr" presetSubtype="8" fill="hold" grpId="0" nodeType="afterEffect">
                                  <p:stCondLst>
                                    <p:cond delay="0"/>
                                  </p:stCondLst>
                                  <p:childTnLst>
                                    <p:set>
                                      <p:cBhvr>
                                        <p:cTn id="59" dur="1" fill="hold">
                                          <p:stCondLst>
                                            <p:cond delay="0"/>
                                          </p:stCondLst>
                                        </p:cTn>
                                        <p:tgtEl>
                                          <p:spTgt spid="56"/>
                                        </p:tgtEl>
                                        <p:attrNameLst>
                                          <p:attrName>style.visibility</p:attrName>
                                        </p:attrNameLst>
                                      </p:cBhvr>
                                      <p:to>
                                        <p:strVal val="visible"/>
                                      </p:to>
                                    </p:set>
                                    <p:animEffect transition="in" filter="wipe(left)">
                                      <p:cBhvr>
                                        <p:cTn id="60" dur="500"/>
                                        <p:tgtEl>
                                          <p:spTgt spid="56"/>
                                        </p:tgtEl>
                                      </p:cBhvr>
                                    </p:animEffect>
                                  </p:childTnLst>
                                </p:cTn>
                              </p:par>
                            </p:childTnLst>
                          </p:cTn>
                        </p:par>
                        <p:par>
                          <p:cTn id="61" fill="hold">
                            <p:stCondLst>
                              <p:cond delay="3500"/>
                            </p:stCondLst>
                            <p:childTnLst>
                              <p:par>
                                <p:cTn id="62" presetID="22" presetClass="entr" presetSubtype="8" fill="hold" grpId="0" nodeType="afterEffect">
                                  <p:stCondLst>
                                    <p:cond delay="0"/>
                                  </p:stCondLst>
                                  <p:childTnLst>
                                    <p:set>
                                      <p:cBhvr>
                                        <p:cTn id="63" dur="1" fill="hold">
                                          <p:stCondLst>
                                            <p:cond delay="0"/>
                                          </p:stCondLst>
                                        </p:cTn>
                                        <p:tgtEl>
                                          <p:spTgt spid="57"/>
                                        </p:tgtEl>
                                        <p:attrNameLst>
                                          <p:attrName>style.visibility</p:attrName>
                                        </p:attrNameLst>
                                      </p:cBhvr>
                                      <p:to>
                                        <p:strVal val="visible"/>
                                      </p:to>
                                    </p:set>
                                    <p:animEffect transition="in" filter="wipe(left)">
                                      <p:cBhvr>
                                        <p:cTn id="64"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708" grpId="0" animBg="1"/>
      <p:bldP spid="490716" grpId="0"/>
      <p:bldP spid="490718" grpId="0"/>
      <p:bldP spid="490719" grpId="0"/>
      <p:bldP spid="490720" grpId="0"/>
      <p:bldP spid="54" grpId="0"/>
      <p:bldP spid="55" grpId="0"/>
      <p:bldP spid="56" grpId="0"/>
      <p:bldP spid="5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524" y="1448780"/>
            <a:ext cx="8630285" cy="596265"/>
          </a:xfrm>
        </p:spPr>
        <p:txBody>
          <a:bodyPr/>
          <a:lstStyle/>
          <a:p>
            <a:pPr algn="l">
              <a:lnSpc>
                <a:spcPct val="150000"/>
              </a:lnSpc>
            </a:pPr>
            <a:r>
              <a:rPr lang="en-US" dirty="0" smtClean="0">
                <a:solidFill>
                  <a:srgbClr val="FF0000"/>
                </a:solidFill>
              </a:rPr>
              <a:t>2</a:t>
            </a:r>
            <a:r>
              <a:rPr lang="en-US" dirty="0"/>
              <a:t>)</a:t>
            </a:r>
            <a:r>
              <a:rPr lang="en-US" dirty="0" smtClean="0"/>
              <a:t> </a:t>
            </a:r>
            <a:r>
              <a:rPr lang="en-US" sz="2400" dirty="0"/>
              <a:t>Design a combinational code converter that converts a 4-bit gray code to binary number. </a:t>
            </a:r>
            <a:r>
              <a:rPr lang="en-US" sz="2800" dirty="0"/>
              <a:t/>
            </a:r>
            <a:br>
              <a:rPr lang="en-US" sz="2800" dirty="0"/>
            </a:br>
            <a:r>
              <a:rPr lang="en-US" sz="2800" dirty="0" smtClean="0">
                <a:solidFill>
                  <a:srgbClr val="FF0000"/>
                </a:solidFill>
              </a:rPr>
              <a:t>3</a:t>
            </a:r>
            <a:r>
              <a:rPr lang="en-US" sz="2800" dirty="0" smtClean="0"/>
              <a:t>)</a:t>
            </a:r>
            <a:r>
              <a:rPr lang="en-US" sz="2400" dirty="0" smtClean="0"/>
              <a:t>Design </a:t>
            </a:r>
            <a:r>
              <a:rPr lang="en-US" sz="2400" dirty="0"/>
              <a:t>a combinational circuit with three inputs, A, B, and C, and three outputs, x, y, and z . When the binary input is 0, 1, 2, or 3, the binary output is one greater than the input. When the binary input is 4, 5, 6, or 7, the binary output is two less than the input</a:t>
            </a:r>
            <a:r>
              <a:rPr lang="en-US" sz="2800" dirty="0"/>
              <a:t>. </a:t>
            </a:r>
          </a:p>
        </p:txBody>
      </p:sp>
      <p:sp>
        <p:nvSpPr>
          <p:cNvPr id="4" name="Slide Number Placeholder 3"/>
          <p:cNvSpPr>
            <a:spLocks noGrp="1"/>
          </p:cNvSpPr>
          <p:nvPr>
            <p:ph type="sldNum" sz="quarter" idx="12"/>
          </p:nvPr>
        </p:nvSpPr>
        <p:spPr/>
        <p:txBody>
          <a:bodyPr/>
          <a:lstStyle/>
          <a:p>
            <a:pPr lvl="0" eaLnBrk="1" hangingPunct="1">
              <a:spcBef>
                <a:spcPct val="0"/>
              </a:spcBef>
            </a:pPr>
            <a:fld id="{9A0DB2DC-4C9A-4742-B13C-FB6460FD3503}" type="slidenum">
              <a:rPr lang="en-US" smtClean="0">
                <a:effectLst>
                  <a:outerShdw blurRad="38100" dist="38100" dir="2700000">
                    <a:srgbClr val="C0C0C0"/>
                  </a:outerShdw>
                </a:effectLst>
              </a:rPr>
              <a:t>9</a:t>
            </a:fld>
            <a:r>
              <a:rPr lang="en-US" smtClean="0">
                <a:effectLst>
                  <a:outerShdw blurRad="38100" dist="38100" dir="2700000">
                    <a:srgbClr val="C0C0C0"/>
                  </a:outerShdw>
                </a:effectLst>
              </a:rPr>
              <a:t> / 63</a:t>
            </a:r>
            <a:endParaRPr lang="en-US" sz="1400">
              <a:effectLst>
                <a:outerShdw blurRad="38100" dist="38100" dir="2700000">
                  <a:srgbClr val="C0C0C0"/>
                </a:outerShdw>
              </a:effectLst>
            </a:endParaRPr>
          </a:p>
        </p:txBody>
      </p:sp>
    </p:spTree>
    <p:extLst>
      <p:ext uri="{BB962C8B-B14F-4D97-AF65-F5344CB8AC3E}">
        <p14:creationId xmlns:p14="http://schemas.microsoft.com/office/powerpoint/2010/main" val="16988551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Title 491521"/>
          <p:cNvSpPr>
            <a:spLocks noGrp="1"/>
          </p:cNvSpPr>
          <p:nvPr>
            <p:ph type="title"/>
          </p:nvPr>
        </p:nvSpPr>
        <p:spPr/>
        <p:txBody>
          <a:bodyPr lIns="63500" tIns="25400" rIns="63500" bIns="25400">
            <a:spAutoFit/>
          </a:bodyPr>
          <a:lstStyle/>
          <a:p>
            <a:r>
              <a:t>Binary Adder</a:t>
            </a:r>
          </a:p>
        </p:txBody>
      </p:sp>
      <p:sp>
        <p:nvSpPr>
          <p:cNvPr id="491523" name="Text Placeholder 491522"/>
          <p:cNvSpPr>
            <a:spLocks noGrp="1"/>
          </p:cNvSpPr>
          <p:nvPr>
            <p:ph type="body" idx="1"/>
          </p:nvPr>
        </p:nvSpPr>
        <p:spPr>
          <a:xfrm>
            <a:off x="106998" y="657225"/>
            <a:ext cx="8280400" cy="1573213"/>
          </a:xfrm>
        </p:spPr>
        <p:txBody>
          <a:bodyPr lIns="63500" tIns="25400" rIns="63500" bIns="25400">
            <a:spAutoFit/>
          </a:bodyPr>
          <a:lstStyle/>
          <a:p>
            <a:r>
              <a:t>Half Adder</a:t>
            </a:r>
          </a:p>
          <a:p>
            <a:pPr lvl="1"/>
            <a:r>
              <a:t>Adds </a:t>
            </a:r>
            <a:r>
              <a:rPr>
                <a:solidFill>
                  <a:srgbClr val="996633"/>
                </a:solidFill>
              </a:rPr>
              <a:t>1-bit</a:t>
            </a:r>
            <a:r>
              <a:t> plus </a:t>
            </a:r>
            <a:r>
              <a:rPr>
                <a:solidFill>
                  <a:srgbClr val="996633"/>
                </a:solidFill>
              </a:rPr>
              <a:t>1-bit</a:t>
            </a:r>
          </a:p>
          <a:p>
            <a:pPr lvl="1"/>
            <a:r>
              <a:t>Produces </a:t>
            </a:r>
            <a:r>
              <a:rPr>
                <a:solidFill>
                  <a:schemeClr val="accent1"/>
                </a:solidFill>
              </a:rPr>
              <a:t>Sum</a:t>
            </a:r>
            <a:r>
              <a:t> and </a:t>
            </a:r>
            <a:r>
              <a:rPr>
                <a:solidFill>
                  <a:schemeClr val="accent1"/>
                </a:solidFill>
              </a:rPr>
              <a:t>Carry</a:t>
            </a:r>
          </a:p>
        </p:txBody>
      </p:sp>
      <p:grpSp>
        <p:nvGrpSpPr>
          <p:cNvPr id="491537" name="Group 491536"/>
          <p:cNvGrpSpPr/>
          <p:nvPr/>
        </p:nvGrpSpPr>
        <p:grpSpPr>
          <a:xfrm>
            <a:off x="6372225" y="1268413"/>
            <a:ext cx="1774825" cy="720725"/>
            <a:chOff x="3560" y="799"/>
            <a:chExt cx="1118" cy="454"/>
          </a:xfrm>
        </p:grpSpPr>
        <p:sp>
          <p:nvSpPr>
            <p:cNvPr id="491525" name="Rounded Rectangle 491524"/>
            <p:cNvSpPr/>
            <p:nvPr/>
          </p:nvSpPr>
          <p:spPr>
            <a:xfrm>
              <a:off x="3901" y="799"/>
              <a:ext cx="453" cy="454"/>
            </a:xfrm>
            <a:prstGeom prst="roundRect">
              <a:avLst>
                <a:gd name="adj" fmla="val 16667"/>
              </a:avLst>
            </a:prstGeom>
            <a:noFill/>
            <a:ln w="28575" cap="flat" cmpd="sng">
              <a:solidFill>
                <a:schemeClr val="tx1"/>
              </a:solidFill>
              <a:prstDash val="solid"/>
              <a:headEnd type="none" w="med" len="med"/>
              <a:tailEnd type="none" w="med" len="med"/>
            </a:ln>
          </p:spPr>
          <p:txBody>
            <a:bodyPr/>
            <a:lstStyle/>
            <a:p>
              <a:endParaRPr lang="en-US"/>
            </a:p>
          </p:txBody>
        </p:sp>
        <p:sp>
          <p:nvSpPr>
            <p:cNvPr id="491526" name="Straight Connector 491525"/>
            <p:cNvSpPr/>
            <p:nvPr/>
          </p:nvSpPr>
          <p:spPr>
            <a:xfrm>
              <a:off x="3730" y="1139"/>
              <a:ext cx="171" cy="0"/>
            </a:xfrm>
            <a:prstGeom prst="line">
              <a:avLst/>
            </a:prstGeom>
            <a:ln w="28575" cap="flat" cmpd="sng">
              <a:solidFill>
                <a:schemeClr val="accent2"/>
              </a:solidFill>
              <a:prstDash val="solid"/>
              <a:headEnd type="none" w="med" len="med"/>
              <a:tailEnd type="triangle" w="med" len="med"/>
            </a:ln>
          </p:spPr>
        </p:sp>
        <p:sp>
          <p:nvSpPr>
            <p:cNvPr id="491528" name="Straight Connector 491527"/>
            <p:cNvSpPr/>
            <p:nvPr/>
          </p:nvSpPr>
          <p:spPr>
            <a:xfrm>
              <a:off x="3730" y="913"/>
              <a:ext cx="171" cy="0"/>
            </a:xfrm>
            <a:prstGeom prst="line">
              <a:avLst/>
            </a:prstGeom>
            <a:ln w="28575" cap="flat" cmpd="sng">
              <a:solidFill>
                <a:schemeClr val="accent2"/>
              </a:solidFill>
              <a:prstDash val="solid"/>
              <a:headEnd type="none" w="med" len="med"/>
              <a:tailEnd type="triangle" w="med" len="med"/>
            </a:ln>
          </p:spPr>
        </p:sp>
        <p:sp>
          <p:nvSpPr>
            <p:cNvPr id="491530" name="Straight Connector 491529"/>
            <p:cNvSpPr/>
            <p:nvPr/>
          </p:nvSpPr>
          <p:spPr>
            <a:xfrm>
              <a:off x="4354" y="913"/>
              <a:ext cx="171" cy="0"/>
            </a:xfrm>
            <a:prstGeom prst="line">
              <a:avLst/>
            </a:prstGeom>
            <a:ln w="28575" cap="flat" cmpd="sng">
              <a:solidFill>
                <a:schemeClr val="accent1"/>
              </a:solidFill>
              <a:prstDash val="solid"/>
              <a:headEnd type="none" w="med" len="med"/>
              <a:tailEnd type="triangle" w="med" len="med"/>
            </a:ln>
          </p:spPr>
        </p:sp>
        <p:sp>
          <p:nvSpPr>
            <p:cNvPr id="491531" name="Text Box 491530"/>
            <p:cNvSpPr txBox="1"/>
            <p:nvPr/>
          </p:nvSpPr>
          <p:spPr>
            <a:xfrm>
              <a:off x="3983" y="913"/>
              <a:ext cx="288" cy="207"/>
            </a:xfrm>
            <a:prstGeom prst="rect">
              <a:avLst/>
            </a:prstGeom>
            <a:noFill/>
            <a:ln w="28575">
              <a:noFill/>
            </a:ln>
          </p:spPr>
          <p:txBody>
            <a:bodyPr wrap="none" lIns="0" tIns="0" rIns="0" bIns="0">
              <a:spAutoFit/>
            </a:bodyPr>
            <a:lstStyle/>
            <a:p>
              <a:pPr>
                <a:buClr>
                  <a:schemeClr val="bg1"/>
                </a:buClr>
              </a:pPr>
              <a:r>
                <a:rPr sz="2400" b="1">
                  <a:solidFill>
                    <a:schemeClr val="accent1"/>
                  </a:solidFill>
                  <a:latin typeface="Times New Roman" panose="02020603050405020304" pitchFamily="18" charset="0"/>
                  <a:cs typeface="Times New Roman" panose="02020603050405020304" pitchFamily="18" charset="0"/>
                </a:rPr>
                <a:t>HA</a:t>
              </a:r>
              <a:endParaRPr sz="2400" b="1">
                <a:solidFill>
                  <a:schemeClr val="accent1"/>
                </a:solidFill>
                <a:latin typeface="Times New Roman" panose="02020603050405020304" pitchFamily="18" charset="0"/>
                <a:ea typeface="Times New Roman" panose="02020603050405020304" pitchFamily="18" charset="0"/>
              </a:endParaRPr>
            </a:p>
          </p:txBody>
        </p:sp>
        <p:sp>
          <p:nvSpPr>
            <p:cNvPr id="491533" name="Straight Connector 491532"/>
            <p:cNvSpPr/>
            <p:nvPr/>
          </p:nvSpPr>
          <p:spPr>
            <a:xfrm>
              <a:off x="4354" y="1139"/>
              <a:ext cx="171" cy="0"/>
            </a:xfrm>
            <a:prstGeom prst="line">
              <a:avLst/>
            </a:prstGeom>
            <a:ln w="28575" cap="flat" cmpd="sng">
              <a:solidFill>
                <a:schemeClr val="accent1"/>
              </a:solidFill>
              <a:prstDash val="solid"/>
              <a:headEnd type="none" w="med" len="med"/>
              <a:tailEnd type="triangle" w="med" len="med"/>
            </a:ln>
          </p:spPr>
        </p:sp>
        <p:sp>
          <p:nvSpPr>
            <p:cNvPr id="491535" name="Text Box 491534"/>
            <p:cNvSpPr txBox="1"/>
            <p:nvPr/>
          </p:nvSpPr>
          <p:spPr>
            <a:xfrm>
              <a:off x="3560" y="799"/>
              <a:ext cx="113" cy="394"/>
            </a:xfrm>
            <a:prstGeom prst="rect">
              <a:avLst/>
            </a:prstGeom>
            <a:noFill/>
            <a:ln w="28575">
              <a:noFill/>
            </a:ln>
          </p:spPr>
          <p:txBody>
            <a:bodyPr lIns="0" tIns="0" rIns="0" bIns="0">
              <a:spAutoFit/>
            </a:bodyPr>
            <a:lstStyle/>
            <a:p>
              <a:pPr>
                <a:spcBef>
                  <a:spcPct val="25000"/>
                </a:spcBef>
                <a:buClr>
                  <a:schemeClr val="bg1"/>
                </a:buClr>
              </a:pPr>
              <a:r>
                <a:rPr sz="2000" b="1" i="1">
                  <a:latin typeface="Times New Roman" panose="02020603050405020304" pitchFamily="18" charset="0"/>
                  <a:cs typeface="Times New Roman" panose="02020603050405020304" pitchFamily="18" charset="0"/>
                </a:rPr>
                <a:t>x</a:t>
              </a:r>
            </a:p>
            <a:p>
              <a:pPr>
                <a:spcBef>
                  <a:spcPct val="25000"/>
                </a:spcBef>
                <a:buClr>
                  <a:schemeClr val="bg1"/>
                </a:buClr>
              </a:pPr>
              <a:r>
                <a:rPr sz="2000" b="1" i="1">
                  <a:latin typeface="Times New Roman" panose="02020603050405020304" pitchFamily="18" charset="0"/>
                  <a:cs typeface="Times New Roman" panose="02020603050405020304" pitchFamily="18" charset="0"/>
                </a:rPr>
                <a:t>y</a:t>
              </a:r>
              <a:endParaRPr sz="2000" b="1" i="1">
                <a:latin typeface="Times New Roman" panose="02020603050405020304" pitchFamily="18" charset="0"/>
                <a:ea typeface="Times New Roman" panose="02020603050405020304" pitchFamily="18" charset="0"/>
              </a:endParaRPr>
            </a:p>
          </p:txBody>
        </p:sp>
        <p:sp>
          <p:nvSpPr>
            <p:cNvPr id="491536" name="Text Box 491535"/>
            <p:cNvSpPr txBox="1"/>
            <p:nvPr/>
          </p:nvSpPr>
          <p:spPr>
            <a:xfrm>
              <a:off x="4565" y="823"/>
              <a:ext cx="113" cy="394"/>
            </a:xfrm>
            <a:prstGeom prst="rect">
              <a:avLst/>
            </a:prstGeom>
            <a:noFill/>
            <a:ln w="28575">
              <a:noFill/>
            </a:ln>
          </p:spPr>
          <p:txBody>
            <a:bodyPr lIns="0" tIns="0" rIns="0" bIns="0">
              <a:spAutoFit/>
            </a:bodyPr>
            <a:lstStyle/>
            <a:p>
              <a:pPr>
                <a:spcBef>
                  <a:spcPct val="25000"/>
                </a:spcBef>
                <a:buClr>
                  <a:schemeClr val="bg1"/>
                </a:buClr>
              </a:pPr>
              <a:r>
                <a:rPr sz="2000" b="1" i="1">
                  <a:latin typeface="Times New Roman" panose="02020603050405020304" pitchFamily="18" charset="0"/>
                  <a:cs typeface="Times New Roman" panose="02020603050405020304" pitchFamily="18" charset="0"/>
                </a:rPr>
                <a:t>S</a:t>
              </a:r>
            </a:p>
            <a:p>
              <a:pPr>
                <a:spcBef>
                  <a:spcPct val="25000"/>
                </a:spcBef>
                <a:buClr>
                  <a:schemeClr val="bg1"/>
                </a:buClr>
              </a:pPr>
              <a:r>
                <a:rPr sz="2000" b="1" i="1">
                  <a:latin typeface="Times New Roman" panose="02020603050405020304" pitchFamily="18" charset="0"/>
                  <a:cs typeface="Times New Roman" panose="02020603050405020304" pitchFamily="18" charset="0"/>
                </a:rPr>
                <a:t>C</a:t>
              </a:r>
              <a:endParaRPr sz="2000" b="1" i="1">
                <a:latin typeface="Times New Roman" panose="02020603050405020304" pitchFamily="18" charset="0"/>
                <a:ea typeface="Times New Roman" panose="02020603050405020304" pitchFamily="18" charset="0"/>
              </a:endParaRPr>
            </a:p>
          </p:txBody>
        </p:sp>
      </p:grpSp>
      <p:graphicFrame>
        <p:nvGraphicFramePr>
          <p:cNvPr id="491612" name="Table 491611"/>
          <p:cNvGraphicFramePr/>
          <p:nvPr/>
        </p:nvGraphicFramePr>
        <p:xfrm>
          <a:off x="971550" y="3249613"/>
          <a:ext cx="2159000" cy="2159000"/>
        </p:xfrm>
        <a:graphic>
          <a:graphicData uri="http://schemas.openxmlformats.org/drawingml/2006/table">
            <a:tbl>
              <a:tblPr/>
              <a:tblGrid>
                <a:gridCol w="1079500"/>
                <a:gridCol w="1079500"/>
              </a:tblGrid>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 x  y</a:t>
                      </a:r>
                      <a:endParaRPr lang="en-US" i="1">
                        <a:solidFill>
                          <a:srgbClr val="FFFF00"/>
                        </a:solidFill>
                      </a:endParaRPr>
                    </a:p>
                  </a:txBody>
                  <a:tcPr marL="0" marR="0" marT="0" marB="0">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C   S</a:t>
                      </a:r>
                      <a:endParaRPr lang="en-US" i="1">
                        <a:solidFill>
                          <a:srgbClr val="FFFF00"/>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0  1</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a:t>
                      </a:r>
                      <a:r>
                        <a:rPr>
                          <a:solidFill>
                            <a:schemeClr val="accent1"/>
                          </a:solidFill>
                        </a:rPr>
                        <a:t>1</a:t>
                      </a:r>
                      <a:endParaRPr lang="en-US">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1  0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a:t>
                      </a:r>
                      <a:r>
                        <a:rPr>
                          <a:solidFill>
                            <a:schemeClr val="accent1"/>
                          </a:solidFill>
                        </a:rPr>
                        <a:t>   1</a:t>
                      </a:r>
                      <a:endParaRPr lang="en-US">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1  1</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1   </a:t>
                      </a:r>
                      <a:r>
                        <a:rPr>
                          <a:solidFill>
                            <a:schemeClr val="tx1"/>
                          </a:solidFill>
                        </a:rPr>
                        <a:t>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491613" name="Text Box 491612"/>
          <p:cNvSpPr txBox="1"/>
          <p:nvPr/>
        </p:nvSpPr>
        <p:spPr>
          <a:xfrm>
            <a:off x="6732588" y="2349500"/>
            <a:ext cx="900112" cy="1314450"/>
          </a:xfrm>
          <a:prstGeom prst="rect">
            <a:avLst/>
          </a:prstGeom>
          <a:noFill/>
          <a:ln w="28575">
            <a:noFill/>
          </a:ln>
        </p:spPr>
        <p:txBody>
          <a:bodyPr lIns="0" tIns="0" rIns="0" bIns="0">
            <a:spAutoFit/>
          </a:bodyPr>
          <a:lstStyle/>
          <a:p>
            <a:pPr algn="r">
              <a:spcBef>
                <a:spcPct val="0"/>
              </a:spcBef>
              <a:buClr>
                <a:schemeClr val="bg1"/>
              </a:buClr>
            </a:pPr>
            <a:r>
              <a:rPr sz="2400" b="1" i="1">
                <a:latin typeface="Times New Roman" panose="02020603050405020304" pitchFamily="18" charset="0"/>
                <a:cs typeface="Times New Roman" panose="02020603050405020304" pitchFamily="18" charset="0"/>
              </a:rPr>
              <a:t>x</a:t>
            </a:r>
          </a:p>
          <a:p>
            <a:pPr algn="r">
              <a:spcBef>
                <a:spcPct val="0"/>
              </a:spcBef>
              <a:buClr>
                <a:schemeClr val="bg1"/>
              </a:buClr>
            </a:pPr>
            <a:r>
              <a:rPr sz="2400" b="1" i="1">
                <a:latin typeface="Times New Roman" panose="02020603050405020304" pitchFamily="18" charset="0"/>
                <a:cs typeface="Times New Roman" panose="02020603050405020304" pitchFamily="18" charset="0"/>
              </a:rPr>
              <a:t>+    y</a:t>
            </a:r>
          </a:p>
          <a:p>
            <a:pPr algn="r">
              <a:spcBef>
                <a:spcPct val="0"/>
              </a:spcBef>
              <a:buClr>
                <a:schemeClr val="bg1"/>
              </a:buClr>
            </a:pPr>
            <a:r>
              <a:rPr sz="2400" b="1" i="1">
                <a:latin typeface="Times New Roman" panose="02020603050405020304" pitchFamily="18" charset="0"/>
                <a:cs typeface="Times New Roman" panose="02020603050405020304" pitchFamily="18" charset="0"/>
              </a:rPr>
              <a:t>───</a:t>
            </a:r>
          </a:p>
          <a:p>
            <a:pPr algn="r">
              <a:spcBef>
                <a:spcPct val="0"/>
              </a:spcBef>
              <a:buClr>
                <a:schemeClr val="bg1"/>
              </a:buClr>
            </a:pPr>
            <a:r>
              <a:rPr sz="2400" b="1" i="1">
                <a:solidFill>
                  <a:schemeClr val="accent1"/>
                </a:solidFill>
                <a:latin typeface="Times New Roman" panose="02020603050405020304" pitchFamily="18" charset="0"/>
                <a:cs typeface="Times New Roman" panose="02020603050405020304" pitchFamily="18" charset="0"/>
              </a:rPr>
              <a:t>C</a:t>
            </a:r>
            <a:r>
              <a:rPr sz="2400" b="1" i="1">
                <a:latin typeface="Times New Roman" panose="02020603050405020304" pitchFamily="18" charset="0"/>
                <a:cs typeface="Times New Roman" panose="02020603050405020304" pitchFamily="18" charset="0"/>
              </a:rPr>
              <a:t>   </a:t>
            </a:r>
            <a:r>
              <a:rPr sz="2400" b="1" i="1">
                <a:solidFill>
                  <a:schemeClr val="accent2"/>
                </a:solidFill>
                <a:latin typeface="Times New Roman" panose="02020603050405020304" pitchFamily="18" charset="0"/>
                <a:cs typeface="Times New Roman" panose="02020603050405020304" pitchFamily="18" charset="0"/>
              </a:rPr>
              <a:t>S</a:t>
            </a:r>
            <a:endParaRPr sz="2400" b="1" i="1">
              <a:solidFill>
                <a:schemeClr val="accent2"/>
              </a:solidFill>
              <a:latin typeface="Times New Roman" panose="02020603050405020304" pitchFamily="18" charset="0"/>
              <a:ea typeface="Times New Roman" panose="02020603050405020304" pitchFamily="18" charset="0"/>
            </a:endParaRPr>
          </a:p>
        </p:txBody>
      </p:sp>
      <p:graphicFrame>
        <p:nvGraphicFramePr>
          <p:cNvPr id="491615" name="Object 491614"/>
          <p:cNvGraphicFramePr/>
          <p:nvPr/>
        </p:nvGraphicFramePr>
        <p:xfrm>
          <a:off x="5273675" y="4329113"/>
          <a:ext cx="2032000" cy="1439862"/>
        </p:xfrm>
        <a:graphic>
          <a:graphicData uri="http://schemas.openxmlformats.org/presentationml/2006/ole">
            <mc:AlternateContent xmlns:mc="http://schemas.openxmlformats.org/markup-compatibility/2006">
              <mc:Choice xmlns:v="urn:schemas-microsoft-com:vml" Requires="v">
                <p:oleObj spid="_x0000_s14375" r:id="rId4" imgW="1406525" imgH="928370" progId="Visio.Drawing.11">
                  <p:embed/>
                </p:oleObj>
              </mc:Choice>
              <mc:Fallback>
                <p:oleObj r:id="rId4" imgW="1406525" imgH="928370" progId="Visio.Drawing.11">
                  <p:embed/>
                  <p:pic>
                    <p:nvPicPr>
                      <p:cNvPr id="0" name="Picture 3089"/>
                      <p:cNvPicPr/>
                      <p:nvPr/>
                    </p:nvPicPr>
                    <p:blipFill>
                      <a:blip r:embed="rId5"/>
                      <a:stretch>
                        <a:fillRect/>
                      </a:stretch>
                    </p:blipFill>
                    <p:spPr>
                      <a:xfrm>
                        <a:off x="5273675" y="4329113"/>
                        <a:ext cx="2032000" cy="1439862"/>
                      </a:xfrm>
                      <a:prstGeom prst="rect">
                        <a:avLst/>
                      </a:prstGeom>
                      <a:noFill/>
                      <a:ln w="38100">
                        <a:noFill/>
                        <a:miter/>
                      </a:ln>
                    </p:spPr>
                  </p:pic>
                </p:oleObj>
              </mc:Fallback>
            </mc:AlternateContent>
          </a:graphicData>
        </a:graphic>
      </p:graphicFrame>
      <p:grpSp>
        <p:nvGrpSpPr>
          <p:cNvPr id="491622" name="Group 491621"/>
          <p:cNvGrpSpPr/>
          <p:nvPr/>
        </p:nvGrpSpPr>
        <p:grpSpPr>
          <a:xfrm>
            <a:off x="4481513" y="4149725"/>
            <a:ext cx="3638550" cy="1800225"/>
            <a:chOff x="2823" y="2614"/>
            <a:chExt cx="2292" cy="1134"/>
          </a:xfrm>
        </p:grpSpPr>
        <p:sp>
          <p:nvSpPr>
            <p:cNvPr id="491614" name="Rounded Rectangle 491613"/>
            <p:cNvSpPr/>
            <p:nvPr/>
          </p:nvSpPr>
          <p:spPr>
            <a:xfrm>
              <a:off x="3334" y="2614"/>
              <a:ext cx="1247" cy="1134"/>
            </a:xfrm>
            <a:prstGeom prst="roundRect">
              <a:avLst>
                <a:gd name="adj" fmla="val 16667"/>
              </a:avLst>
            </a:prstGeom>
            <a:noFill/>
            <a:ln w="28575" cap="flat" cmpd="sng">
              <a:solidFill>
                <a:schemeClr val="accent1"/>
              </a:solidFill>
              <a:prstDash val="solid"/>
              <a:headEnd type="none" w="med" len="med"/>
              <a:tailEnd type="none" w="med" len="med"/>
            </a:ln>
          </p:spPr>
          <p:txBody>
            <a:bodyPr/>
            <a:lstStyle/>
            <a:p>
              <a:endParaRPr lang="en-US"/>
            </a:p>
          </p:txBody>
        </p:sp>
        <p:sp>
          <p:nvSpPr>
            <p:cNvPr id="491616" name="Straight Connector 491615"/>
            <p:cNvSpPr/>
            <p:nvPr/>
          </p:nvSpPr>
          <p:spPr>
            <a:xfrm>
              <a:off x="2993" y="2840"/>
              <a:ext cx="341" cy="0"/>
            </a:xfrm>
            <a:prstGeom prst="line">
              <a:avLst/>
            </a:prstGeom>
            <a:ln w="28575" cap="flat" cmpd="sng">
              <a:solidFill>
                <a:schemeClr val="accent2"/>
              </a:solidFill>
              <a:prstDash val="solid"/>
              <a:headEnd type="none" w="med" len="med"/>
              <a:tailEnd type="triangle" w="lg" len="lg"/>
            </a:ln>
          </p:spPr>
        </p:sp>
        <p:sp>
          <p:nvSpPr>
            <p:cNvPr id="491617" name="Straight Connector 491616"/>
            <p:cNvSpPr/>
            <p:nvPr/>
          </p:nvSpPr>
          <p:spPr>
            <a:xfrm>
              <a:off x="2993" y="3521"/>
              <a:ext cx="341" cy="0"/>
            </a:xfrm>
            <a:prstGeom prst="line">
              <a:avLst/>
            </a:prstGeom>
            <a:ln w="28575" cap="flat" cmpd="sng">
              <a:solidFill>
                <a:schemeClr val="accent2"/>
              </a:solidFill>
              <a:prstDash val="solid"/>
              <a:headEnd type="none" w="med" len="med"/>
              <a:tailEnd type="triangle" w="lg" len="lg"/>
            </a:ln>
          </p:spPr>
        </p:sp>
        <p:sp>
          <p:nvSpPr>
            <p:cNvPr id="491618" name="Straight Connector 491617"/>
            <p:cNvSpPr/>
            <p:nvPr/>
          </p:nvSpPr>
          <p:spPr>
            <a:xfrm>
              <a:off x="4581" y="2918"/>
              <a:ext cx="341" cy="0"/>
            </a:xfrm>
            <a:prstGeom prst="line">
              <a:avLst/>
            </a:prstGeom>
            <a:ln w="28575" cap="flat" cmpd="sng">
              <a:solidFill>
                <a:schemeClr val="accent2"/>
              </a:solidFill>
              <a:prstDash val="solid"/>
              <a:headEnd type="none" w="med" len="med"/>
              <a:tailEnd type="triangle" w="lg" len="lg"/>
            </a:ln>
          </p:spPr>
        </p:sp>
        <p:sp>
          <p:nvSpPr>
            <p:cNvPr id="491619" name="Straight Connector 491618"/>
            <p:cNvSpPr/>
            <p:nvPr/>
          </p:nvSpPr>
          <p:spPr>
            <a:xfrm>
              <a:off x="4581" y="3440"/>
              <a:ext cx="341" cy="0"/>
            </a:xfrm>
            <a:prstGeom prst="line">
              <a:avLst/>
            </a:prstGeom>
            <a:ln w="28575" cap="flat" cmpd="sng">
              <a:solidFill>
                <a:schemeClr val="accent2"/>
              </a:solidFill>
              <a:prstDash val="solid"/>
              <a:headEnd type="none" w="med" len="med"/>
              <a:tailEnd type="triangle" w="lg" len="lg"/>
            </a:ln>
          </p:spPr>
        </p:sp>
        <p:sp>
          <p:nvSpPr>
            <p:cNvPr id="491620" name="Text Box 491619"/>
            <p:cNvSpPr txBox="1"/>
            <p:nvPr/>
          </p:nvSpPr>
          <p:spPr>
            <a:xfrm>
              <a:off x="2823" y="2727"/>
              <a:ext cx="170" cy="828"/>
            </a:xfrm>
            <a:prstGeom prst="rect">
              <a:avLst/>
            </a:prstGeom>
            <a:noFill/>
            <a:ln w="28575">
              <a:noFill/>
            </a:ln>
          </p:spPr>
          <p:txBody>
            <a:bodyPr lIns="0" tIns="0" rIns="0" bIns="0">
              <a:spAutoFit/>
            </a:bodyPr>
            <a:lstStyle/>
            <a:p>
              <a:pPr>
                <a:spcBef>
                  <a:spcPct val="0"/>
                </a:spcBef>
                <a:buClr>
                  <a:schemeClr val="bg1"/>
                </a:buClr>
              </a:pPr>
              <a:r>
                <a:rPr sz="2400" b="1" i="1">
                  <a:latin typeface="Times New Roman" panose="02020603050405020304" pitchFamily="18" charset="0"/>
                  <a:cs typeface="Times New Roman" panose="02020603050405020304" pitchFamily="18" charset="0"/>
                </a:rPr>
                <a:t>x</a:t>
              </a:r>
            </a:p>
            <a:p>
              <a:pPr>
                <a:spcBef>
                  <a:spcPct val="0"/>
                </a:spcBef>
                <a:buClr>
                  <a:schemeClr val="bg1"/>
                </a:buClr>
              </a:pPr>
              <a:endParaRPr sz="2400" b="1" i="1">
                <a:latin typeface="Times New Roman" panose="02020603050405020304" pitchFamily="18" charset="0"/>
                <a:cs typeface="Times New Roman" panose="02020603050405020304" pitchFamily="18" charset="0"/>
              </a:endParaRPr>
            </a:p>
            <a:p>
              <a:pPr>
                <a:spcBef>
                  <a:spcPct val="0"/>
                </a:spcBef>
                <a:buClr>
                  <a:schemeClr val="bg1"/>
                </a:buClr>
              </a:pPr>
              <a:endParaRPr sz="2400" b="1" i="1">
                <a:latin typeface="Times New Roman" panose="02020603050405020304" pitchFamily="18" charset="0"/>
                <a:cs typeface="Times New Roman" panose="02020603050405020304" pitchFamily="18" charset="0"/>
              </a:endParaRPr>
            </a:p>
            <a:p>
              <a:pPr>
                <a:spcBef>
                  <a:spcPct val="0"/>
                </a:spcBef>
                <a:buClr>
                  <a:schemeClr val="bg1"/>
                </a:buClr>
              </a:pPr>
              <a:r>
                <a:rPr sz="2400" b="1" i="1">
                  <a:latin typeface="Times New Roman" panose="02020603050405020304" pitchFamily="18" charset="0"/>
                  <a:cs typeface="Times New Roman" panose="02020603050405020304" pitchFamily="18" charset="0"/>
                </a:rPr>
                <a:t>y</a:t>
              </a:r>
              <a:endParaRPr sz="2400" b="1" i="1">
                <a:latin typeface="Times New Roman" panose="02020603050405020304" pitchFamily="18" charset="0"/>
                <a:ea typeface="Times New Roman" panose="02020603050405020304" pitchFamily="18" charset="0"/>
              </a:endParaRPr>
            </a:p>
          </p:txBody>
        </p:sp>
        <p:sp>
          <p:nvSpPr>
            <p:cNvPr id="491621" name="Text Box 491620"/>
            <p:cNvSpPr txBox="1"/>
            <p:nvPr/>
          </p:nvSpPr>
          <p:spPr>
            <a:xfrm>
              <a:off x="4945" y="2784"/>
              <a:ext cx="170" cy="760"/>
            </a:xfrm>
            <a:prstGeom prst="rect">
              <a:avLst/>
            </a:prstGeom>
            <a:noFill/>
            <a:ln w="28575">
              <a:noFill/>
            </a:ln>
          </p:spPr>
          <p:txBody>
            <a:bodyPr lIns="0" tIns="0" rIns="0" bIns="0">
              <a:spAutoFit/>
            </a:bodyPr>
            <a:lstStyle/>
            <a:p>
              <a:pPr>
                <a:lnSpc>
                  <a:spcPct val="100000"/>
                </a:lnSpc>
                <a:spcBef>
                  <a:spcPct val="15000"/>
                </a:spcBef>
                <a:buClr>
                  <a:schemeClr val="bg1"/>
                </a:buClr>
              </a:pPr>
              <a:r>
                <a:rPr sz="2400" b="1" i="1">
                  <a:latin typeface="Times New Roman" panose="02020603050405020304" pitchFamily="18" charset="0"/>
                  <a:cs typeface="Times New Roman" panose="02020603050405020304" pitchFamily="18" charset="0"/>
                </a:rPr>
                <a:t>S</a:t>
              </a:r>
            </a:p>
            <a:p>
              <a:pPr>
                <a:lnSpc>
                  <a:spcPct val="100000"/>
                </a:lnSpc>
                <a:spcBef>
                  <a:spcPct val="15000"/>
                </a:spcBef>
                <a:buClr>
                  <a:schemeClr val="bg1"/>
                </a:buClr>
              </a:pPr>
              <a:endParaRPr sz="2400" b="1" i="1">
                <a:latin typeface="Times New Roman" panose="02020603050405020304" pitchFamily="18" charset="0"/>
                <a:cs typeface="Times New Roman" panose="02020603050405020304" pitchFamily="18" charset="0"/>
              </a:endParaRPr>
            </a:p>
            <a:p>
              <a:pPr>
                <a:lnSpc>
                  <a:spcPct val="100000"/>
                </a:lnSpc>
                <a:spcBef>
                  <a:spcPct val="15000"/>
                </a:spcBef>
                <a:buClr>
                  <a:schemeClr val="bg1"/>
                </a:buClr>
              </a:pPr>
              <a:r>
                <a:rPr sz="2400" b="1" i="1">
                  <a:latin typeface="Times New Roman" panose="02020603050405020304" pitchFamily="18" charset="0"/>
                  <a:cs typeface="Times New Roman" panose="02020603050405020304" pitchFamily="18" charset="0"/>
                </a:rPr>
                <a:t>C</a:t>
              </a:r>
              <a:endParaRPr sz="2400" b="1" i="1">
                <a:latin typeface="Times New Roman" panose="02020603050405020304" pitchFamily="18" charset="0"/>
                <a:ea typeface="Times New Roman" panose="02020603050405020304" pitchFamily="18" charset="0"/>
              </a:endParaRPr>
            </a:p>
          </p:txBody>
        </p:sp>
      </p:grpSp>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10</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91523">
                                            <p:txEl>
                                              <p:pRg st="0" end="0"/>
                                            </p:txEl>
                                          </p:spTgt>
                                        </p:tgtEl>
                                        <p:attrNameLst>
                                          <p:attrName>style.visibility</p:attrName>
                                        </p:attrNameLst>
                                      </p:cBhvr>
                                      <p:to>
                                        <p:strVal val="visible"/>
                                      </p:to>
                                    </p:set>
                                    <p:animEffect transition="in" filter="wipe(left)">
                                      <p:cBhvr>
                                        <p:cTn id="7" dur="500"/>
                                        <p:tgtEl>
                                          <p:spTgt spid="491523">
                                            <p:txEl>
                                              <p:pRg st="0" end="0"/>
                                            </p:txEl>
                                          </p:spTgt>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491537"/>
                                        </p:tgtEl>
                                        <p:attrNameLst>
                                          <p:attrName>style.visibility</p:attrName>
                                        </p:attrNameLst>
                                      </p:cBhvr>
                                      <p:to>
                                        <p:strVal val="visible"/>
                                      </p:to>
                                    </p:se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491523">
                                            <p:txEl>
                                              <p:pRg st="1" end="1"/>
                                            </p:txEl>
                                          </p:spTgt>
                                        </p:tgtEl>
                                        <p:attrNameLst>
                                          <p:attrName>style.visibility</p:attrName>
                                        </p:attrNameLst>
                                      </p:cBhvr>
                                      <p:to>
                                        <p:strVal val="visible"/>
                                      </p:to>
                                    </p:set>
                                    <p:animEffect transition="in" filter="wipe(left)">
                                      <p:cBhvr>
                                        <p:cTn id="14" dur="500"/>
                                        <p:tgtEl>
                                          <p:spTgt spid="491523">
                                            <p:txEl>
                                              <p:pRg st="1" end="1"/>
                                            </p:txEl>
                                          </p:spTgt>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491523">
                                            <p:txEl>
                                              <p:pRg st="2" end="2"/>
                                            </p:txEl>
                                          </p:spTgt>
                                        </p:tgtEl>
                                        <p:attrNameLst>
                                          <p:attrName>style.visibility</p:attrName>
                                        </p:attrNameLst>
                                      </p:cBhvr>
                                      <p:to>
                                        <p:strVal val="visible"/>
                                      </p:to>
                                    </p:set>
                                    <p:animEffect transition="in" filter="wipe(left)">
                                      <p:cBhvr>
                                        <p:cTn id="18" dur="500"/>
                                        <p:tgtEl>
                                          <p:spTgt spid="491523">
                                            <p:txEl>
                                              <p:pRg st="2" end="2"/>
                                            </p:txEl>
                                          </p:spTgt>
                                        </p:tgtEl>
                                      </p:cBhvr>
                                    </p:animEffect>
                                  </p:childTnLst>
                                </p:cTn>
                              </p:par>
                            </p:childTnLst>
                          </p:cTn>
                        </p:par>
                        <p:par>
                          <p:cTn id="19" fill="hold">
                            <p:stCondLst>
                              <p:cond delay="1500"/>
                            </p:stCondLst>
                            <p:childTnLst>
                              <p:par>
                                <p:cTn id="20" presetID="22" presetClass="entr" presetSubtype="1" fill="hold" grpId="0" nodeType="afterEffect">
                                  <p:stCondLst>
                                    <p:cond delay="0"/>
                                  </p:stCondLst>
                                  <p:childTnLst>
                                    <p:set>
                                      <p:cBhvr>
                                        <p:cTn id="21" dur="1" fill="hold">
                                          <p:stCondLst>
                                            <p:cond delay="0"/>
                                          </p:stCondLst>
                                        </p:cTn>
                                        <p:tgtEl>
                                          <p:spTgt spid="491613"/>
                                        </p:tgtEl>
                                        <p:attrNameLst>
                                          <p:attrName>style.visibility</p:attrName>
                                        </p:attrNameLst>
                                      </p:cBhvr>
                                      <p:to>
                                        <p:strVal val="visible"/>
                                      </p:to>
                                    </p:set>
                                    <p:animEffect transition="in" filter="wipe(up)">
                                      <p:cBhvr>
                                        <p:cTn id="22" dur="500"/>
                                        <p:tgtEl>
                                          <p:spTgt spid="4916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491612"/>
                                        </p:tgtEl>
                                        <p:attrNameLst>
                                          <p:attrName>style.visibility</p:attrName>
                                        </p:attrNameLst>
                                      </p:cBhvr>
                                      <p:to>
                                        <p:strVal val="visible"/>
                                      </p:to>
                                    </p:set>
                                    <p:animEffect transition="in" filter="wipe(up)">
                                      <p:cBhvr>
                                        <p:cTn id="27" dur="500"/>
                                        <p:tgtEl>
                                          <p:spTgt spid="491612"/>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491622"/>
                                        </p:tgtEl>
                                        <p:attrNameLst>
                                          <p:attrName>style.visibility</p:attrName>
                                        </p:attrNameLst>
                                      </p:cBhvr>
                                      <p:to>
                                        <p:strVal val="visible"/>
                                      </p:to>
                                    </p:set>
                                    <p:animEffect transition="in" filter="wipe(left)">
                                      <p:cBhvr>
                                        <p:cTn id="31" dur="500"/>
                                        <p:tgtEl>
                                          <p:spTgt spid="49162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491615"/>
                                        </p:tgtEl>
                                        <p:attrNameLst>
                                          <p:attrName>style.visibility</p:attrName>
                                        </p:attrNameLst>
                                      </p:cBhvr>
                                      <p:to>
                                        <p:strVal val="visible"/>
                                      </p:to>
                                    </p:set>
                                    <p:animEffect transition="in" filter="wipe(left)">
                                      <p:cBhvr>
                                        <p:cTn id="36" dur="500"/>
                                        <p:tgtEl>
                                          <p:spTgt spid="491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6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Title 492545"/>
          <p:cNvSpPr>
            <a:spLocks noGrp="1"/>
          </p:cNvSpPr>
          <p:nvPr>
            <p:ph type="title"/>
          </p:nvPr>
        </p:nvSpPr>
        <p:spPr/>
        <p:txBody>
          <a:bodyPr lIns="63500" tIns="25400" rIns="63500" bIns="25400">
            <a:spAutoFit/>
          </a:bodyPr>
          <a:lstStyle/>
          <a:p>
            <a:r>
              <a:t>Binary Adder</a:t>
            </a:r>
          </a:p>
        </p:txBody>
      </p:sp>
      <p:sp>
        <p:nvSpPr>
          <p:cNvPr id="492547" name="Text Placeholder 492546"/>
          <p:cNvSpPr>
            <a:spLocks noGrp="1"/>
          </p:cNvSpPr>
          <p:nvPr>
            <p:ph type="body" idx="1"/>
          </p:nvPr>
        </p:nvSpPr>
        <p:spPr>
          <a:xfrm>
            <a:off x="71438" y="657225"/>
            <a:ext cx="8280400" cy="1573213"/>
          </a:xfrm>
        </p:spPr>
        <p:txBody>
          <a:bodyPr lIns="63500" tIns="25400" rIns="63500" bIns="25400">
            <a:spAutoFit/>
          </a:bodyPr>
          <a:lstStyle/>
          <a:p>
            <a:r>
              <a:t>Full Adder</a:t>
            </a:r>
          </a:p>
          <a:p>
            <a:pPr lvl="1"/>
            <a:r>
              <a:t>Adds </a:t>
            </a:r>
            <a:r>
              <a:rPr>
                <a:solidFill>
                  <a:srgbClr val="996633"/>
                </a:solidFill>
              </a:rPr>
              <a:t>1-bit</a:t>
            </a:r>
            <a:r>
              <a:t> plus </a:t>
            </a:r>
            <a:r>
              <a:rPr>
                <a:solidFill>
                  <a:srgbClr val="996633"/>
                </a:solidFill>
              </a:rPr>
              <a:t>1-bit </a:t>
            </a:r>
            <a:r>
              <a:t>plus </a:t>
            </a:r>
            <a:r>
              <a:rPr>
                <a:solidFill>
                  <a:srgbClr val="996633"/>
                </a:solidFill>
              </a:rPr>
              <a:t>1-bit</a:t>
            </a:r>
          </a:p>
          <a:p>
            <a:pPr lvl="1"/>
            <a:r>
              <a:t>Produces </a:t>
            </a:r>
            <a:r>
              <a:rPr>
                <a:solidFill>
                  <a:schemeClr val="accent1"/>
                </a:solidFill>
              </a:rPr>
              <a:t>Sum</a:t>
            </a:r>
            <a:r>
              <a:t> and </a:t>
            </a:r>
            <a:r>
              <a:rPr>
                <a:solidFill>
                  <a:schemeClr val="accent1"/>
                </a:solidFill>
              </a:rPr>
              <a:t>Carry</a:t>
            </a:r>
          </a:p>
        </p:txBody>
      </p:sp>
      <p:graphicFrame>
        <p:nvGraphicFramePr>
          <p:cNvPr id="492746" name="Table 492745"/>
          <p:cNvGraphicFramePr/>
          <p:nvPr/>
        </p:nvGraphicFramePr>
        <p:xfrm>
          <a:off x="971550" y="2971800"/>
          <a:ext cx="2159000" cy="3336925"/>
        </p:xfrm>
        <a:graphic>
          <a:graphicData uri="http://schemas.openxmlformats.org/drawingml/2006/table">
            <a:tbl>
              <a:tblPr/>
              <a:tblGrid>
                <a:gridCol w="1079500"/>
                <a:gridCol w="1079500"/>
              </a:tblGrid>
              <a:tr h="37147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 x  y  z</a:t>
                      </a:r>
                      <a:endParaRPr lang="en-US" i="1">
                        <a:solidFill>
                          <a:srgbClr val="FFFF00"/>
                        </a:solidFill>
                      </a:endParaRPr>
                    </a:p>
                  </a:txBody>
                  <a:tcPr marL="0" marR="0" marT="0" marB="0">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C   S</a:t>
                      </a:r>
                      <a:endParaRPr lang="en-US" i="1">
                        <a:solidFill>
                          <a:srgbClr val="FFFF00"/>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r>
              <a:tr h="369888">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0  0  0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147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0  0  1</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a:t>
                      </a:r>
                      <a:r>
                        <a:rPr>
                          <a:solidFill>
                            <a:schemeClr val="accent1"/>
                          </a:solidFill>
                        </a:rPr>
                        <a:t>1</a:t>
                      </a:r>
                      <a:endParaRPr lang="en-US">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9887">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0  1  0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a:t>
                      </a:r>
                      <a:r>
                        <a:rPr>
                          <a:solidFill>
                            <a:schemeClr val="accent1"/>
                          </a:solidFill>
                        </a:rPr>
                        <a:t>   1</a:t>
                      </a:r>
                      <a:endParaRPr lang="en-US">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147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0  1  1</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1   </a:t>
                      </a:r>
                      <a:r>
                        <a:rPr>
                          <a:solidFill>
                            <a:schemeClr val="tx1"/>
                          </a:solidFill>
                        </a:rPr>
                        <a:t>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9888">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1  0  0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a:t>
                      </a:r>
                      <a:r>
                        <a:rPr>
                          <a:solidFill>
                            <a:schemeClr val="accent1"/>
                          </a:solidFill>
                        </a:rPr>
                        <a:t>1</a:t>
                      </a:r>
                      <a:endParaRPr lang="en-US">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147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1  0  1</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1</a:t>
                      </a:r>
                      <a:r>
                        <a:rPr>
                          <a:solidFill>
                            <a:schemeClr val="tx1"/>
                          </a:solidFill>
                        </a:rPr>
                        <a:t>   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9887">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1  1  0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1   </a:t>
                      </a:r>
                      <a:r>
                        <a:rPr>
                          <a:solidFill>
                            <a:schemeClr val="tx1"/>
                          </a:solidFill>
                        </a:rPr>
                        <a:t>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147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1  1  1</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1   1</a:t>
                      </a:r>
                      <a:endParaRPr lang="en-US">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492581" name="Text Box 492580"/>
          <p:cNvSpPr txBox="1"/>
          <p:nvPr/>
        </p:nvSpPr>
        <p:spPr>
          <a:xfrm>
            <a:off x="6732588" y="2168525"/>
            <a:ext cx="900112" cy="1643063"/>
          </a:xfrm>
          <a:prstGeom prst="rect">
            <a:avLst/>
          </a:prstGeom>
          <a:noFill/>
          <a:ln w="28575">
            <a:noFill/>
          </a:ln>
        </p:spPr>
        <p:txBody>
          <a:bodyPr lIns="0" tIns="0" rIns="0" bIns="0">
            <a:spAutoFit/>
          </a:bodyPr>
          <a:lstStyle/>
          <a:p>
            <a:pPr algn="r">
              <a:spcBef>
                <a:spcPct val="0"/>
              </a:spcBef>
              <a:buClr>
                <a:schemeClr val="bg1"/>
              </a:buClr>
            </a:pPr>
            <a:r>
              <a:rPr sz="2400" b="1" i="1">
                <a:latin typeface="Times New Roman" panose="02020603050405020304" pitchFamily="18" charset="0"/>
                <a:cs typeface="Times New Roman" panose="02020603050405020304" pitchFamily="18" charset="0"/>
              </a:rPr>
              <a:t>x</a:t>
            </a:r>
          </a:p>
          <a:p>
            <a:pPr algn="r">
              <a:spcBef>
                <a:spcPct val="0"/>
              </a:spcBef>
              <a:buClr>
                <a:schemeClr val="bg1"/>
              </a:buClr>
            </a:pPr>
            <a:r>
              <a:rPr sz="2400" b="1" i="1">
                <a:latin typeface="Times New Roman" panose="02020603050405020304" pitchFamily="18" charset="0"/>
                <a:cs typeface="Times New Roman" panose="02020603050405020304" pitchFamily="18" charset="0"/>
              </a:rPr>
              <a:t>+    y</a:t>
            </a:r>
          </a:p>
          <a:p>
            <a:pPr algn="r">
              <a:spcBef>
                <a:spcPct val="0"/>
              </a:spcBef>
              <a:buClr>
                <a:schemeClr val="bg1"/>
              </a:buClr>
            </a:pPr>
            <a:r>
              <a:rPr sz="2400" b="1" i="1">
                <a:latin typeface="Times New Roman" panose="02020603050405020304" pitchFamily="18" charset="0"/>
                <a:cs typeface="Times New Roman" panose="02020603050405020304" pitchFamily="18" charset="0"/>
              </a:rPr>
              <a:t>+    z</a:t>
            </a:r>
          </a:p>
          <a:p>
            <a:pPr algn="r">
              <a:spcBef>
                <a:spcPct val="0"/>
              </a:spcBef>
              <a:buClr>
                <a:schemeClr val="bg1"/>
              </a:buClr>
            </a:pPr>
            <a:r>
              <a:rPr sz="2400" b="1" i="1">
                <a:latin typeface="Times New Roman" panose="02020603050405020304" pitchFamily="18" charset="0"/>
                <a:cs typeface="Times New Roman" panose="02020603050405020304" pitchFamily="18" charset="0"/>
              </a:rPr>
              <a:t>───</a:t>
            </a:r>
          </a:p>
          <a:p>
            <a:pPr algn="r">
              <a:spcBef>
                <a:spcPct val="0"/>
              </a:spcBef>
              <a:buClr>
                <a:schemeClr val="bg1"/>
              </a:buClr>
            </a:pPr>
            <a:r>
              <a:rPr sz="2400" b="1" i="1">
                <a:solidFill>
                  <a:schemeClr val="accent1"/>
                </a:solidFill>
                <a:latin typeface="Times New Roman" panose="02020603050405020304" pitchFamily="18" charset="0"/>
                <a:cs typeface="Times New Roman" panose="02020603050405020304" pitchFamily="18" charset="0"/>
              </a:rPr>
              <a:t>C</a:t>
            </a:r>
            <a:r>
              <a:rPr sz="2400" b="1" i="1">
                <a:latin typeface="Times New Roman" panose="02020603050405020304" pitchFamily="18" charset="0"/>
                <a:cs typeface="Times New Roman" panose="02020603050405020304" pitchFamily="18" charset="0"/>
              </a:rPr>
              <a:t>   </a:t>
            </a:r>
            <a:r>
              <a:rPr sz="2400" b="1" i="1">
                <a:solidFill>
                  <a:schemeClr val="accent2"/>
                </a:solidFill>
                <a:latin typeface="Times New Roman" panose="02020603050405020304" pitchFamily="18" charset="0"/>
                <a:cs typeface="Times New Roman" panose="02020603050405020304" pitchFamily="18" charset="0"/>
              </a:rPr>
              <a:t>S</a:t>
            </a:r>
            <a:endParaRPr sz="2400" b="1" i="1">
              <a:solidFill>
                <a:schemeClr val="accent2"/>
              </a:solidFill>
              <a:latin typeface="Times New Roman" panose="02020603050405020304" pitchFamily="18" charset="0"/>
              <a:ea typeface="Times New Roman" panose="02020603050405020304" pitchFamily="18" charset="0"/>
            </a:endParaRPr>
          </a:p>
        </p:txBody>
      </p:sp>
      <p:grpSp>
        <p:nvGrpSpPr>
          <p:cNvPr id="492593" name="Group 492592"/>
          <p:cNvGrpSpPr/>
          <p:nvPr/>
        </p:nvGrpSpPr>
        <p:grpSpPr>
          <a:xfrm>
            <a:off x="6388100" y="1268413"/>
            <a:ext cx="1758950" cy="720725"/>
            <a:chOff x="4024" y="799"/>
            <a:chExt cx="1108" cy="454"/>
          </a:xfrm>
        </p:grpSpPr>
        <p:sp>
          <p:nvSpPr>
            <p:cNvPr id="492549" name="Rounded Rectangle 492548"/>
            <p:cNvSpPr/>
            <p:nvPr/>
          </p:nvSpPr>
          <p:spPr>
            <a:xfrm>
              <a:off x="4355" y="799"/>
              <a:ext cx="453" cy="454"/>
            </a:xfrm>
            <a:prstGeom prst="roundRect">
              <a:avLst>
                <a:gd name="adj" fmla="val 16667"/>
              </a:avLst>
            </a:prstGeom>
            <a:noFill/>
            <a:ln w="28575" cap="flat" cmpd="sng">
              <a:solidFill>
                <a:schemeClr val="tx1"/>
              </a:solidFill>
              <a:prstDash val="solid"/>
              <a:headEnd type="none" w="med" len="med"/>
              <a:tailEnd type="none" w="med" len="med"/>
            </a:ln>
          </p:spPr>
          <p:txBody>
            <a:bodyPr/>
            <a:lstStyle/>
            <a:p>
              <a:endParaRPr lang="en-US"/>
            </a:p>
          </p:txBody>
        </p:sp>
        <p:sp>
          <p:nvSpPr>
            <p:cNvPr id="492550" name="Straight Connector 492549"/>
            <p:cNvSpPr/>
            <p:nvPr/>
          </p:nvSpPr>
          <p:spPr>
            <a:xfrm>
              <a:off x="4184" y="1139"/>
              <a:ext cx="171" cy="0"/>
            </a:xfrm>
            <a:prstGeom prst="line">
              <a:avLst/>
            </a:prstGeom>
            <a:ln w="28575" cap="flat" cmpd="sng">
              <a:solidFill>
                <a:schemeClr val="accent2"/>
              </a:solidFill>
              <a:prstDash val="solid"/>
              <a:headEnd type="none" w="med" len="med"/>
              <a:tailEnd type="triangle" w="med" len="med"/>
            </a:ln>
          </p:spPr>
        </p:sp>
        <p:sp>
          <p:nvSpPr>
            <p:cNvPr id="492551" name="Straight Connector 492550"/>
            <p:cNvSpPr/>
            <p:nvPr/>
          </p:nvSpPr>
          <p:spPr>
            <a:xfrm>
              <a:off x="4184" y="913"/>
              <a:ext cx="171" cy="0"/>
            </a:xfrm>
            <a:prstGeom prst="line">
              <a:avLst/>
            </a:prstGeom>
            <a:ln w="28575" cap="flat" cmpd="sng">
              <a:solidFill>
                <a:schemeClr val="accent2"/>
              </a:solidFill>
              <a:prstDash val="solid"/>
              <a:headEnd type="none" w="med" len="med"/>
              <a:tailEnd type="triangle" w="med" len="med"/>
            </a:ln>
          </p:spPr>
        </p:sp>
        <p:sp>
          <p:nvSpPr>
            <p:cNvPr id="492552" name="Straight Connector 492551"/>
            <p:cNvSpPr/>
            <p:nvPr/>
          </p:nvSpPr>
          <p:spPr>
            <a:xfrm>
              <a:off x="4808" y="913"/>
              <a:ext cx="171" cy="0"/>
            </a:xfrm>
            <a:prstGeom prst="line">
              <a:avLst/>
            </a:prstGeom>
            <a:ln w="28575" cap="flat" cmpd="sng">
              <a:solidFill>
                <a:schemeClr val="accent1"/>
              </a:solidFill>
              <a:prstDash val="solid"/>
              <a:headEnd type="none" w="med" len="med"/>
              <a:tailEnd type="triangle" w="med" len="med"/>
            </a:ln>
          </p:spPr>
        </p:sp>
        <p:sp>
          <p:nvSpPr>
            <p:cNvPr id="492553" name="Text Box 492552"/>
            <p:cNvSpPr txBox="1"/>
            <p:nvPr/>
          </p:nvSpPr>
          <p:spPr>
            <a:xfrm>
              <a:off x="4454" y="913"/>
              <a:ext cx="256" cy="207"/>
            </a:xfrm>
            <a:prstGeom prst="rect">
              <a:avLst/>
            </a:prstGeom>
            <a:noFill/>
            <a:ln w="28575">
              <a:noFill/>
            </a:ln>
          </p:spPr>
          <p:txBody>
            <a:bodyPr wrap="none" lIns="0" tIns="0" rIns="0" bIns="0">
              <a:spAutoFit/>
            </a:bodyPr>
            <a:lstStyle/>
            <a:p>
              <a:pPr>
                <a:buClr>
                  <a:schemeClr val="bg1"/>
                </a:buClr>
              </a:pPr>
              <a:r>
                <a:rPr sz="2400" b="1">
                  <a:solidFill>
                    <a:schemeClr val="accent1"/>
                  </a:solidFill>
                  <a:latin typeface="Times New Roman" panose="02020603050405020304" pitchFamily="18" charset="0"/>
                  <a:cs typeface="Times New Roman" panose="02020603050405020304" pitchFamily="18" charset="0"/>
                </a:rPr>
                <a:t>FA</a:t>
              </a:r>
              <a:endParaRPr sz="2400" b="1">
                <a:solidFill>
                  <a:schemeClr val="accent1"/>
                </a:solidFill>
                <a:latin typeface="Times New Roman" panose="02020603050405020304" pitchFamily="18" charset="0"/>
                <a:ea typeface="Times New Roman" panose="02020603050405020304" pitchFamily="18" charset="0"/>
              </a:endParaRPr>
            </a:p>
          </p:txBody>
        </p:sp>
        <p:sp>
          <p:nvSpPr>
            <p:cNvPr id="492554" name="Straight Connector 492553"/>
            <p:cNvSpPr/>
            <p:nvPr/>
          </p:nvSpPr>
          <p:spPr>
            <a:xfrm>
              <a:off x="4808" y="1139"/>
              <a:ext cx="171" cy="0"/>
            </a:xfrm>
            <a:prstGeom prst="line">
              <a:avLst/>
            </a:prstGeom>
            <a:ln w="28575" cap="flat" cmpd="sng">
              <a:solidFill>
                <a:schemeClr val="accent1"/>
              </a:solidFill>
              <a:prstDash val="solid"/>
              <a:headEnd type="none" w="med" len="med"/>
              <a:tailEnd type="triangle" w="med" len="med"/>
            </a:ln>
          </p:spPr>
        </p:sp>
        <p:sp>
          <p:nvSpPr>
            <p:cNvPr id="492555" name="Text Box 492554"/>
            <p:cNvSpPr txBox="1"/>
            <p:nvPr/>
          </p:nvSpPr>
          <p:spPr>
            <a:xfrm>
              <a:off x="4024" y="835"/>
              <a:ext cx="113" cy="375"/>
            </a:xfrm>
            <a:prstGeom prst="rect">
              <a:avLst/>
            </a:prstGeom>
            <a:noFill/>
            <a:ln w="28575">
              <a:noFill/>
            </a:ln>
          </p:spPr>
          <p:txBody>
            <a:bodyPr lIns="0" tIns="0" rIns="0" bIns="0">
              <a:spAutoFit/>
            </a:bodyPr>
            <a:lstStyle/>
            <a:p>
              <a:pPr>
                <a:lnSpc>
                  <a:spcPct val="65000"/>
                </a:lnSpc>
                <a:spcBef>
                  <a:spcPct val="0"/>
                </a:spcBef>
                <a:buClr>
                  <a:schemeClr val="bg1"/>
                </a:buClr>
              </a:pPr>
              <a:r>
                <a:rPr sz="2000" b="1" i="1">
                  <a:latin typeface="Times New Roman" panose="02020603050405020304" pitchFamily="18" charset="0"/>
                  <a:cs typeface="Times New Roman" panose="02020603050405020304" pitchFamily="18" charset="0"/>
                </a:rPr>
                <a:t>x</a:t>
              </a:r>
            </a:p>
            <a:p>
              <a:pPr>
                <a:lnSpc>
                  <a:spcPct val="65000"/>
                </a:lnSpc>
                <a:spcBef>
                  <a:spcPct val="0"/>
                </a:spcBef>
                <a:buClr>
                  <a:schemeClr val="bg1"/>
                </a:buClr>
              </a:pPr>
              <a:r>
                <a:rPr sz="2000" b="1" i="1">
                  <a:latin typeface="Times New Roman" panose="02020603050405020304" pitchFamily="18" charset="0"/>
                  <a:cs typeface="Times New Roman" panose="02020603050405020304" pitchFamily="18" charset="0"/>
                </a:rPr>
                <a:t>y</a:t>
              </a:r>
            </a:p>
            <a:p>
              <a:pPr>
                <a:lnSpc>
                  <a:spcPct val="65000"/>
                </a:lnSpc>
                <a:spcBef>
                  <a:spcPct val="0"/>
                </a:spcBef>
                <a:buClr>
                  <a:schemeClr val="bg1"/>
                </a:buClr>
              </a:pPr>
              <a:r>
                <a:rPr sz="2000" b="1" i="1">
                  <a:latin typeface="Times New Roman" panose="02020603050405020304" pitchFamily="18" charset="0"/>
                  <a:cs typeface="Times New Roman" panose="02020603050405020304" pitchFamily="18" charset="0"/>
                </a:rPr>
                <a:t>z</a:t>
              </a:r>
              <a:endParaRPr sz="2000" b="1" i="1">
                <a:latin typeface="Times New Roman" panose="02020603050405020304" pitchFamily="18" charset="0"/>
                <a:ea typeface="Times New Roman" panose="02020603050405020304" pitchFamily="18" charset="0"/>
              </a:endParaRPr>
            </a:p>
          </p:txBody>
        </p:sp>
        <p:sp>
          <p:nvSpPr>
            <p:cNvPr id="492556" name="Text Box 492555"/>
            <p:cNvSpPr txBox="1"/>
            <p:nvPr/>
          </p:nvSpPr>
          <p:spPr>
            <a:xfrm>
              <a:off x="5019" y="823"/>
              <a:ext cx="113" cy="394"/>
            </a:xfrm>
            <a:prstGeom prst="rect">
              <a:avLst/>
            </a:prstGeom>
            <a:noFill/>
            <a:ln w="28575">
              <a:noFill/>
            </a:ln>
          </p:spPr>
          <p:txBody>
            <a:bodyPr lIns="0" tIns="0" rIns="0" bIns="0">
              <a:spAutoFit/>
            </a:bodyPr>
            <a:lstStyle/>
            <a:p>
              <a:pPr>
                <a:spcBef>
                  <a:spcPct val="25000"/>
                </a:spcBef>
                <a:buClr>
                  <a:schemeClr val="bg1"/>
                </a:buClr>
              </a:pPr>
              <a:r>
                <a:rPr sz="2000" b="1" i="1">
                  <a:latin typeface="Times New Roman" panose="02020603050405020304" pitchFamily="18" charset="0"/>
                  <a:cs typeface="Times New Roman" panose="02020603050405020304" pitchFamily="18" charset="0"/>
                </a:rPr>
                <a:t>S</a:t>
              </a:r>
            </a:p>
            <a:p>
              <a:pPr>
                <a:spcBef>
                  <a:spcPct val="25000"/>
                </a:spcBef>
                <a:buClr>
                  <a:schemeClr val="bg1"/>
                </a:buClr>
              </a:pPr>
              <a:r>
                <a:rPr sz="2000" b="1" i="1">
                  <a:latin typeface="Times New Roman" panose="02020603050405020304" pitchFamily="18" charset="0"/>
                  <a:cs typeface="Times New Roman" panose="02020603050405020304" pitchFamily="18" charset="0"/>
                </a:rPr>
                <a:t>C</a:t>
              </a:r>
              <a:endParaRPr sz="2000" b="1" i="1">
                <a:latin typeface="Times New Roman" panose="02020603050405020304" pitchFamily="18" charset="0"/>
                <a:ea typeface="Times New Roman" panose="02020603050405020304" pitchFamily="18" charset="0"/>
              </a:endParaRPr>
            </a:p>
          </p:txBody>
        </p:sp>
        <p:sp>
          <p:nvSpPr>
            <p:cNvPr id="492592" name="Straight Connector 492591"/>
            <p:cNvSpPr/>
            <p:nvPr/>
          </p:nvSpPr>
          <p:spPr>
            <a:xfrm>
              <a:off x="4183" y="1026"/>
              <a:ext cx="171" cy="0"/>
            </a:xfrm>
            <a:prstGeom prst="line">
              <a:avLst/>
            </a:prstGeom>
            <a:ln w="28575" cap="flat" cmpd="sng">
              <a:solidFill>
                <a:schemeClr val="accent2"/>
              </a:solidFill>
              <a:prstDash val="solid"/>
              <a:headEnd type="none" w="med" len="med"/>
              <a:tailEnd type="triangle" w="med" len="med"/>
            </a:ln>
          </p:spPr>
        </p:sp>
      </p:grpSp>
      <p:graphicFrame>
        <p:nvGraphicFramePr>
          <p:cNvPr id="492648" name="Table 492647"/>
          <p:cNvGraphicFramePr/>
          <p:nvPr/>
        </p:nvGraphicFramePr>
        <p:xfrm>
          <a:off x="3671888" y="2889250"/>
          <a:ext cx="2700338" cy="1439863"/>
        </p:xfrm>
        <a:graphic>
          <a:graphicData uri="http://schemas.openxmlformats.org/drawingml/2006/table">
            <a:tbl>
              <a:tblPr/>
              <a:tblGrid>
                <a:gridCol w="163513"/>
                <a:gridCol w="163512"/>
                <a:gridCol w="593725"/>
                <a:gridCol w="593725"/>
                <a:gridCol w="592138"/>
                <a:gridCol w="593725"/>
              </a:tblGrid>
              <a:tr h="152400">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a:solidFill>
                          <a:schemeClr val="tx1"/>
                        </a:solidFill>
                      </a:endParaRPr>
                    </a:p>
                  </a:txBody>
                  <a:tcPr marL="0" marR="0" marT="0" marB="0" anchor="ctr">
                    <a:lnL cap="flat">
                      <a:noFill/>
                    </a:lnL>
                    <a:lnR>
                      <a:noFill/>
                    </a:lnR>
                    <a:lnT cap="flat">
                      <a:noFill/>
                    </a:lnT>
                    <a:lnB>
                      <a:noFill/>
                    </a:lnB>
                    <a:lnTlToBr>
                      <a:noFill/>
                    </a:lnTlToBr>
                    <a:lnBlToTr>
                      <a:noFill/>
                    </a:lnBlToTr>
                    <a:noFill/>
                  </a:tcPr>
                </a:tc>
                <a:tc rowSpan="2" hMerge="1">
                  <a:txBody>
                    <a:bodyPr/>
                    <a:lstStyle/>
                    <a:p>
                      <a:endParaRPr lang="en-US"/>
                    </a:p>
                  </a:txBody>
                  <a:tcPr>
                    <a:lnT cap="flat">
                      <a:noFill/>
                    </a:lnT>
                  </a:tcPr>
                </a:tc>
                <a:tc row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a:solidFill>
                          <a:schemeClr val="tx1"/>
                        </a:solidFill>
                      </a:endParaRPr>
                    </a:p>
                  </a:txBody>
                  <a:tcPr marL="0" marR="0" marT="0" marB="0" anchor="ctr">
                    <a:lnL>
                      <a:noFill/>
                    </a:lnL>
                    <a:lnR>
                      <a:noFill/>
                    </a:lnR>
                    <a:lnT cap="flat">
                      <a:noFill/>
                    </a:lnT>
                    <a:lnB w="190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a:noFill/>
                    </a:lnR>
                    <a:lnT cap="flat">
                      <a:noFill/>
                    </a:lnT>
                    <a:lnB>
                      <a:noFill/>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i="1">
                          <a:solidFill>
                            <a:schemeClr val="tx1"/>
                          </a:solidFill>
                        </a:rPr>
                        <a:t>y</a:t>
                      </a:r>
                      <a:endParaRPr lang="en-US" sz="2000" i="1">
                        <a:solidFill>
                          <a:schemeClr val="tx1"/>
                        </a:solidFill>
                      </a:endParaRPr>
                    </a:p>
                  </a:txBody>
                  <a:tcPr marL="0" marR="0" marT="0" marB="0">
                    <a:lnL>
                      <a:noFill/>
                    </a:lnL>
                    <a:lnR cap="flat">
                      <a:noFill/>
                    </a:lnR>
                    <a:lnT cap="flat">
                      <a:noFill/>
                    </a:lnT>
                    <a:lnB w="57150" cap="flat" cmpd="sng">
                      <a:solidFill>
                        <a:schemeClr val="tx1"/>
                      </a:solidFill>
                      <a:prstDash val="solid"/>
                      <a:headEnd type="none" w="med" len="med"/>
                      <a:tailEnd type="none" w="med" len="med"/>
                    </a:lnB>
                    <a:lnTlToBr>
                      <a:noFill/>
                    </a:lnTlToBr>
                    <a:lnBlToTr>
                      <a:noFill/>
                    </a:lnBlToTr>
                    <a:noFill/>
                  </a:tcPr>
                </a:tc>
                <a:tc rowSpan="2" hMerge="1">
                  <a:txBody>
                    <a:bodyPr/>
                    <a:lstStyle/>
                    <a:p>
                      <a:endParaRPr lang="en-US"/>
                    </a:p>
                  </a:txBody>
                  <a:tcPr>
                    <a:lnR cap="flat">
                      <a:noFill/>
                    </a:lnR>
                    <a:lnT cap="flat">
                      <a:noFill/>
                    </a:lnT>
                  </a:tcPr>
                </a:tc>
              </a:tr>
              <a:tr h="152400">
                <a:tc gridSpan="2" vMerge="1">
                  <a:txBody>
                    <a:bodyPr/>
                    <a:lstStyle/>
                    <a:p>
                      <a:endParaRPr lang="en-US"/>
                    </a:p>
                  </a:txBody>
                  <a:tcPr>
                    <a:lnL cap="flat">
                      <a:noFill/>
                    </a:lnL>
                  </a:tcPr>
                </a:tc>
                <a:tc hMerge="1" vMerge="1">
                  <a:txBody>
                    <a:bodyPr/>
                    <a:lstStyle/>
                    <a:p>
                      <a:endParaRPr lang="en-US"/>
                    </a:p>
                  </a:txBody>
                  <a:tcPr/>
                </a:tc>
                <a:tc vMerge="1">
                  <a:txBody>
                    <a:bodyPr/>
                    <a:lstStyle/>
                    <a:p>
                      <a:endParaRPr lang="en-US"/>
                    </a:p>
                  </a:txBody>
                  <a:tcPr>
                    <a:lnB w="19050" cap="flat" cmpd="sng">
                      <a:solidFill>
                        <a:schemeClr val="tx1"/>
                      </a:solidFill>
                      <a:prstDash val="solid"/>
                      <a:headEnd type="none" w="med" len="med"/>
                      <a:tailEnd type="none" w="med" len="med"/>
                    </a:lnB>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w="12700" cap="flat" cmpd="sng">
                      <a:solidFill>
                        <a:schemeClr val="tx1"/>
                      </a:solidFill>
                      <a:prstDash val="solid"/>
                      <a:headEnd type="none" w="med" len="med"/>
                      <a:tailEnd type="none" w="med" len="med"/>
                    </a:lnR>
                    <a:lnT>
                      <a:noFill/>
                    </a:lnT>
                    <a:lnB w="19050" cap="flat" cmpd="sng">
                      <a:solidFill>
                        <a:schemeClr val="tx1"/>
                      </a:solidFill>
                      <a:prstDash val="solid"/>
                      <a:headEnd type="none" w="med" len="med"/>
                      <a:tailEnd type="none" w="med" len="med"/>
                    </a:lnB>
                    <a:lnTlToBr>
                      <a:noFill/>
                    </a:lnTlToBr>
                    <a:lnBlToTr>
                      <a:noFill/>
                    </a:lnBlToTr>
                    <a:noFill/>
                  </a:tcPr>
                </a:tc>
                <a:tc gridSpan="2" vMerge="1">
                  <a:txBody>
                    <a:bodyPr/>
                    <a:lstStyle/>
                    <a:p>
                      <a:endParaRPr lang="en-US"/>
                    </a:p>
                  </a:txBody>
                  <a:tcPr>
                    <a:lnL w="12700" cap="flat" cmpd="sng">
                      <a:solidFill>
                        <a:schemeClr val="tx1"/>
                      </a:solidFill>
                      <a:prstDash val="solid"/>
                      <a:headEnd type="none" w="med" len="med"/>
                      <a:tailEnd type="none" w="med" len="med"/>
                    </a:lnL>
                    <a:lnB w="57150" cap="flat" cmpd="sng">
                      <a:solidFill>
                        <a:schemeClr val="tx1"/>
                      </a:solidFill>
                      <a:prstDash val="solid"/>
                      <a:headEnd type="none" w="med" len="med"/>
                      <a:tailEnd type="none" w="med" len="med"/>
                    </a:lnB>
                  </a:tcPr>
                </a:tc>
                <a:tc hMerge="1" vMerge="1">
                  <a:txBody>
                    <a:bodyPr/>
                    <a:lstStyle/>
                    <a:p>
                      <a:endParaRPr lang="en-US"/>
                    </a:p>
                  </a:txBody>
                  <a:tcPr>
                    <a:lnR cap="flat">
                      <a:noFill/>
                    </a:lnR>
                    <a:lnB w="57150" cap="flat" cmpd="sng">
                      <a:solidFill>
                        <a:schemeClr val="tx1"/>
                      </a:solidFill>
                      <a:prstDash val="solid"/>
                      <a:headEnd type="none" w="med" len="med"/>
                      <a:tailEnd type="none" w="med" len="med"/>
                    </a:lnB>
                  </a:tcPr>
                </a:tc>
              </a:tr>
              <a:tr h="401638">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cap="flat">
                      <a:noFill/>
                    </a:lnL>
                    <a:lnR>
                      <a:noFill/>
                    </a:lnR>
                    <a:lnT>
                      <a:noFill/>
                    </a:lnT>
                    <a:lnB>
                      <a:noFill/>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w="19050" cap="flat" cmpd="sng">
                      <a:solidFill>
                        <a:schemeClr val="tx1"/>
                      </a:solidFill>
                      <a:prstDash val="solid"/>
                      <a:headEnd type="none" w="med" len="med"/>
                      <a:tailEnd type="none" w="med" len="med"/>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a:t>0</a:t>
                      </a:r>
                      <a:endParaRPr lang="en-US" sz="2000"/>
                    </a:p>
                  </a:txBody>
                  <a:tcPr marL="0" marR="0" marT="0" marB="0" anchor="ctr">
                    <a:lnL w="190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a:solidFill>
                            <a:schemeClr val="accent1"/>
                          </a:solidFill>
                        </a:rPr>
                        <a:t>1</a:t>
                      </a:r>
                      <a:endParaRPr lang="en-US" sz="2000">
                        <a:solidFill>
                          <a:schemeClr val="accent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a:t>0</a:t>
                      </a:r>
                      <a:endParaRPr lang="en-US" sz="200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a:solidFill>
                            <a:schemeClr val="accent1"/>
                          </a:solidFill>
                        </a:rPr>
                        <a:t>1</a:t>
                      </a:r>
                      <a:endParaRPr lang="en-US" sz="2000">
                        <a:solidFill>
                          <a:schemeClr val="accent1"/>
                        </a:solidFill>
                      </a:endParaRPr>
                    </a:p>
                  </a:txBody>
                  <a:tcPr marL="0" marR="0" marT="0" marB="0" anchor="ctr">
                    <a:lnL w="1270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01637">
                <a:tc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i="1">
                          <a:solidFill>
                            <a:schemeClr val="tx1"/>
                          </a:solidFill>
                        </a:rPr>
                        <a:t>x</a:t>
                      </a:r>
                      <a:endParaRPr lang="en-US" sz="2000" i="1">
                        <a:solidFill>
                          <a:schemeClr val="tx1"/>
                        </a:solidFill>
                      </a:endParaRPr>
                    </a:p>
                  </a:txBody>
                  <a:tcPr marL="0" marR="0" marT="0" marB="0" anchor="ctr">
                    <a:lnL cap="flat">
                      <a:noFill/>
                    </a:lnL>
                    <a:lnR w="57150" cap="flat" cmpd="sng">
                      <a:solidFill>
                        <a:schemeClr val="tx1"/>
                      </a:solidFill>
                      <a:prstDash val="solid"/>
                      <a:headEnd type="none" w="med" len="med"/>
                      <a:tailEnd type="none" w="med" len="med"/>
                    </a:lnR>
                    <a:lnT>
                      <a:noFill/>
                    </a:lnT>
                    <a:lnB>
                      <a:noFill/>
                    </a:lnB>
                    <a:lnTlToBr>
                      <a:noFill/>
                    </a:lnTlToBr>
                    <a:lnBlToTr>
                      <a:noFill/>
                    </a:lnBlToTr>
                    <a:noFill/>
                  </a:tcPr>
                </a:tc>
                <a:tc hMerge="1">
                  <a:txBody>
                    <a:bodyPr/>
                    <a:lstStyle/>
                    <a:p>
                      <a:endParaRPr lang="en-US"/>
                    </a:p>
                  </a:txBody>
                  <a:tcPr>
                    <a:lnR w="571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a:solidFill>
                            <a:schemeClr val="accent1"/>
                          </a:solidFill>
                        </a:rPr>
                        <a:t>1</a:t>
                      </a:r>
                      <a:endParaRPr lang="en-US" sz="2000">
                        <a:solidFill>
                          <a:schemeClr val="accent1"/>
                        </a:solidFill>
                      </a:endParaRPr>
                    </a:p>
                  </a:txBody>
                  <a:tcPr marL="0" marR="0" marT="0" marB="0" anchor="ctr">
                    <a:lnL w="571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a:t>0</a:t>
                      </a:r>
                      <a:endParaRPr lang="en-US" sz="200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a:solidFill>
                            <a:schemeClr val="accent1"/>
                          </a:solidFill>
                        </a:rPr>
                        <a:t>1</a:t>
                      </a:r>
                      <a:endParaRPr lang="en-US" sz="2000">
                        <a:solidFill>
                          <a:schemeClr val="accent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a:t>0</a:t>
                      </a:r>
                      <a:endParaRPr lang="en-US" sz="2000"/>
                    </a:p>
                  </a:txBody>
                  <a:tcPr marL="0" marR="0" marT="0" marB="0" anchor="ctr">
                    <a:lnL w="1270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r>
              <a:tr h="166688">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a:solidFill>
                          <a:schemeClr val="tx1"/>
                        </a:solidFill>
                      </a:endParaRPr>
                    </a:p>
                  </a:txBody>
                  <a:tcPr marL="0" marR="0" marT="0" marB="0" anchor="ctr">
                    <a:lnL cap="flat">
                      <a:noFill/>
                    </a:lnL>
                    <a:lnR>
                      <a:noFill/>
                    </a:lnR>
                    <a:lnT>
                      <a:noFill/>
                    </a:lnT>
                    <a:lnB cap="flat">
                      <a:noFill/>
                    </a:lnB>
                    <a:lnTlToBr>
                      <a:noFill/>
                    </a:lnTlToBr>
                    <a:lnBlToTr>
                      <a:noFill/>
                    </a:lnBlToTr>
                    <a:noFill/>
                  </a:tcPr>
                </a:tc>
                <a:tc rowSpan="2" hMerge="1">
                  <a:txBody>
                    <a:bodyPr/>
                    <a:lstStyle/>
                    <a:p>
                      <a:endParaRPr lang="en-US"/>
                    </a:p>
                  </a:txBody>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baseline="-25000">
                        <a:solidFill>
                          <a:schemeClr val="tx1"/>
                        </a:solidFill>
                      </a:endParaRPr>
                    </a:p>
                  </a:txBody>
                  <a:tcPr marL="0" marR="0" marT="0" marB="0" anchor="ctr">
                    <a:lnL>
                      <a:noFill/>
                    </a:lnL>
                    <a:lnR w="1270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a:noFill/>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i="1">
                          <a:solidFill>
                            <a:schemeClr val="tx1"/>
                          </a:solidFill>
                        </a:rPr>
                        <a:t>z</a:t>
                      </a:r>
                      <a:endParaRPr lang="en-US" sz="2000" i="1">
                        <a:solidFill>
                          <a:schemeClr val="tx1"/>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lnB cap="flat">
                      <a:noFill/>
                    </a:lnB>
                    <a:lnTlToBr>
                      <a:noFill/>
                    </a:lnTlToBr>
                    <a:lnBlToTr>
                      <a:noFill/>
                    </a:lnBlToTr>
                    <a:noFill/>
                  </a:tcPr>
                </a:tc>
                <a:tc rowSpan="2" hMerge="1">
                  <a:txBody>
                    <a:bodyPr/>
                    <a:lstStyle/>
                    <a:p>
                      <a:endParaRPr lang="en-US"/>
                    </a:p>
                  </a:txBody>
                  <a:tcPr>
                    <a:lnR w="1270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baseline="-25000">
                        <a:solidFill>
                          <a:schemeClr val="tx1"/>
                        </a:solidFill>
                      </a:endParaRPr>
                    </a:p>
                  </a:txBody>
                  <a:tcPr marL="0" marR="0" marT="0" marB="0" anchor="ctr">
                    <a:lnL w="12700" cap="flat" cmpd="sng">
                      <a:solidFill>
                        <a:schemeClr val="tx1"/>
                      </a:solidFill>
                      <a:prstDash val="solid"/>
                      <a:headEnd type="none" w="med" len="med"/>
                      <a:tailEnd type="none" w="med" len="med"/>
                    </a:lnL>
                    <a:lnR cap="flat">
                      <a:noFill/>
                    </a:lnR>
                    <a:lnT w="19050" cap="flat" cmpd="sng">
                      <a:solidFill>
                        <a:schemeClr val="tx1"/>
                      </a:solidFill>
                      <a:prstDash val="solid"/>
                      <a:headEnd type="none" w="med" len="med"/>
                      <a:tailEnd type="none" w="med" len="med"/>
                    </a:lnT>
                    <a:lnB>
                      <a:noFill/>
                    </a:lnB>
                    <a:lnTlToBr>
                      <a:noFill/>
                    </a:lnTlToBr>
                    <a:lnBlToTr>
                      <a:noFill/>
                    </a:lnBlToTr>
                    <a:noFill/>
                  </a:tcPr>
                </a:tc>
              </a:tr>
              <a:tr h="165100">
                <a:tc gridSpan="2" vMerge="1">
                  <a:txBody>
                    <a:bodyPr/>
                    <a:lstStyle/>
                    <a:p>
                      <a:endParaRPr lang="en-US"/>
                    </a:p>
                  </a:txBody>
                  <a:tcPr>
                    <a:lnL cap="flat">
                      <a:noFill/>
                    </a:lnL>
                    <a:lnB cap="flat">
                      <a:noFill/>
                    </a:lnB>
                  </a:tcPr>
                </a:tc>
                <a:tc hMerge="1" vMerge="1">
                  <a:txBody>
                    <a:bodyPr/>
                    <a:lstStyle/>
                    <a:p>
                      <a:endParaRPr lang="en-US"/>
                    </a:p>
                  </a:txBody>
                  <a:tcPr>
                    <a:lnB cap="flat">
                      <a:noFill/>
                    </a:lnB>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baseline="-25000">
                        <a:solidFill>
                          <a:schemeClr val="tx1"/>
                        </a:solidFill>
                      </a:endParaRPr>
                    </a:p>
                  </a:txBody>
                  <a:tcPr marL="0" marR="0" marT="0" marB="0" anchor="ctr">
                    <a:lnL>
                      <a:noFill/>
                    </a:lnL>
                    <a:lnR>
                      <a:noFill/>
                    </a:lnR>
                    <a:lnT>
                      <a:noFill/>
                    </a:lnT>
                    <a:lnB cap="flat">
                      <a:noFill/>
                    </a:lnB>
                    <a:lnTlToBr>
                      <a:noFill/>
                    </a:lnTlToBr>
                    <a:lnBlToTr>
                      <a:noFill/>
                    </a:lnBlToTr>
                    <a:noFill/>
                  </a:tcPr>
                </a:tc>
                <a:tc gridSpan="2" vMerge="1">
                  <a:txBody>
                    <a:bodyPr/>
                    <a:lstStyle/>
                    <a:p>
                      <a:endParaRPr lang="en-US"/>
                    </a:p>
                  </a:txBody>
                  <a:tcPr>
                    <a:lnB cap="flat">
                      <a:noFill/>
                    </a:lnB>
                  </a:tcPr>
                </a:tc>
                <a:tc hMerge="1" vMerge="1">
                  <a:txBody>
                    <a:bodyPr/>
                    <a:lstStyle/>
                    <a:p>
                      <a:endParaRPr lang="en-US"/>
                    </a:p>
                  </a:txBody>
                  <a:tcPr>
                    <a:lnB cap="flat">
                      <a:noFill/>
                    </a:lnB>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baseline="-25000">
                        <a:solidFill>
                          <a:schemeClr val="tx1"/>
                        </a:solidFill>
                      </a:endParaRPr>
                    </a:p>
                  </a:txBody>
                  <a:tcPr marL="0" marR="0" marT="0" marB="0" anchor="ctr">
                    <a:lnL>
                      <a:noFill/>
                    </a:lnL>
                    <a:lnR cap="flat">
                      <a:noFill/>
                    </a:lnR>
                    <a:lnT>
                      <a:noFill/>
                    </a:lnT>
                    <a:lnB cap="flat">
                      <a:noFill/>
                    </a:lnB>
                    <a:lnTlToBr>
                      <a:noFill/>
                    </a:lnTlToBr>
                    <a:lnBlToTr>
                      <a:noFill/>
                    </a:lnBlToTr>
                    <a:noFill/>
                  </a:tcPr>
                </a:tc>
              </a:tr>
            </a:tbl>
          </a:graphicData>
        </a:graphic>
      </p:graphicFrame>
      <p:graphicFrame>
        <p:nvGraphicFramePr>
          <p:cNvPr id="492695" name="Table 492694"/>
          <p:cNvGraphicFramePr/>
          <p:nvPr/>
        </p:nvGraphicFramePr>
        <p:xfrm>
          <a:off x="3671888" y="4689475"/>
          <a:ext cx="2700338" cy="1439863"/>
        </p:xfrm>
        <a:graphic>
          <a:graphicData uri="http://schemas.openxmlformats.org/drawingml/2006/table">
            <a:tbl>
              <a:tblPr/>
              <a:tblGrid>
                <a:gridCol w="163513"/>
                <a:gridCol w="163512"/>
                <a:gridCol w="593725"/>
                <a:gridCol w="593725"/>
                <a:gridCol w="592138"/>
                <a:gridCol w="593725"/>
              </a:tblGrid>
              <a:tr h="152400">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a:solidFill>
                          <a:schemeClr val="tx1"/>
                        </a:solidFill>
                      </a:endParaRPr>
                    </a:p>
                  </a:txBody>
                  <a:tcPr marL="0" marR="0" marT="0" marB="0" anchor="ctr">
                    <a:lnL cap="flat">
                      <a:noFill/>
                    </a:lnL>
                    <a:lnR>
                      <a:noFill/>
                    </a:lnR>
                    <a:lnT cap="flat">
                      <a:noFill/>
                    </a:lnT>
                    <a:lnB>
                      <a:noFill/>
                    </a:lnB>
                    <a:lnTlToBr>
                      <a:noFill/>
                    </a:lnTlToBr>
                    <a:lnBlToTr>
                      <a:noFill/>
                    </a:lnBlToTr>
                    <a:noFill/>
                  </a:tcPr>
                </a:tc>
                <a:tc rowSpan="2" hMerge="1">
                  <a:txBody>
                    <a:bodyPr/>
                    <a:lstStyle/>
                    <a:p>
                      <a:endParaRPr lang="en-US"/>
                    </a:p>
                  </a:txBody>
                  <a:tcPr>
                    <a:lnT cap="flat">
                      <a:noFill/>
                    </a:lnT>
                  </a:tcPr>
                </a:tc>
                <a:tc row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a:solidFill>
                          <a:schemeClr val="tx1"/>
                        </a:solidFill>
                      </a:endParaRPr>
                    </a:p>
                  </a:txBody>
                  <a:tcPr marL="0" marR="0" marT="0" marB="0" anchor="ctr">
                    <a:lnL>
                      <a:noFill/>
                    </a:lnL>
                    <a:lnR>
                      <a:noFill/>
                    </a:lnR>
                    <a:lnT cap="flat">
                      <a:noFill/>
                    </a:lnT>
                    <a:lnB w="190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a:noFill/>
                    </a:lnR>
                    <a:lnT cap="flat">
                      <a:noFill/>
                    </a:lnT>
                    <a:lnB>
                      <a:noFill/>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i="1">
                          <a:solidFill>
                            <a:schemeClr val="tx1"/>
                          </a:solidFill>
                        </a:rPr>
                        <a:t>y</a:t>
                      </a:r>
                      <a:endParaRPr lang="en-US" sz="2000" i="1">
                        <a:solidFill>
                          <a:schemeClr val="tx1"/>
                        </a:solidFill>
                      </a:endParaRPr>
                    </a:p>
                  </a:txBody>
                  <a:tcPr marL="0" marR="0" marT="0" marB="0">
                    <a:lnL>
                      <a:noFill/>
                    </a:lnL>
                    <a:lnR cap="flat">
                      <a:noFill/>
                    </a:lnR>
                    <a:lnT cap="flat">
                      <a:noFill/>
                    </a:lnT>
                    <a:lnB w="57150" cap="flat" cmpd="sng">
                      <a:solidFill>
                        <a:schemeClr val="tx1"/>
                      </a:solidFill>
                      <a:prstDash val="solid"/>
                      <a:headEnd type="none" w="med" len="med"/>
                      <a:tailEnd type="none" w="med" len="med"/>
                    </a:lnB>
                    <a:lnTlToBr>
                      <a:noFill/>
                    </a:lnTlToBr>
                    <a:lnBlToTr>
                      <a:noFill/>
                    </a:lnBlToTr>
                    <a:noFill/>
                  </a:tcPr>
                </a:tc>
                <a:tc rowSpan="2" hMerge="1">
                  <a:txBody>
                    <a:bodyPr/>
                    <a:lstStyle/>
                    <a:p>
                      <a:endParaRPr lang="en-US"/>
                    </a:p>
                  </a:txBody>
                  <a:tcPr>
                    <a:lnR cap="flat">
                      <a:noFill/>
                    </a:lnR>
                    <a:lnT cap="flat">
                      <a:noFill/>
                    </a:lnT>
                  </a:tcPr>
                </a:tc>
              </a:tr>
              <a:tr h="152400">
                <a:tc gridSpan="2" vMerge="1">
                  <a:txBody>
                    <a:bodyPr/>
                    <a:lstStyle/>
                    <a:p>
                      <a:endParaRPr lang="en-US"/>
                    </a:p>
                  </a:txBody>
                  <a:tcPr>
                    <a:lnL cap="flat">
                      <a:noFill/>
                    </a:lnL>
                  </a:tcPr>
                </a:tc>
                <a:tc hMerge="1" vMerge="1">
                  <a:txBody>
                    <a:bodyPr/>
                    <a:lstStyle/>
                    <a:p>
                      <a:endParaRPr lang="en-US"/>
                    </a:p>
                  </a:txBody>
                  <a:tcPr/>
                </a:tc>
                <a:tc vMerge="1">
                  <a:txBody>
                    <a:bodyPr/>
                    <a:lstStyle/>
                    <a:p>
                      <a:endParaRPr lang="en-US"/>
                    </a:p>
                  </a:txBody>
                  <a:tcPr>
                    <a:lnB w="19050" cap="flat" cmpd="sng">
                      <a:solidFill>
                        <a:schemeClr val="tx1"/>
                      </a:solidFill>
                      <a:prstDash val="solid"/>
                      <a:headEnd type="none" w="med" len="med"/>
                      <a:tailEnd type="none" w="med" len="med"/>
                    </a:lnB>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w="12700" cap="flat" cmpd="sng">
                      <a:solidFill>
                        <a:schemeClr val="tx1"/>
                      </a:solidFill>
                      <a:prstDash val="solid"/>
                      <a:headEnd type="none" w="med" len="med"/>
                      <a:tailEnd type="none" w="med" len="med"/>
                    </a:lnR>
                    <a:lnT>
                      <a:noFill/>
                    </a:lnT>
                    <a:lnB w="19050" cap="flat" cmpd="sng">
                      <a:solidFill>
                        <a:schemeClr val="tx1"/>
                      </a:solidFill>
                      <a:prstDash val="solid"/>
                      <a:headEnd type="none" w="med" len="med"/>
                      <a:tailEnd type="none" w="med" len="med"/>
                    </a:lnB>
                    <a:lnTlToBr>
                      <a:noFill/>
                    </a:lnTlToBr>
                    <a:lnBlToTr>
                      <a:noFill/>
                    </a:lnBlToTr>
                    <a:noFill/>
                  </a:tcPr>
                </a:tc>
                <a:tc gridSpan="2" vMerge="1">
                  <a:txBody>
                    <a:bodyPr/>
                    <a:lstStyle/>
                    <a:p>
                      <a:endParaRPr lang="en-US"/>
                    </a:p>
                  </a:txBody>
                  <a:tcPr>
                    <a:lnL w="12700" cap="flat" cmpd="sng">
                      <a:solidFill>
                        <a:schemeClr val="tx1"/>
                      </a:solidFill>
                      <a:prstDash val="solid"/>
                      <a:headEnd type="none" w="med" len="med"/>
                      <a:tailEnd type="none" w="med" len="med"/>
                    </a:lnL>
                    <a:lnB w="57150" cap="flat" cmpd="sng">
                      <a:solidFill>
                        <a:schemeClr val="tx1"/>
                      </a:solidFill>
                      <a:prstDash val="solid"/>
                      <a:headEnd type="none" w="med" len="med"/>
                      <a:tailEnd type="none" w="med" len="med"/>
                    </a:lnB>
                  </a:tcPr>
                </a:tc>
                <a:tc hMerge="1" vMerge="1">
                  <a:txBody>
                    <a:bodyPr/>
                    <a:lstStyle/>
                    <a:p>
                      <a:endParaRPr lang="en-US"/>
                    </a:p>
                  </a:txBody>
                  <a:tcPr>
                    <a:lnR cap="flat">
                      <a:noFill/>
                    </a:lnR>
                    <a:lnB w="57150" cap="flat" cmpd="sng">
                      <a:solidFill>
                        <a:schemeClr val="tx1"/>
                      </a:solidFill>
                      <a:prstDash val="solid"/>
                      <a:headEnd type="none" w="med" len="med"/>
                      <a:tailEnd type="none" w="med" len="med"/>
                    </a:lnB>
                  </a:tcPr>
                </a:tc>
              </a:tr>
              <a:tr h="401638">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cap="flat">
                      <a:noFill/>
                    </a:lnL>
                    <a:lnR>
                      <a:noFill/>
                    </a:lnR>
                    <a:lnT>
                      <a:noFill/>
                    </a:lnT>
                    <a:lnB>
                      <a:noFill/>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a:solidFill>
                          <a:schemeClr val="tx1"/>
                        </a:solidFill>
                      </a:endParaRPr>
                    </a:p>
                  </a:txBody>
                  <a:tcPr marL="0" marR="0" marT="0" marB="0" anchor="ctr">
                    <a:lnL>
                      <a:noFill/>
                    </a:lnL>
                    <a:lnR w="19050" cap="flat" cmpd="sng">
                      <a:solidFill>
                        <a:schemeClr val="tx1"/>
                      </a:solidFill>
                      <a:prstDash val="solid"/>
                      <a:headEnd type="none" w="med" len="med"/>
                      <a:tailEnd type="none" w="med" len="med"/>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a:t>0</a:t>
                      </a:r>
                      <a:endParaRPr lang="en-US" sz="2000"/>
                    </a:p>
                  </a:txBody>
                  <a:tcPr marL="0" marR="0" marT="0" marB="0" anchor="ctr">
                    <a:lnL w="190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a:t>0</a:t>
                      </a:r>
                      <a:endParaRPr lang="en-US" sz="200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a:solidFill>
                            <a:schemeClr val="accent1"/>
                          </a:solidFill>
                        </a:rPr>
                        <a:t>1</a:t>
                      </a:r>
                      <a:endParaRPr lang="en-US" sz="2000">
                        <a:solidFill>
                          <a:schemeClr val="accent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a:t>0</a:t>
                      </a:r>
                      <a:endParaRPr lang="en-US" sz="2000"/>
                    </a:p>
                  </a:txBody>
                  <a:tcPr marL="0" marR="0" marT="0" marB="0" anchor="ctr">
                    <a:lnL w="1270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01637">
                <a:tc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i="1">
                          <a:solidFill>
                            <a:schemeClr val="tx1"/>
                          </a:solidFill>
                        </a:rPr>
                        <a:t>x</a:t>
                      </a:r>
                      <a:endParaRPr lang="en-US" sz="2000" i="1">
                        <a:solidFill>
                          <a:schemeClr val="tx1"/>
                        </a:solidFill>
                      </a:endParaRPr>
                    </a:p>
                  </a:txBody>
                  <a:tcPr marL="0" marR="0" marT="0" marB="0" anchor="ctr">
                    <a:lnL cap="flat">
                      <a:noFill/>
                    </a:lnL>
                    <a:lnR w="57150" cap="flat" cmpd="sng">
                      <a:solidFill>
                        <a:schemeClr val="tx1"/>
                      </a:solidFill>
                      <a:prstDash val="solid"/>
                      <a:headEnd type="none" w="med" len="med"/>
                      <a:tailEnd type="none" w="med" len="med"/>
                    </a:lnR>
                    <a:lnT>
                      <a:noFill/>
                    </a:lnT>
                    <a:lnB>
                      <a:noFill/>
                    </a:lnB>
                    <a:lnTlToBr>
                      <a:noFill/>
                    </a:lnTlToBr>
                    <a:lnBlToTr>
                      <a:noFill/>
                    </a:lnBlToTr>
                    <a:noFill/>
                  </a:tcPr>
                </a:tc>
                <a:tc hMerge="1">
                  <a:txBody>
                    <a:bodyPr/>
                    <a:lstStyle/>
                    <a:p>
                      <a:endParaRPr lang="en-US"/>
                    </a:p>
                  </a:txBody>
                  <a:tcPr>
                    <a:lnR w="571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a:t>0</a:t>
                      </a:r>
                      <a:endParaRPr lang="en-US" sz="2000"/>
                    </a:p>
                  </a:txBody>
                  <a:tcPr marL="0" marR="0" marT="0" marB="0" anchor="ctr">
                    <a:lnL w="5715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a:solidFill>
                            <a:schemeClr val="accent1"/>
                          </a:solidFill>
                        </a:rPr>
                        <a:t>1</a:t>
                      </a:r>
                      <a:endParaRPr lang="en-US" sz="2000">
                        <a:solidFill>
                          <a:schemeClr val="accent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a:solidFill>
                            <a:schemeClr val="accent1"/>
                          </a:solidFill>
                        </a:rPr>
                        <a:t>1</a:t>
                      </a:r>
                      <a:endParaRPr lang="en-US" sz="2000">
                        <a:solidFill>
                          <a:schemeClr val="accent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a:solidFill>
                            <a:schemeClr val="accent1"/>
                          </a:solidFill>
                        </a:rPr>
                        <a:t>1</a:t>
                      </a:r>
                      <a:endParaRPr lang="en-US" sz="2000">
                        <a:solidFill>
                          <a:schemeClr val="accent1"/>
                        </a:solidFill>
                      </a:endParaRPr>
                    </a:p>
                  </a:txBody>
                  <a:tcPr marL="0" marR="0" marT="0" marB="0" anchor="ctr">
                    <a:lnL w="1270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r>
              <a:tr h="166688">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2000">
                        <a:solidFill>
                          <a:schemeClr val="tx1"/>
                        </a:solidFill>
                      </a:endParaRPr>
                    </a:p>
                  </a:txBody>
                  <a:tcPr marL="0" marR="0" marT="0" marB="0" anchor="ctr">
                    <a:lnL cap="flat">
                      <a:noFill/>
                    </a:lnL>
                    <a:lnR>
                      <a:noFill/>
                    </a:lnR>
                    <a:lnT>
                      <a:noFill/>
                    </a:lnT>
                    <a:lnB cap="flat">
                      <a:noFill/>
                    </a:lnB>
                    <a:lnTlToBr>
                      <a:noFill/>
                    </a:lnTlToBr>
                    <a:lnBlToTr>
                      <a:noFill/>
                    </a:lnBlToTr>
                    <a:noFill/>
                  </a:tcPr>
                </a:tc>
                <a:tc rowSpan="2" hMerge="1">
                  <a:txBody>
                    <a:bodyPr/>
                    <a:lstStyle/>
                    <a:p>
                      <a:endParaRPr lang="en-US"/>
                    </a:p>
                  </a:txBody>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baseline="-25000">
                        <a:solidFill>
                          <a:schemeClr val="tx1"/>
                        </a:solidFill>
                      </a:endParaRPr>
                    </a:p>
                  </a:txBody>
                  <a:tcPr marL="0" marR="0" marT="0" marB="0" anchor="ctr">
                    <a:lnL>
                      <a:noFill/>
                    </a:lnL>
                    <a:lnR w="1270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a:noFill/>
                    </a:lnB>
                    <a:lnTlToBr>
                      <a:noFill/>
                    </a:lnTlToBr>
                    <a:lnBlToTr>
                      <a:noFill/>
                    </a:lnBlToTr>
                    <a:noFill/>
                  </a:tcPr>
                </a:tc>
                <a:tc rowSpan="2" gridSpan="2">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sz="2000" i="1">
                          <a:solidFill>
                            <a:schemeClr val="tx1"/>
                          </a:solidFill>
                        </a:rPr>
                        <a:t>z</a:t>
                      </a:r>
                      <a:endParaRPr lang="en-US" sz="2000" i="1">
                        <a:solidFill>
                          <a:schemeClr val="tx1"/>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lnB cap="flat">
                      <a:noFill/>
                    </a:lnB>
                    <a:lnTlToBr>
                      <a:noFill/>
                    </a:lnTlToBr>
                    <a:lnBlToTr>
                      <a:noFill/>
                    </a:lnBlToTr>
                    <a:noFill/>
                  </a:tcPr>
                </a:tc>
                <a:tc rowSpan="2" hMerge="1">
                  <a:txBody>
                    <a:bodyPr/>
                    <a:lstStyle/>
                    <a:p>
                      <a:endParaRPr lang="en-US"/>
                    </a:p>
                  </a:txBody>
                  <a:tcPr>
                    <a:lnR w="12700" cap="flat" cmpd="sng">
                      <a:solidFill>
                        <a:schemeClr val="tx1"/>
                      </a:solidFill>
                      <a:prstDash val="solid"/>
                      <a:headEnd type="none" w="med" len="med"/>
                      <a:tailEnd type="none" w="med" len="med"/>
                    </a:lnR>
                    <a:lnT w="57150" cap="flat" cmpd="sng">
                      <a:solidFill>
                        <a:schemeClr val="tx1"/>
                      </a:solidFill>
                      <a:prstDash val="solid"/>
                      <a:headEnd type="none" w="med" len="med"/>
                      <a:tailEnd type="none" w="med" len="med"/>
                    </a:lnT>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baseline="-25000">
                        <a:solidFill>
                          <a:schemeClr val="tx1"/>
                        </a:solidFill>
                      </a:endParaRPr>
                    </a:p>
                  </a:txBody>
                  <a:tcPr marL="0" marR="0" marT="0" marB="0" anchor="ctr">
                    <a:lnL w="12700" cap="flat" cmpd="sng">
                      <a:solidFill>
                        <a:schemeClr val="tx1"/>
                      </a:solidFill>
                      <a:prstDash val="solid"/>
                      <a:headEnd type="none" w="med" len="med"/>
                      <a:tailEnd type="none" w="med" len="med"/>
                    </a:lnL>
                    <a:lnR cap="flat">
                      <a:noFill/>
                    </a:lnR>
                    <a:lnT w="19050" cap="flat" cmpd="sng">
                      <a:solidFill>
                        <a:schemeClr val="tx1"/>
                      </a:solidFill>
                      <a:prstDash val="solid"/>
                      <a:headEnd type="none" w="med" len="med"/>
                      <a:tailEnd type="none" w="med" len="med"/>
                    </a:lnT>
                    <a:lnB>
                      <a:noFill/>
                    </a:lnB>
                    <a:lnTlToBr>
                      <a:noFill/>
                    </a:lnTlToBr>
                    <a:lnBlToTr>
                      <a:noFill/>
                    </a:lnBlToTr>
                    <a:noFill/>
                  </a:tcPr>
                </a:tc>
              </a:tr>
              <a:tr h="165100">
                <a:tc gridSpan="2" vMerge="1">
                  <a:txBody>
                    <a:bodyPr/>
                    <a:lstStyle/>
                    <a:p>
                      <a:endParaRPr lang="en-US"/>
                    </a:p>
                  </a:txBody>
                  <a:tcPr>
                    <a:lnL cap="flat">
                      <a:noFill/>
                    </a:lnL>
                    <a:lnB cap="flat">
                      <a:noFill/>
                    </a:lnB>
                  </a:tcPr>
                </a:tc>
                <a:tc hMerge="1" vMerge="1">
                  <a:txBody>
                    <a:bodyPr/>
                    <a:lstStyle/>
                    <a:p>
                      <a:endParaRPr lang="en-US"/>
                    </a:p>
                  </a:txBody>
                  <a:tcPr>
                    <a:lnB cap="flat">
                      <a:noFill/>
                    </a:lnB>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baseline="-25000">
                        <a:solidFill>
                          <a:schemeClr val="tx1"/>
                        </a:solidFill>
                      </a:endParaRPr>
                    </a:p>
                  </a:txBody>
                  <a:tcPr marL="0" marR="0" marT="0" marB="0" anchor="ctr">
                    <a:lnL>
                      <a:noFill/>
                    </a:lnL>
                    <a:lnR>
                      <a:noFill/>
                    </a:lnR>
                    <a:lnT>
                      <a:noFill/>
                    </a:lnT>
                    <a:lnB cap="flat">
                      <a:noFill/>
                    </a:lnB>
                    <a:lnTlToBr>
                      <a:noFill/>
                    </a:lnTlToBr>
                    <a:lnBlToTr>
                      <a:noFill/>
                    </a:lnBlToTr>
                    <a:noFill/>
                  </a:tcPr>
                </a:tc>
                <a:tc gridSpan="2" vMerge="1">
                  <a:txBody>
                    <a:bodyPr/>
                    <a:lstStyle/>
                    <a:p>
                      <a:endParaRPr lang="en-US"/>
                    </a:p>
                  </a:txBody>
                  <a:tcPr>
                    <a:lnB cap="flat">
                      <a:noFill/>
                    </a:lnB>
                  </a:tcPr>
                </a:tc>
                <a:tc hMerge="1" vMerge="1">
                  <a:txBody>
                    <a:bodyPr/>
                    <a:lstStyle/>
                    <a:p>
                      <a:endParaRPr lang="en-US"/>
                    </a:p>
                  </a:txBody>
                  <a:tcPr>
                    <a:lnB cap="flat">
                      <a:noFill/>
                    </a:lnB>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endParaRPr lang="en-US" sz="700" baseline="-25000">
                        <a:solidFill>
                          <a:schemeClr val="tx1"/>
                        </a:solidFill>
                      </a:endParaRPr>
                    </a:p>
                  </a:txBody>
                  <a:tcPr marL="0" marR="0" marT="0" marB="0" anchor="ctr">
                    <a:lnL>
                      <a:noFill/>
                    </a:lnL>
                    <a:lnR cap="flat">
                      <a:noFill/>
                    </a:lnR>
                    <a:lnT>
                      <a:noFill/>
                    </a:lnT>
                    <a:lnB cap="flat">
                      <a:noFill/>
                    </a:lnB>
                    <a:lnTlToBr>
                      <a:noFill/>
                    </a:lnTlToBr>
                    <a:lnBlToTr>
                      <a:noFill/>
                    </a:lnBlToTr>
                    <a:noFill/>
                  </a:tcPr>
                </a:tc>
              </a:tr>
            </a:tbl>
          </a:graphicData>
        </a:graphic>
      </p:graphicFrame>
      <p:sp>
        <p:nvSpPr>
          <p:cNvPr id="492742" name="Oval 492741"/>
          <p:cNvSpPr/>
          <p:nvPr/>
        </p:nvSpPr>
        <p:spPr>
          <a:xfrm>
            <a:off x="4648200" y="5448300"/>
            <a:ext cx="1079500" cy="295275"/>
          </a:xfrm>
          <a:prstGeom prst="ellipse">
            <a:avLst/>
          </a:prstGeom>
          <a:noFill/>
          <a:ln w="28575" cap="flat" cmpd="sng">
            <a:solidFill>
              <a:schemeClr val="accent2"/>
            </a:solidFill>
            <a:prstDash val="solid"/>
            <a:headEnd type="none" w="med" len="med"/>
            <a:tailEnd type="none" w="med" len="med"/>
          </a:ln>
        </p:spPr>
        <p:txBody>
          <a:bodyPr/>
          <a:lstStyle/>
          <a:p>
            <a:endParaRPr lang="en-US"/>
          </a:p>
        </p:txBody>
      </p:sp>
      <p:sp>
        <p:nvSpPr>
          <p:cNvPr id="492743" name="Oval 492742"/>
          <p:cNvSpPr/>
          <p:nvPr/>
        </p:nvSpPr>
        <p:spPr>
          <a:xfrm>
            <a:off x="5233988" y="5449888"/>
            <a:ext cx="1079500" cy="295275"/>
          </a:xfrm>
          <a:prstGeom prst="ellipse">
            <a:avLst/>
          </a:prstGeom>
          <a:noFill/>
          <a:ln w="28575" cap="flat" cmpd="sng">
            <a:solidFill>
              <a:srgbClr val="33CC33"/>
            </a:solidFill>
            <a:prstDash val="solid"/>
            <a:headEnd type="none" w="med" len="med"/>
            <a:tailEnd type="none" w="med" len="med"/>
          </a:ln>
        </p:spPr>
        <p:txBody>
          <a:bodyPr/>
          <a:lstStyle/>
          <a:p>
            <a:endParaRPr lang="en-US"/>
          </a:p>
        </p:txBody>
      </p:sp>
      <p:sp>
        <p:nvSpPr>
          <p:cNvPr id="492744" name="Oval 492743"/>
          <p:cNvSpPr/>
          <p:nvPr/>
        </p:nvSpPr>
        <p:spPr>
          <a:xfrm>
            <a:off x="5299075" y="5049838"/>
            <a:ext cx="373063" cy="696912"/>
          </a:xfrm>
          <a:prstGeom prst="ellipse">
            <a:avLst/>
          </a:prstGeom>
          <a:noFill/>
          <a:ln w="28575" cap="flat" cmpd="sng">
            <a:solidFill>
              <a:srgbClr val="996600"/>
            </a:solidFill>
            <a:prstDash val="solid"/>
            <a:headEnd type="none" w="med" len="med"/>
            <a:tailEnd type="none" w="med" len="med"/>
          </a:ln>
        </p:spPr>
        <p:txBody>
          <a:bodyPr/>
          <a:lstStyle/>
          <a:p>
            <a:endParaRPr lang="en-US"/>
          </a:p>
        </p:txBody>
      </p:sp>
      <p:sp>
        <p:nvSpPr>
          <p:cNvPr id="492745" name="Text Box 492744"/>
          <p:cNvSpPr txBox="1"/>
          <p:nvPr/>
        </p:nvSpPr>
        <p:spPr>
          <a:xfrm>
            <a:off x="3851275" y="4329113"/>
            <a:ext cx="3960813" cy="304800"/>
          </a:xfrm>
          <a:prstGeom prst="rect">
            <a:avLst/>
          </a:prstGeom>
          <a:noFill/>
          <a:ln w="28575">
            <a:noFill/>
          </a:ln>
        </p:spPr>
        <p:txBody>
          <a:bodyPr lIns="0" tIns="0" rIns="0" bIns="0">
            <a:spAutoFit/>
          </a:bodyPr>
          <a:lstStyle/>
          <a:p>
            <a:pPr algn="l">
              <a:lnSpc>
                <a:spcPct val="100000"/>
              </a:lnSpc>
              <a:spcBef>
                <a:spcPct val="0"/>
              </a:spcBef>
              <a:buClr>
                <a:schemeClr val="bg1"/>
              </a:buClr>
            </a:pPr>
            <a:r>
              <a:rPr sz="2000" b="1" i="1">
                <a:latin typeface="Times New Roman" panose="02020603050405020304" pitchFamily="18" charset="0"/>
                <a:cs typeface="Times New Roman" panose="02020603050405020304" pitchFamily="18" charset="0"/>
              </a:rPr>
              <a:t>S </a:t>
            </a:r>
            <a:r>
              <a:rPr sz="2000" b="1" i="1">
                <a:solidFill>
                  <a:schemeClr val="accent1"/>
                </a:solidFill>
                <a:latin typeface="Times New Roman" panose="02020603050405020304" pitchFamily="18" charset="0"/>
                <a:cs typeface="Times New Roman" panose="02020603050405020304" pitchFamily="18" charset="0"/>
              </a:rPr>
              <a:t>= </a:t>
            </a:r>
            <a:r>
              <a:rPr sz="2000" b="1" i="1" err="1">
                <a:latin typeface="Times New Roman" panose="02020603050405020304" pitchFamily="18" charset="0"/>
                <a:cs typeface="Times New Roman" panose="02020603050405020304" pitchFamily="18" charset="0"/>
              </a:rPr>
              <a:t>xy'z'</a:t>
            </a:r>
            <a:r>
              <a:rPr sz="2000" b="1" i="1" err="1">
                <a:solidFill>
                  <a:schemeClr val="accent2"/>
                </a:solidFill>
                <a:latin typeface="Times New Roman" panose="02020603050405020304" pitchFamily="18" charset="0"/>
                <a:cs typeface="Times New Roman" panose="02020603050405020304" pitchFamily="18" charset="0"/>
              </a:rPr>
              <a:t>+</a:t>
            </a:r>
            <a:r>
              <a:rPr sz="2000" b="1" i="1" err="1">
                <a:latin typeface="Times New Roman" panose="02020603050405020304" pitchFamily="18" charset="0"/>
                <a:cs typeface="Times New Roman" panose="02020603050405020304" pitchFamily="18" charset="0"/>
              </a:rPr>
              <a:t>x'yz'</a:t>
            </a:r>
            <a:r>
              <a:rPr sz="2000" b="1" i="1" err="1">
                <a:solidFill>
                  <a:schemeClr val="accent2"/>
                </a:solidFill>
                <a:latin typeface="Times New Roman" panose="02020603050405020304" pitchFamily="18" charset="0"/>
                <a:cs typeface="Times New Roman" panose="02020603050405020304" pitchFamily="18" charset="0"/>
              </a:rPr>
              <a:t>+</a:t>
            </a:r>
            <a:r>
              <a:rPr sz="2000" b="1" i="1" err="1">
                <a:latin typeface="Times New Roman" panose="02020603050405020304" pitchFamily="18" charset="0"/>
                <a:cs typeface="Times New Roman" panose="02020603050405020304" pitchFamily="18" charset="0"/>
              </a:rPr>
              <a:t>x'y'z</a:t>
            </a:r>
            <a:r>
              <a:rPr sz="2000" b="1" i="1" err="1">
                <a:solidFill>
                  <a:schemeClr val="accent2"/>
                </a:solidFill>
                <a:latin typeface="Times New Roman" panose="02020603050405020304" pitchFamily="18" charset="0"/>
                <a:cs typeface="Times New Roman" panose="02020603050405020304" pitchFamily="18" charset="0"/>
              </a:rPr>
              <a:t>+</a:t>
            </a:r>
            <a:r>
              <a:rPr sz="2000" b="1" i="1" err="1">
                <a:latin typeface="Times New Roman" panose="02020603050405020304" pitchFamily="18" charset="0"/>
                <a:cs typeface="Times New Roman" panose="02020603050405020304" pitchFamily="18" charset="0"/>
              </a:rPr>
              <a:t>xyz</a:t>
            </a:r>
            <a:r>
              <a:rPr sz="2000" b="1" i="1">
                <a:latin typeface="Times New Roman" panose="02020603050405020304" pitchFamily="18" charset="0"/>
                <a:cs typeface="Times New Roman" panose="02020603050405020304" pitchFamily="18" charset="0"/>
              </a:rPr>
              <a:t> </a:t>
            </a:r>
            <a:r>
              <a:rPr sz="2000" b="1" i="1">
                <a:solidFill>
                  <a:schemeClr val="accent1"/>
                </a:solidFill>
                <a:latin typeface="Times New Roman" panose="02020603050405020304" pitchFamily="18" charset="0"/>
                <a:cs typeface="Times New Roman" panose="02020603050405020304" pitchFamily="18" charset="0"/>
              </a:rPr>
              <a:t>= </a:t>
            </a:r>
            <a:r>
              <a:rPr sz="2000" b="1" i="1">
                <a:latin typeface="Times New Roman" panose="02020603050405020304" pitchFamily="18" charset="0"/>
                <a:cs typeface="Times New Roman" panose="02020603050405020304" pitchFamily="18" charset="0"/>
              </a:rPr>
              <a:t>x </a:t>
            </a:r>
            <a:r>
              <a:rPr sz="1600" b="1">
                <a:latin typeface="Times New Roman" panose="02020603050405020304" pitchFamily="18" charset="0"/>
                <a:cs typeface="Times New Roman" panose="02020603050405020304" pitchFamily="18" charset="0"/>
                <a:sym typeface="Symbol" panose="05050102010706020507" pitchFamily="18" charset="2"/>
              </a:rPr>
              <a:t></a:t>
            </a:r>
            <a:r>
              <a:rPr sz="2000" b="1">
                <a:latin typeface="Times New Roman" panose="02020603050405020304" pitchFamily="18" charset="0"/>
                <a:cs typeface="Times New Roman" panose="02020603050405020304" pitchFamily="18" charset="0"/>
                <a:sym typeface="Symbol" panose="05050102010706020507" pitchFamily="18" charset="2"/>
              </a:rPr>
              <a:t> </a:t>
            </a:r>
            <a:r>
              <a:rPr sz="2000" b="1" i="1">
                <a:latin typeface="Times New Roman" panose="02020603050405020304" pitchFamily="18" charset="0"/>
                <a:cs typeface="Times New Roman" panose="02020603050405020304" pitchFamily="18" charset="0"/>
              </a:rPr>
              <a:t>y </a:t>
            </a:r>
            <a:r>
              <a:rPr sz="1600" b="1">
                <a:latin typeface="Times New Roman" panose="02020603050405020304" pitchFamily="18" charset="0"/>
                <a:cs typeface="Times New Roman" panose="02020603050405020304" pitchFamily="18" charset="0"/>
                <a:sym typeface="Symbol" panose="05050102010706020507" pitchFamily="18" charset="2"/>
              </a:rPr>
              <a:t></a:t>
            </a:r>
            <a:r>
              <a:rPr sz="2000" b="1">
                <a:latin typeface="Times New Roman" panose="02020603050405020304" pitchFamily="18" charset="0"/>
                <a:cs typeface="Times New Roman" panose="02020603050405020304" pitchFamily="18" charset="0"/>
                <a:sym typeface="Symbol" panose="05050102010706020507" pitchFamily="18" charset="2"/>
              </a:rPr>
              <a:t> </a:t>
            </a:r>
            <a:r>
              <a:rPr sz="2000" b="1" i="1">
                <a:latin typeface="Times New Roman" panose="02020603050405020304" pitchFamily="18" charset="0"/>
                <a:cs typeface="Times New Roman" panose="02020603050405020304" pitchFamily="18" charset="0"/>
              </a:rPr>
              <a:t>z</a:t>
            </a:r>
            <a:endParaRPr sz="2000" b="1" i="1">
              <a:latin typeface="Times New Roman" panose="02020603050405020304" pitchFamily="18" charset="0"/>
              <a:ea typeface="Times New Roman" panose="02020603050405020304" pitchFamily="18" charset="0"/>
            </a:endParaRPr>
          </a:p>
        </p:txBody>
      </p:sp>
      <p:sp>
        <p:nvSpPr>
          <p:cNvPr id="492747" name="Text Box 492746"/>
          <p:cNvSpPr txBox="1"/>
          <p:nvPr/>
        </p:nvSpPr>
        <p:spPr>
          <a:xfrm>
            <a:off x="3851275" y="6129338"/>
            <a:ext cx="1800225" cy="304800"/>
          </a:xfrm>
          <a:prstGeom prst="rect">
            <a:avLst/>
          </a:prstGeom>
          <a:noFill/>
          <a:ln w="28575">
            <a:noFill/>
          </a:ln>
        </p:spPr>
        <p:txBody>
          <a:bodyPr lIns="0" tIns="0" rIns="0" bIns="0">
            <a:spAutoFit/>
          </a:bodyPr>
          <a:lstStyle/>
          <a:p>
            <a:pPr algn="l">
              <a:lnSpc>
                <a:spcPct val="100000"/>
              </a:lnSpc>
              <a:spcBef>
                <a:spcPct val="0"/>
              </a:spcBef>
              <a:buClr>
                <a:schemeClr val="bg1"/>
              </a:buClr>
            </a:pPr>
            <a:r>
              <a:rPr sz="2000" b="1" i="1">
                <a:latin typeface="Times New Roman" panose="02020603050405020304" pitchFamily="18" charset="0"/>
                <a:cs typeface="Times New Roman" panose="02020603050405020304" pitchFamily="18" charset="0"/>
              </a:rPr>
              <a:t>C </a:t>
            </a:r>
            <a:r>
              <a:rPr sz="2000" b="1" i="1">
                <a:solidFill>
                  <a:schemeClr val="accent1"/>
                </a:solidFill>
                <a:latin typeface="Times New Roman" panose="02020603050405020304" pitchFamily="18" charset="0"/>
                <a:cs typeface="Times New Roman" panose="02020603050405020304" pitchFamily="18" charset="0"/>
              </a:rPr>
              <a:t>= </a:t>
            </a:r>
            <a:r>
              <a:rPr sz="2000" b="1" i="1" err="1">
                <a:latin typeface="Times New Roman" panose="02020603050405020304" pitchFamily="18" charset="0"/>
                <a:cs typeface="Times New Roman" panose="02020603050405020304" pitchFamily="18" charset="0"/>
              </a:rPr>
              <a:t>xy</a:t>
            </a:r>
            <a:r>
              <a:rPr sz="2000" b="1" i="1">
                <a:latin typeface="Times New Roman" panose="02020603050405020304" pitchFamily="18" charset="0"/>
                <a:cs typeface="Times New Roman" panose="02020603050405020304" pitchFamily="18" charset="0"/>
              </a:rPr>
              <a:t> </a:t>
            </a:r>
            <a:r>
              <a:rPr sz="2000" b="1" i="1">
                <a:solidFill>
                  <a:schemeClr val="accent2"/>
                </a:solidFill>
                <a:latin typeface="Times New Roman" panose="02020603050405020304" pitchFamily="18" charset="0"/>
                <a:cs typeface="Times New Roman" panose="02020603050405020304" pitchFamily="18" charset="0"/>
              </a:rPr>
              <a:t>+ </a:t>
            </a:r>
            <a:r>
              <a:rPr sz="2000" b="1" i="1" err="1">
                <a:latin typeface="Times New Roman" panose="02020603050405020304" pitchFamily="18" charset="0"/>
                <a:cs typeface="Times New Roman" panose="02020603050405020304" pitchFamily="18" charset="0"/>
              </a:rPr>
              <a:t>xz</a:t>
            </a:r>
            <a:r>
              <a:rPr sz="2000" b="1" i="1">
                <a:latin typeface="Times New Roman" panose="02020603050405020304" pitchFamily="18" charset="0"/>
                <a:cs typeface="Times New Roman" panose="02020603050405020304" pitchFamily="18" charset="0"/>
              </a:rPr>
              <a:t> </a:t>
            </a:r>
            <a:r>
              <a:rPr sz="2000" b="1" i="1">
                <a:solidFill>
                  <a:schemeClr val="accent2"/>
                </a:solidFill>
                <a:latin typeface="Times New Roman" panose="02020603050405020304" pitchFamily="18" charset="0"/>
                <a:cs typeface="Times New Roman" panose="02020603050405020304" pitchFamily="18" charset="0"/>
              </a:rPr>
              <a:t>+ </a:t>
            </a:r>
            <a:r>
              <a:rPr sz="2000" b="1" i="1" err="1">
                <a:latin typeface="Times New Roman" panose="02020603050405020304" pitchFamily="18" charset="0"/>
                <a:cs typeface="Times New Roman" panose="02020603050405020304" pitchFamily="18" charset="0"/>
              </a:rPr>
              <a:t>yz</a:t>
            </a:r>
            <a:endParaRPr sz="2000" b="1" i="1">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11</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92547">
                                            <p:txEl>
                                              <p:pRg st="0" end="0"/>
                                            </p:txEl>
                                          </p:spTgt>
                                        </p:tgtEl>
                                        <p:attrNameLst>
                                          <p:attrName>style.visibility</p:attrName>
                                        </p:attrNameLst>
                                      </p:cBhvr>
                                      <p:to>
                                        <p:strVal val="visible"/>
                                      </p:to>
                                    </p:set>
                                    <p:animEffect transition="in" filter="wipe(left)">
                                      <p:cBhvr>
                                        <p:cTn id="7" dur="500"/>
                                        <p:tgtEl>
                                          <p:spTgt spid="492547">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92593"/>
                                        </p:tgtEl>
                                        <p:attrNameLst>
                                          <p:attrName>style.visibility</p:attrName>
                                        </p:attrNameLst>
                                      </p:cBhvr>
                                      <p:to>
                                        <p:strVal val="visible"/>
                                      </p:to>
                                    </p:set>
                                    <p:animEffect transition="in" filter="wipe(left)">
                                      <p:cBhvr>
                                        <p:cTn id="11" dur="500"/>
                                        <p:tgtEl>
                                          <p:spTgt spid="49259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92547">
                                            <p:txEl>
                                              <p:pRg st="1" end="1"/>
                                            </p:txEl>
                                          </p:spTgt>
                                        </p:tgtEl>
                                        <p:attrNameLst>
                                          <p:attrName>style.visibility</p:attrName>
                                        </p:attrNameLst>
                                      </p:cBhvr>
                                      <p:to>
                                        <p:strVal val="visible"/>
                                      </p:to>
                                    </p:set>
                                    <p:animEffect transition="in" filter="wipe(left)">
                                      <p:cBhvr>
                                        <p:cTn id="15" dur="500"/>
                                        <p:tgtEl>
                                          <p:spTgt spid="492547">
                                            <p:txEl>
                                              <p:pRg st="1" end="1"/>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492547">
                                            <p:txEl>
                                              <p:pRg st="2" end="2"/>
                                            </p:txEl>
                                          </p:spTgt>
                                        </p:tgtEl>
                                        <p:attrNameLst>
                                          <p:attrName>style.visibility</p:attrName>
                                        </p:attrNameLst>
                                      </p:cBhvr>
                                      <p:to>
                                        <p:strVal val="visible"/>
                                      </p:to>
                                    </p:set>
                                    <p:animEffect transition="in" filter="wipe(left)">
                                      <p:cBhvr>
                                        <p:cTn id="19" dur="500"/>
                                        <p:tgtEl>
                                          <p:spTgt spid="492547">
                                            <p:txEl>
                                              <p:pRg st="2" end="2"/>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492581"/>
                                        </p:tgtEl>
                                        <p:attrNameLst>
                                          <p:attrName>style.visibility</p:attrName>
                                        </p:attrNameLst>
                                      </p:cBhvr>
                                      <p:to>
                                        <p:strVal val="visible"/>
                                      </p:to>
                                    </p:set>
                                    <p:animEffect transition="in" filter="wipe(up)">
                                      <p:cBhvr>
                                        <p:cTn id="23" dur="500"/>
                                        <p:tgtEl>
                                          <p:spTgt spid="49258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492746"/>
                                        </p:tgtEl>
                                        <p:attrNameLst>
                                          <p:attrName>style.visibility</p:attrName>
                                        </p:attrNameLst>
                                      </p:cBhvr>
                                      <p:to>
                                        <p:strVal val="visible"/>
                                      </p:to>
                                    </p:set>
                                    <p:animEffect transition="in" filter="wipe(up)">
                                      <p:cBhvr>
                                        <p:cTn id="28" dur="500"/>
                                        <p:tgtEl>
                                          <p:spTgt spid="492746"/>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92648"/>
                                        </p:tgtEl>
                                        <p:attrNameLst>
                                          <p:attrName>style.visibility</p:attrName>
                                        </p:attrNameLst>
                                      </p:cBhvr>
                                      <p:to>
                                        <p:strVal val="visible"/>
                                      </p:to>
                                    </p:set>
                                    <p:anim calcmode="lin" valueType="num">
                                      <p:cBhvr additive="base">
                                        <p:cTn id="33" dur="500" fill="hold"/>
                                        <p:tgtEl>
                                          <p:spTgt spid="492648"/>
                                        </p:tgtEl>
                                        <p:attrNameLst>
                                          <p:attrName>ppt_x</p:attrName>
                                        </p:attrNameLst>
                                      </p:cBhvr>
                                      <p:tavLst>
                                        <p:tav tm="0">
                                          <p:val>
                                            <p:strVal val="#ppt_x"/>
                                          </p:val>
                                        </p:tav>
                                        <p:tav tm="100000">
                                          <p:val>
                                            <p:strVal val="#ppt_x"/>
                                          </p:val>
                                        </p:tav>
                                      </p:tavLst>
                                    </p:anim>
                                    <p:anim calcmode="lin" valueType="num">
                                      <p:cBhvr additive="base">
                                        <p:cTn id="34" dur="500" fill="hold"/>
                                        <p:tgtEl>
                                          <p:spTgt spid="492648"/>
                                        </p:tgtEl>
                                        <p:attrNameLst>
                                          <p:attrName>ppt_y</p:attrName>
                                        </p:attrNameLst>
                                      </p:cBhvr>
                                      <p:tavLst>
                                        <p:tav tm="0">
                                          <p:val>
                                            <p:strVal val="1+#ppt_h/2"/>
                                          </p:val>
                                        </p:tav>
                                        <p:tav tm="100000">
                                          <p:val>
                                            <p:strVal val="#ppt_y"/>
                                          </p:val>
                                        </p:tav>
                                      </p:tavLst>
                                    </p:anim>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492745"/>
                                        </p:tgtEl>
                                        <p:attrNameLst>
                                          <p:attrName>style.visibility</p:attrName>
                                        </p:attrNameLst>
                                      </p:cBhvr>
                                      <p:to>
                                        <p:strVal val="visible"/>
                                      </p:to>
                                    </p:set>
                                    <p:animEffect transition="in" filter="wipe(left)">
                                      <p:cBhvr>
                                        <p:cTn id="38" dur="500"/>
                                        <p:tgtEl>
                                          <p:spTgt spid="492745"/>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92695"/>
                                        </p:tgtEl>
                                        <p:attrNameLst>
                                          <p:attrName>style.visibility</p:attrName>
                                        </p:attrNameLst>
                                      </p:cBhvr>
                                      <p:to>
                                        <p:strVal val="visible"/>
                                      </p:to>
                                    </p:set>
                                    <p:anim calcmode="lin" valueType="num">
                                      <p:cBhvr additive="base">
                                        <p:cTn id="43" dur="500" fill="hold"/>
                                        <p:tgtEl>
                                          <p:spTgt spid="492695"/>
                                        </p:tgtEl>
                                        <p:attrNameLst>
                                          <p:attrName>ppt_x</p:attrName>
                                        </p:attrNameLst>
                                      </p:cBhvr>
                                      <p:tavLst>
                                        <p:tav tm="0">
                                          <p:val>
                                            <p:strVal val="#ppt_x"/>
                                          </p:val>
                                        </p:tav>
                                        <p:tav tm="100000">
                                          <p:val>
                                            <p:strVal val="#ppt_x"/>
                                          </p:val>
                                        </p:tav>
                                      </p:tavLst>
                                    </p:anim>
                                    <p:anim calcmode="lin" valueType="num">
                                      <p:cBhvr additive="base">
                                        <p:cTn id="44" dur="500" fill="hold"/>
                                        <p:tgtEl>
                                          <p:spTgt spid="492695"/>
                                        </p:tgtEl>
                                        <p:attrNameLst>
                                          <p:attrName>ppt_y</p:attrName>
                                        </p:attrNameLst>
                                      </p:cBhvr>
                                      <p:tavLst>
                                        <p:tav tm="0">
                                          <p:val>
                                            <p:strVal val="1+#ppt_h/2"/>
                                          </p:val>
                                        </p:tav>
                                        <p:tav tm="100000">
                                          <p:val>
                                            <p:strVal val="#ppt_y"/>
                                          </p:val>
                                        </p:tav>
                                      </p:tavLst>
                                    </p:anim>
                                  </p:childTnLst>
                                </p:cTn>
                              </p:par>
                            </p:childTnLst>
                          </p:cTn>
                        </p:par>
                        <p:par>
                          <p:cTn id="45" fill="hold">
                            <p:stCondLst>
                              <p:cond delay="500"/>
                            </p:stCondLst>
                            <p:childTnLst>
                              <p:par>
                                <p:cTn id="46" presetID="22" presetClass="entr" presetSubtype="8" fill="hold" nodeType="afterEffect">
                                  <p:stCondLst>
                                    <p:cond delay="0"/>
                                  </p:stCondLst>
                                  <p:childTnLst>
                                    <p:set>
                                      <p:cBhvr>
                                        <p:cTn id="47" dur="1" fill="hold">
                                          <p:stCondLst>
                                            <p:cond delay="0"/>
                                          </p:stCondLst>
                                        </p:cTn>
                                        <p:tgtEl>
                                          <p:spTgt spid="492742"/>
                                        </p:tgtEl>
                                        <p:attrNameLst>
                                          <p:attrName>style.visibility</p:attrName>
                                        </p:attrNameLst>
                                      </p:cBhvr>
                                      <p:to>
                                        <p:strVal val="visible"/>
                                      </p:to>
                                    </p:set>
                                    <p:animEffect transition="in" filter="wipe(left)">
                                      <p:cBhvr>
                                        <p:cTn id="48" dur="500"/>
                                        <p:tgtEl>
                                          <p:spTgt spid="492742"/>
                                        </p:tgtEl>
                                      </p:cBhvr>
                                    </p:animEffect>
                                  </p:childTnLst>
                                </p:cTn>
                              </p:par>
                            </p:childTnLst>
                          </p:cTn>
                        </p:par>
                        <p:par>
                          <p:cTn id="49" fill="hold">
                            <p:stCondLst>
                              <p:cond delay="1000"/>
                            </p:stCondLst>
                            <p:childTnLst>
                              <p:par>
                                <p:cTn id="50" presetID="22" presetClass="entr" presetSubtype="8" fill="hold" nodeType="afterEffect">
                                  <p:stCondLst>
                                    <p:cond delay="0"/>
                                  </p:stCondLst>
                                  <p:childTnLst>
                                    <p:set>
                                      <p:cBhvr>
                                        <p:cTn id="51" dur="1" fill="hold">
                                          <p:stCondLst>
                                            <p:cond delay="0"/>
                                          </p:stCondLst>
                                        </p:cTn>
                                        <p:tgtEl>
                                          <p:spTgt spid="492743"/>
                                        </p:tgtEl>
                                        <p:attrNameLst>
                                          <p:attrName>style.visibility</p:attrName>
                                        </p:attrNameLst>
                                      </p:cBhvr>
                                      <p:to>
                                        <p:strVal val="visible"/>
                                      </p:to>
                                    </p:set>
                                    <p:animEffect transition="in" filter="wipe(left)">
                                      <p:cBhvr>
                                        <p:cTn id="52" dur="500"/>
                                        <p:tgtEl>
                                          <p:spTgt spid="492743"/>
                                        </p:tgtEl>
                                      </p:cBhvr>
                                    </p:animEffect>
                                  </p:childTnLst>
                                </p:cTn>
                              </p:par>
                            </p:childTnLst>
                          </p:cTn>
                        </p:par>
                        <p:par>
                          <p:cTn id="53" fill="hold">
                            <p:stCondLst>
                              <p:cond delay="1500"/>
                            </p:stCondLst>
                            <p:childTnLst>
                              <p:par>
                                <p:cTn id="54" presetID="22" presetClass="entr" presetSubtype="8" fill="hold" nodeType="afterEffect">
                                  <p:stCondLst>
                                    <p:cond delay="0"/>
                                  </p:stCondLst>
                                  <p:childTnLst>
                                    <p:set>
                                      <p:cBhvr>
                                        <p:cTn id="55" dur="1" fill="hold">
                                          <p:stCondLst>
                                            <p:cond delay="0"/>
                                          </p:stCondLst>
                                        </p:cTn>
                                        <p:tgtEl>
                                          <p:spTgt spid="492744"/>
                                        </p:tgtEl>
                                        <p:attrNameLst>
                                          <p:attrName>style.visibility</p:attrName>
                                        </p:attrNameLst>
                                      </p:cBhvr>
                                      <p:to>
                                        <p:strVal val="visible"/>
                                      </p:to>
                                    </p:set>
                                    <p:animEffect transition="in" filter="wipe(left)">
                                      <p:cBhvr>
                                        <p:cTn id="56" dur="500"/>
                                        <p:tgtEl>
                                          <p:spTgt spid="492744"/>
                                        </p:tgtEl>
                                      </p:cBhvr>
                                    </p:animEffect>
                                  </p:childTnLst>
                                </p:cTn>
                              </p:par>
                            </p:childTnLst>
                          </p:cTn>
                        </p:par>
                        <p:par>
                          <p:cTn id="57" fill="hold">
                            <p:stCondLst>
                              <p:cond delay="2000"/>
                            </p:stCondLst>
                            <p:childTnLst>
                              <p:par>
                                <p:cTn id="58" presetID="22" presetClass="entr" presetSubtype="8" fill="hold" grpId="0" nodeType="afterEffect">
                                  <p:stCondLst>
                                    <p:cond delay="0"/>
                                  </p:stCondLst>
                                  <p:childTnLst>
                                    <p:set>
                                      <p:cBhvr>
                                        <p:cTn id="59" dur="1" fill="hold">
                                          <p:stCondLst>
                                            <p:cond delay="0"/>
                                          </p:stCondLst>
                                        </p:cTn>
                                        <p:tgtEl>
                                          <p:spTgt spid="492747"/>
                                        </p:tgtEl>
                                        <p:attrNameLst>
                                          <p:attrName>style.visibility</p:attrName>
                                        </p:attrNameLst>
                                      </p:cBhvr>
                                      <p:to>
                                        <p:strVal val="visible"/>
                                      </p:to>
                                    </p:set>
                                    <p:animEffect transition="in" filter="wipe(left)">
                                      <p:cBhvr>
                                        <p:cTn id="60" dur="500"/>
                                        <p:tgtEl>
                                          <p:spTgt spid="492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2581" grpId="0"/>
      <p:bldP spid="492745" grpId="0"/>
      <p:bldP spid="49274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Title 493569"/>
          <p:cNvSpPr>
            <a:spLocks noGrp="1"/>
          </p:cNvSpPr>
          <p:nvPr>
            <p:ph type="title"/>
          </p:nvPr>
        </p:nvSpPr>
        <p:spPr/>
        <p:txBody>
          <a:bodyPr lIns="63500" tIns="25400" rIns="63500" bIns="25400">
            <a:spAutoFit/>
          </a:bodyPr>
          <a:lstStyle/>
          <a:p>
            <a:r>
              <a:t>Binary Adder</a:t>
            </a:r>
          </a:p>
        </p:txBody>
      </p:sp>
      <p:sp>
        <p:nvSpPr>
          <p:cNvPr id="493571" name="Text Placeholder 493570"/>
          <p:cNvSpPr>
            <a:spLocks noGrp="1"/>
          </p:cNvSpPr>
          <p:nvPr>
            <p:ph type="body" idx="1"/>
          </p:nvPr>
        </p:nvSpPr>
        <p:spPr>
          <a:xfrm>
            <a:off x="106998" y="621030"/>
            <a:ext cx="8280400" cy="477838"/>
          </a:xfrm>
        </p:spPr>
        <p:txBody>
          <a:bodyPr lIns="63500" tIns="25400" rIns="63500" bIns="25400">
            <a:spAutoFit/>
          </a:bodyPr>
          <a:lstStyle/>
          <a:p>
            <a:r>
              <a:t>Full Adder</a:t>
            </a:r>
          </a:p>
        </p:txBody>
      </p:sp>
      <p:sp>
        <p:nvSpPr>
          <p:cNvPr id="493573" name="Rounded Rectangle 493572"/>
          <p:cNvSpPr/>
          <p:nvPr/>
        </p:nvSpPr>
        <p:spPr>
          <a:xfrm>
            <a:off x="1163638" y="1628775"/>
            <a:ext cx="2508250" cy="4321175"/>
          </a:xfrm>
          <a:prstGeom prst="roundRect">
            <a:avLst>
              <a:gd name="adj" fmla="val 16667"/>
            </a:avLst>
          </a:prstGeom>
          <a:noFill/>
          <a:ln w="28575" cap="flat" cmpd="sng">
            <a:solidFill>
              <a:schemeClr val="accent1"/>
            </a:solidFill>
            <a:prstDash val="solid"/>
            <a:headEnd type="none" w="med" len="med"/>
            <a:tailEnd type="none" w="med" len="med"/>
          </a:ln>
        </p:spPr>
        <p:txBody>
          <a:bodyPr/>
          <a:lstStyle/>
          <a:p>
            <a:endParaRPr lang="en-US"/>
          </a:p>
        </p:txBody>
      </p:sp>
      <p:sp>
        <p:nvSpPr>
          <p:cNvPr id="493574" name="Straight Connector 493573"/>
          <p:cNvSpPr/>
          <p:nvPr/>
        </p:nvSpPr>
        <p:spPr>
          <a:xfrm>
            <a:off x="792163" y="2708275"/>
            <a:ext cx="371475" cy="0"/>
          </a:xfrm>
          <a:prstGeom prst="line">
            <a:avLst/>
          </a:prstGeom>
          <a:ln w="28575" cap="flat" cmpd="sng">
            <a:solidFill>
              <a:schemeClr val="accent2"/>
            </a:solidFill>
            <a:prstDash val="solid"/>
            <a:headEnd type="none" w="med" len="med"/>
            <a:tailEnd type="triangle" w="lg" len="lg"/>
          </a:ln>
        </p:spPr>
      </p:sp>
      <p:sp>
        <p:nvSpPr>
          <p:cNvPr id="493575" name="Straight Connector 493574"/>
          <p:cNvSpPr/>
          <p:nvPr/>
        </p:nvSpPr>
        <p:spPr>
          <a:xfrm>
            <a:off x="792163" y="3789363"/>
            <a:ext cx="371475" cy="0"/>
          </a:xfrm>
          <a:prstGeom prst="line">
            <a:avLst/>
          </a:prstGeom>
          <a:ln w="28575" cap="flat" cmpd="sng">
            <a:solidFill>
              <a:schemeClr val="accent2"/>
            </a:solidFill>
            <a:prstDash val="solid"/>
            <a:headEnd type="none" w="med" len="med"/>
            <a:tailEnd type="triangle" w="lg" len="lg"/>
          </a:ln>
        </p:spPr>
      </p:sp>
      <p:sp>
        <p:nvSpPr>
          <p:cNvPr id="493576" name="Straight Connector 493575"/>
          <p:cNvSpPr/>
          <p:nvPr/>
        </p:nvSpPr>
        <p:spPr>
          <a:xfrm flipV="1">
            <a:off x="3671888" y="2905125"/>
            <a:ext cx="360362" cy="0"/>
          </a:xfrm>
          <a:prstGeom prst="line">
            <a:avLst/>
          </a:prstGeom>
          <a:ln w="28575" cap="flat" cmpd="sng">
            <a:solidFill>
              <a:schemeClr val="accent2"/>
            </a:solidFill>
            <a:prstDash val="solid"/>
            <a:headEnd type="none" w="med" len="med"/>
            <a:tailEnd type="triangle" w="lg" len="lg"/>
          </a:ln>
        </p:spPr>
      </p:sp>
      <p:sp>
        <p:nvSpPr>
          <p:cNvPr id="493577" name="Straight Connector 493576"/>
          <p:cNvSpPr/>
          <p:nvPr/>
        </p:nvSpPr>
        <p:spPr>
          <a:xfrm>
            <a:off x="3671888" y="5049838"/>
            <a:ext cx="360362" cy="0"/>
          </a:xfrm>
          <a:prstGeom prst="line">
            <a:avLst/>
          </a:prstGeom>
          <a:ln w="28575" cap="flat" cmpd="sng">
            <a:solidFill>
              <a:schemeClr val="accent2"/>
            </a:solidFill>
            <a:prstDash val="solid"/>
            <a:headEnd type="none" w="med" len="med"/>
            <a:tailEnd type="triangle" w="lg" len="lg"/>
          </a:ln>
        </p:spPr>
      </p:sp>
      <p:sp>
        <p:nvSpPr>
          <p:cNvPr id="493578" name="Text Box 493577"/>
          <p:cNvSpPr txBox="1"/>
          <p:nvPr/>
        </p:nvSpPr>
        <p:spPr>
          <a:xfrm>
            <a:off x="522288" y="2465388"/>
            <a:ext cx="269875" cy="2555875"/>
          </a:xfrm>
          <a:prstGeom prst="rect">
            <a:avLst/>
          </a:prstGeom>
          <a:noFill/>
          <a:ln w="28575">
            <a:noFill/>
          </a:ln>
        </p:spPr>
        <p:txBody>
          <a:bodyPr lIns="0" tIns="0" rIns="0" bIns="0">
            <a:spAutoFit/>
          </a:bodyPr>
          <a:lstStyle/>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x</a:t>
            </a:r>
          </a:p>
          <a:p>
            <a:pPr>
              <a:lnSpc>
                <a:spcPct val="100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100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p>
          <a:p>
            <a:pPr>
              <a:lnSpc>
                <a:spcPct val="100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100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z</a:t>
            </a:r>
            <a:endParaRPr sz="2400" b="1" i="1">
              <a:latin typeface="Times New Roman" panose="02020603050405020304" pitchFamily="18" charset="0"/>
              <a:ea typeface="Times New Roman" panose="02020603050405020304" pitchFamily="18" charset="0"/>
            </a:endParaRPr>
          </a:p>
        </p:txBody>
      </p:sp>
      <p:sp>
        <p:nvSpPr>
          <p:cNvPr id="493579" name="Text Box 493578"/>
          <p:cNvSpPr txBox="1"/>
          <p:nvPr/>
        </p:nvSpPr>
        <p:spPr>
          <a:xfrm>
            <a:off x="4032250" y="2733675"/>
            <a:ext cx="269875" cy="2433638"/>
          </a:xfrm>
          <a:prstGeom prst="rect">
            <a:avLst/>
          </a:prstGeom>
          <a:noFill/>
          <a:ln w="28575">
            <a:noFill/>
          </a:ln>
        </p:spPr>
        <p:txBody>
          <a:bodyPr lIns="0" tIns="0" rIns="0" bIns="0">
            <a:spAutoFit/>
          </a:bodyPr>
          <a:lstStyle/>
          <a:p>
            <a:pPr>
              <a:lnSpc>
                <a:spcPct val="95000"/>
              </a:lnSpc>
              <a:spcBef>
                <a:spcPct val="0"/>
              </a:spcBef>
              <a:buClr>
                <a:schemeClr val="bg1"/>
              </a:buClr>
            </a:pPr>
            <a:r>
              <a:rPr sz="2400" b="1" i="1">
                <a:latin typeface="Times New Roman" panose="02020603050405020304" pitchFamily="18" charset="0"/>
                <a:cs typeface="Times New Roman" panose="02020603050405020304" pitchFamily="18" charset="0"/>
              </a:rPr>
              <a:t>S</a:t>
            </a:r>
          </a:p>
          <a:p>
            <a:pPr>
              <a:lnSpc>
                <a:spcPct val="95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95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95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95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95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95000"/>
              </a:lnSpc>
              <a:spcBef>
                <a:spcPct val="0"/>
              </a:spcBef>
              <a:buClr>
                <a:schemeClr val="bg1"/>
              </a:buClr>
            </a:pPr>
            <a:r>
              <a:rPr sz="2400" b="1" i="1">
                <a:latin typeface="Times New Roman" panose="02020603050405020304" pitchFamily="18" charset="0"/>
                <a:cs typeface="Times New Roman" panose="02020603050405020304" pitchFamily="18" charset="0"/>
              </a:rPr>
              <a:t>C</a:t>
            </a:r>
            <a:endParaRPr sz="2400" b="1" i="1">
              <a:latin typeface="Times New Roman" panose="02020603050405020304" pitchFamily="18" charset="0"/>
              <a:ea typeface="Times New Roman" panose="02020603050405020304" pitchFamily="18" charset="0"/>
            </a:endParaRPr>
          </a:p>
        </p:txBody>
      </p:sp>
      <p:graphicFrame>
        <p:nvGraphicFramePr>
          <p:cNvPr id="493581" name="Object 493580"/>
          <p:cNvGraphicFramePr/>
          <p:nvPr/>
        </p:nvGraphicFramePr>
        <p:xfrm>
          <a:off x="1184275" y="4086225"/>
          <a:ext cx="2814638" cy="1998663"/>
        </p:xfrm>
        <a:graphic>
          <a:graphicData uri="http://schemas.openxmlformats.org/presentationml/2006/ole">
            <mc:AlternateContent xmlns:mc="http://schemas.openxmlformats.org/markup-compatibility/2006">
              <mc:Choice xmlns:v="urn:schemas-microsoft-com:vml" Requires="v">
                <p:oleObj spid="_x0000_s15513" r:id="rId4" imgW="2433955" imgH="1673860" progId="Visio.Drawing.11">
                  <p:embed/>
                </p:oleObj>
              </mc:Choice>
              <mc:Fallback>
                <p:oleObj r:id="rId4" imgW="2433955" imgH="1673860" progId="Visio.Drawing.11">
                  <p:embed/>
                  <p:pic>
                    <p:nvPicPr>
                      <p:cNvPr id="0" name="Picture 3090"/>
                      <p:cNvPicPr/>
                      <p:nvPr/>
                    </p:nvPicPr>
                    <p:blipFill>
                      <a:blip r:embed="rId5"/>
                      <a:stretch>
                        <a:fillRect/>
                      </a:stretch>
                    </p:blipFill>
                    <p:spPr>
                      <a:xfrm>
                        <a:off x="1184275" y="4086225"/>
                        <a:ext cx="2814638" cy="1998663"/>
                      </a:xfrm>
                      <a:prstGeom prst="rect">
                        <a:avLst/>
                      </a:prstGeom>
                      <a:noFill/>
                      <a:ln w="38100">
                        <a:noFill/>
                        <a:miter/>
                      </a:ln>
                    </p:spPr>
                  </p:pic>
                </p:oleObj>
              </mc:Fallback>
            </mc:AlternateContent>
          </a:graphicData>
        </a:graphic>
      </p:graphicFrame>
      <p:graphicFrame>
        <p:nvGraphicFramePr>
          <p:cNvPr id="493582" name="Object 493581"/>
          <p:cNvGraphicFramePr/>
          <p:nvPr/>
        </p:nvGraphicFramePr>
        <p:xfrm>
          <a:off x="1331913" y="1628775"/>
          <a:ext cx="2354262" cy="2520950"/>
        </p:xfrm>
        <a:graphic>
          <a:graphicData uri="http://schemas.openxmlformats.org/presentationml/2006/ole">
            <mc:AlternateContent xmlns:mc="http://schemas.openxmlformats.org/markup-compatibility/2006">
              <mc:Choice xmlns:v="urn:schemas-microsoft-com:vml" Requires="v">
                <p:oleObj spid="_x0000_s15514" r:id="rId6" imgW="2068195" imgH="2251075" progId="Visio.Drawing.11">
                  <p:embed/>
                </p:oleObj>
              </mc:Choice>
              <mc:Fallback>
                <p:oleObj r:id="rId6" imgW="2068195" imgH="2251075" progId="Visio.Drawing.11">
                  <p:embed/>
                  <p:pic>
                    <p:nvPicPr>
                      <p:cNvPr id="0" name="Picture 3091"/>
                      <p:cNvPicPr/>
                      <p:nvPr/>
                    </p:nvPicPr>
                    <p:blipFill>
                      <a:blip r:embed="rId7"/>
                      <a:stretch>
                        <a:fillRect/>
                      </a:stretch>
                    </p:blipFill>
                    <p:spPr>
                      <a:xfrm>
                        <a:off x="1331913" y="1628775"/>
                        <a:ext cx="2354262" cy="2520950"/>
                      </a:xfrm>
                      <a:prstGeom prst="rect">
                        <a:avLst/>
                      </a:prstGeom>
                      <a:noFill/>
                      <a:ln w="38100">
                        <a:noFill/>
                        <a:miter/>
                      </a:ln>
                    </p:spPr>
                  </p:pic>
                </p:oleObj>
              </mc:Fallback>
            </mc:AlternateContent>
          </a:graphicData>
        </a:graphic>
      </p:graphicFrame>
      <p:sp>
        <p:nvSpPr>
          <p:cNvPr id="493583" name="Straight Connector 493582"/>
          <p:cNvSpPr/>
          <p:nvPr/>
        </p:nvSpPr>
        <p:spPr>
          <a:xfrm>
            <a:off x="792163" y="4868863"/>
            <a:ext cx="371475" cy="0"/>
          </a:xfrm>
          <a:prstGeom prst="line">
            <a:avLst/>
          </a:prstGeom>
          <a:ln w="28575" cap="flat" cmpd="sng">
            <a:solidFill>
              <a:schemeClr val="accent2"/>
            </a:solidFill>
            <a:prstDash val="solid"/>
            <a:headEnd type="none" w="med" len="med"/>
            <a:tailEnd type="triangle" w="lg" len="lg"/>
          </a:ln>
        </p:spPr>
      </p:sp>
      <p:sp>
        <p:nvSpPr>
          <p:cNvPr id="493584" name="Rounded Rectangle 493583"/>
          <p:cNvSpPr/>
          <p:nvPr/>
        </p:nvSpPr>
        <p:spPr>
          <a:xfrm>
            <a:off x="5535613" y="2349500"/>
            <a:ext cx="2520950" cy="2879725"/>
          </a:xfrm>
          <a:prstGeom prst="roundRect">
            <a:avLst>
              <a:gd name="adj" fmla="val 16667"/>
            </a:avLst>
          </a:prstGeom>
          <a:noFill/>
          <a:ln w="28575" cap="flat" cmpd="sng">
            <a:solidFill>
              <a:schemeClr val="accent1"/>
            </a:solidFill>
            <a:prstDash val="solid"/>
            <a:headEnd type="none" w="med" len="med"/>
            <a:tailEnd type="none" w="med" len="med"/>
          </a:ln>
        </p:spPr>
        <p:txBody>
          <a:bodyPr/>
          <a:lstStyle/>
          <a:p>
            <a:endParaRPr lang="en-US"/>
          </a:p>
        </p:txBody>
      </p:sp>
      <p:graphicFrame>
        <p:nvGraphicFramePr>
          <p:cNvPr id="493585" name="Object 493584"/>
          <p:cNvGraphicFramePr/>
          <p:nvPr/>
        </p:nvGraphicFramePr>
        <p:xfrm>
          <a:off x="5780088" y="2427288"/>
          <a:ext cx="2301875" cy="820737"/>
        </p:xfrm>
        <a:graphic>
          <a:graphicData uri="http://schemas.openxmlformats.org/presentationml/2006/ole">
            <mc:AlternateContent xmlns:mc="http://schemas.openxmlformats.org/markup-compatibility/2006">
              <mc:Choice xmlns:v="urn:schemas-microsoft-com:vml" Requires="v">
                <p:oleObj spid="_x0000_s15515" r:id="rId8" imgW="1814830" imgH="661035" progId="Visio.Drawing.11">
                  <p:embed/>
                </p:oleObj>
              </mc:Choice>
              <mc:Fallback>
                <p:oleObj r:id="rId8" imgW="1814830" imgH="661035" progId="Visio.Drawing.11">
                  <p:embed/>
                  <p:pic>
                    <p:nvPicPr>
                      <p:cNvPr id="0" name="Picture 3092"/>
                      <p:cNvPicPr/>
                      <p:nvPr/>
                    </p:nvPicPr>
                    <p:blipFill>
                      <a:blip r:embed="rId9"/>
                      <a:stretch>
                        <a:fillRect/>
                      </a:stretch>
                    </p:blipFill>
                    <p:spPr>
                      <a:xfrm>
                        <a:off x="5780088" y="2427288"/>
                        <a:ext cx="2301875" cy="820737"/>
                      </a:xfrm>
                      <a:prstGeom prst="rect">
                        <a:avLst/>
                      </a:prstGeom>
                      <a:noFill/>
                      <a:ln w="38100">
                        <a:noFill/>
                        <a:miter/>
                      </a:ln>
                    </p:spPr>
                  </p:pic>
                </p:oleObj>
              </mc:Fallback>
            </mc:AlternateContent>
          </a:graphicData>
        </a:graphic>
      </p:graphicFrame>
      <p:sp>
        <p:nvSpPr>
          <p:cNvPr id="493591" name="Straight Connector 493590"/>
          <p:cNvSpPr/>
          <p:nvPr/>
        </p:nvSpPr>
        <p:spPr>
          <a:xfrm>
            <a:off x="5176838" y="3249613"/>
            <a:ext cx="371475" cy="0"/>
          </a:xfrm>
          <a:prstGeom prst="line">
            <a:avLst/>
          </a:prstGeom>
          <a:ln w="28575" cap="flat" cmpd="sng">
            <a:solidFill>
              <a:schemeClr val="accent2"/>
            </a:solidFill>
            <a:prstDash val="solid"/>
            <a:headEnd type="none" w="med" len="med"/>
            <a:tailEnd type="triangle" w="lg" len="lg"/>
          </a:ln>
        </p:spPr>
      </p:sp>
      <p:sp>
        <p:nvSpPr>
          <p:cNvPr id="493592" name="Straight Connector 493591"/>
          <p:cNvSpPr/>
          <p:nvPr/>
        </p:nvSpPr>
        <p:spPr>
          <a:xfrm>
            <a:off x="5176838" y="3879850"/>
            <a:ext cx="358775" cy="0"/>
          </a:xfrm>
          <a:prstGeom prst="line">
            <a:avLst/>
          </a:prstGeom>
          <a:ln w="28575" cap="flat" cmpd="sng">
            <a:solidFill>
              <a:schemeClr val="accent2"/>
            </a:solidFill>
            <a:prstDash val="solid"/>
            <a:headEnd type="none" w="med" len="med"/>
            <a:tailEnd type="triangle" w="lg" len="lg"/>
          </a:ln>
        </p:spPr>
      </p:sp>
      <p:sp>
        <p:nvSpPr>
          <p:cNvPr id="493593" name="Text Box 493592"/>
          <p:cNvSpPr txBox="1"/>
          <p:nvPr/>
        </p:nvSpPr>
        <p:spPr>
          <a:xfrm>
            <a:off x="4816475" y="3082925"/>
            <a:ext cx="269875" cy="1460500"/>
          </a:xfrm>
          <a:prstGeom prst="rect">
            <a:avLst/>
          </a:prstGeom>
          <a:noFill/>
          <a:ln w="28575">
            <a:noFill/>
          </a:ln>
        </p:spPr>
        <p:txBody>
          <a:bodyPr lIns="0" tIns="0" rIns="0" bIns="0">
            <a:spAutoFit/>
          </a:bodyPr>
          <a:lstStyle/>
          <a:p>
            <a:pPr>
              <a:lnSpc>
                <a:spcPct val="80000"/>
              </a:lnSpc>
              <a:spcBef>
                <a:spcPct val="0"/>
              </a:spcBef>
              <a:buClr>
                <a:schemeClr val="bg1"/>
              </a:buClr>
            </a:pPr>
            <a:r>
              <a:rPr sz="2400" b="1" i="1">
                <a:latin typeface="Times New Roman" panose="02020603050405020304" pitchFamily="18" charset="0"/>
                <a:cs typeface="Times New Roman" panose="02020603050405020304" pitchFamily="18" charset="0"/>
              </a:rPr>
              <a:t>x</a:t>
            </a:r>
          </a:p>
          <a:p>
            <a:pPr>
              <a:lnSpc>
                <a:spcPct val="80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80000"/>
              </a:lnSpc>
              <a:spcBef>
                <a:spcPct val="0"/>
              </a:spcBef>
              <a:buClr>
                <a:schemeClr val="bg1"/>
              </a:buClr>
            </a:pPr>
            <a:r>
              <a:rPr sz="2400" b="1" i="1">
                <a:latin typeface="Times New Roman" panose="02020603050405020304" pitchFamily="18" charset="0"/>
                <a:cs typeface="Times New Roman" panose="02020603050405020304" pitchFamily="18" charset="0"/>
              </a:rPr>
              <a:t>y</a:t>
            </a:r>
          </a:p>
          <a:p>
            <a:pPr>
              <a:lnSpc>
                <a:spcPct val="80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80000"/>
              </a:lnSpc>
              <a:spcBef>
                <a:spcPct val="0"/>
              </a:spcBef>
              <a:buClr>
                <a:schemeClr val="bg1"/>
              </a:buClr>
            </a:pPr>
            <a:r>
              <a:rPr sz="2400" b="1" i="1">
                <a:latin typeface="Times New Roman" panose="02020603050405020304" pitchFamily="18" charset="0"/>
                <a:cs typeface="Times New Roman" panose="02020603050405020304" pitchFamily="18" charset="0"/>
              </a:rPr>
              <a:t>z</a:t>
            </a:r>
            <a:endParaRPr sz="2400" b="1" i="1">
              <a:latin typeface="Times New Roman" panose="02020603050405020304" pitchFamily="18" charset="0"/>
              <a:ea typeface="Times New Roman" panose="02020603050405020304" pitchFamily="18" charset="0"/>
            </a:endParaRPr>
          </a:p>
        </p:txBody>
      </p:sp>
      <p:sp>
        <p:nvSpPr>
          <p:cNvPr id="493594" name="Straight Connector 493593"/>
          <p:cNvSpPr/>
          <p:nvPr/>
        </p:nvSpPr>
        <p:spPr>
          <a:xfrm>
            <a:off x="5176838" y="4510088"/>
            <a:ext cx="371475" cy="0"/>
          </a:xfrm>
          <a:prstGeom prst="line">
            <a:avLst/>
          </a:prstGeom>
          <a:ln w="28575" cap="flat" cmpd="sng">
            <a:solidFill>
              <a:schemeClr val="accent2"/>
            </a:solidFill>
            <a:prstDash val="solid"/>
            <a:headEnd type="none" w="med" len="med"/>
            <a:tailEnd type="triangle" w="lg" len="lg"/>
          </a:ln>
        </p:spPr>
      </p:sp>
      <p:sp>
        <p:nvSpPr>
          <p:cNvPr id="493595" name="Straight Connector 493594"/>
          <p:cNvSpPr/>
          <p:nvPr/>
        </p:nvSpPr>
        <p:spPr>
          <a:xfrm>
            <a:off x="8056563" y="2994025"/>
            <a:ext cx="360362" cy="0"/>
          </a:xfrm>
          <a:prstGeom prst="line">
            <a:avLst/>
          </a:prstGeom>
          <a:ln w="28575" cap="flat" cmpd="sng">
            <a:solidFill>
              <a:schemeClr val="accent2"/>
            </a:solidFill>
            <a:prstDash val="solid"/>
            <a:headEnd type="none" w="med" len="med"/>
            <a:tailEnd type="triangle" w="lg" len="lg"/>
          </a:ln>
        </p:spPr>
      </p:sp>
      <p:graphicFrame>
        <p:nvGraphicFramePr>
          <p:cNvPr id="493596" name="Object 493595"/>
          <p:cNvGraphicFramePr/>
          <p:nvPr/>
        </p:nvGraphicFramePr>
        <p:xfrm>
          <a:off x="5580063" y="3227388"/>
          <a:ext cx="2816225" cy="1998662"/>
        </p:xfrm>
        <a:graphic>
          <a:graphicData uri="http://schemas.openxmlformats.org/presentationml/2006/ole">
            <mc:AlternateContent xmlns:mc="http://schemas.openxmlformats.org/markup-compatibility/2006">
              <mc:Choice xmlns:v="urn:schemas-microsoft-com:vml" Requires="v">
                <p:oleObj spid="_x0000_s15516" r:id="rId10" imgW="2433955" imgH="1673860" progId="Visio.Drawing.11">
                  <p:embed/>
                </p:oleObj>
              </mc:Choice>
              <mc:Fallback>
                <p:oleObj r:id="rId10" imgW="2433955" imgH="1673860" progId="Visio.Drawing.11">
                  <p:embed/>
                  <p:pic>
                    <p:nvPicPr>
                      <p:cNvPr id="0" name="Picture 3093"/>
                      <p:cNvPicPr/>
                      <p:nvPr/>
                    </p:nvPicPr>
                    <p:blipFill>
                      <a:blip r:embed="rId11"/>
                      <a:stretch>
                        <a:fillRect/>
                      </a:stretch>
                    </p:blipFill>
                    <p:spPr>
                      <a:xfrm>
                        <a:off x="5580063" y="3227388"/>
                        <a:ext cx="2816225" cy="1998662"/>
                      </a:xfrm>
                      <a:prstGeom prst="rect">
                        <a:avLst/>
                      </a:prstGeom>
                      <a:noFill/>
                      <a:ln w="38100">
                        <a:noFill/>
                        <a:miter/>
                      </a:ln>
                    </p:spPr>
                  </p:pic>
                </p:oleObj>
              </mc:Fallback>
            </mc:AlternateContent>
          </a:graphicData>
        </a:graphic>
      </p:graphicFrame>
      <p:sp>
        <p:nvSpPr>
          <p:cNvPr id="493597" name="Straight Connector 493596"/>
          <p:cNvSpPr/>
          <p:nvPr/>
        </p:nvSpPr>
        <p:spPr>
          <a:xfrm>
            <a:off x="8056563" y="4187825"/>
            <a:ext cx="360362" cy="0"/>
          </a:xfrm>
          <a:prstGeom prst="line">
            <a:avLst/>
          </a:prstGeom>
          <a:ln w="28575" cap="flat" cmpd="sng">
            <a:solidFill>
              <a:schemeClr val="accent2"/>
            </a:solidFill>
            <a:prstDash val="solid"/>
            <a:headEnd type="none" w="med" len="med"/>
            <a:tailEnd type="triangle" w="lg" len="lg"/>
          </a:ln>
        </p:spPr>
      </p:sp>
      <p:sp>
        <p:nvSpPr>
          <p:cNvPr id="493598" name="Text Box 493597"/>
          <p:cNvSpPr txBox="1"/>
          <p:nvPr/>
        </p:nvSpPr>
        <p:spPr>
          <a:xfrm>
            <a:off x="8442325" y="2862263"/>
            <a:ext cx="269875" cy="1460500"/>
          </a:xfrm>
          <a:prstGeom prst="rect">
            <a:avLst/>
          </a:prstGeom>
          <a:noFill/>
          <a:ln w="28575">
            <a:noFill/>
          </a:ln>
        </p:spPr>
        <p:txBody>
          <a:bodyPr lIns="0" tIns="0" rIns="0" bIns="0">
            <a:spAutoFit/>
          </a:bodyPr>
          <a:lstStyle/>
          <a:p>
            <a:pPr>
              <a:lnSpc>
                <a:spcPct val="80000"/>
              </a:lnSpc>
              <a:spcBef>
                <a:spcPct val="0"/>
              </a:spcBef>
              <a:buClr>
                <a:schemeClr val="bg1"/>
              </a:buClr>
            </a:pPr>
            <a:r>
              <a:rPr sz="2400" b="1" i="1">
                <a:latin typeface="Times New Roman" panose="02020603050405020304" pitchFamily="18" charset="0"/>
                <a:cs typeface="Times New Roman" panose="02020603050405020304" pitchFamily="18" charset="0"/>
              </a:rPr>
              <a:t>S</a:t>
            </a:r>
          </a:p>
          <a:p>
            <a:pPr>
              <a:lnSpc>
                <a:spcPct val="80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80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80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80000"/>
              </a:lnSpc>
              <a:spcBef>
                <a:spcPct val="0"/>
              </a:spcBef>
              <a:buClr>
                <a:schemeClr val="bg1"/>
              </a:buClr>
            </a:pPr>
            <a:r>
              <a:rPr sz="2400" b="1" i="1">
                <a:latin typeface="Times New Roman" panose="02020603050405020304" pitchFamily="18" charset="0"/>
                <a:cs typeface="Times New Roman" panose="02020603050405020304" pitchFamily="18" charset="0"/>
              </a:rPr>
              <a:t>C</a:t>
            </a:r>
            <a:endParaRPr sz="2400" b="1" i="1">
              <a:latin typeface="Times New Roman" panose="02020603050405020304" pitchFamily="18" charset="0"/>
              <a:ea typeface="Times New Roman" panose="02020603050405020304" pitchFamily="18" charset="0"/>
            </a:endParaRPr>
          </a:p>
        </p:txBody>
      </p:sp>
      <p:sp>
        <p:nvSpPr>
          <p:cNvPr id="493599" name="Text Box 493598"/>
          <p:cNvSpPr txBox="1"/>
          <p:nvPr/>
        </p:nvSpPr>
        <p:spPr>
          <a:xfrm>
            <a:off x="4211638" y="1268413"/>
            <a:ext cx="3960812" cy="304800"/>
          </a:xfrm>
          <a:prstGeom prst="rect">
            <a:avLst/>
          </a:prstGeom>
          <a:noFill/>
          <a:ln w="28575">
            <a:noFill/>
          </a:ln>
        </p:spPr>
        <p:txBody>
          <a:bodyPr lIns="0" tIns="0" rIns="0" bIns="0">
            <a:spAutoFit/>
          </a:bodyPr>
          <a:lstStyle/>
          <a:p>
            <a:pPr algn="l">
              <a:lnSpc>
                <a:spcPct val="100000"/>
              </a:lnSpc>
              <a:spcBef>
                <a:spcPct val="0"/>
              </a:spcBef>
              <a:buClr>
                <a:schemeClr val="bg1"/>
              </a:buClr>
            </a:pPr>
            <a:r>
              <a:rPr sz="2000" b="1" i="1">
                <a:latin typeface="Times New Roman" panose="02020603050405020304" pitchFamily="18" charset="0"/>
                <a:cs typeface="Times New Roman" panose="02020603050405020304" pitchFamily="18" charset="0"/>
              </a:rPr>
              <a:t>S </a:t>
            </a:r>
            <a:r>
              <a:rPr sz="2000" b="1" i="1">
                <a:solidFill>
                  <a:schemeClr val="accent1"/>
                </a:solidFill>
                <a:latin typeface="Times New Roman" panose="02020603050405020304" pitchFamily="18" charset="0"/>
                <a:cs typeface="Times New Roman" panose="02020603050405020304" pitchFamily="18" charset="0"/>
              </a:rPr>
              <a:t>= </a:t>
            </a:r>
            <a:r>
              <a:rPr sz="2000" b="1" i="1" err="1">
                <a:latin typeface="Times New Roman" panose="02020603050405020304" pitchFamily="18" charset="0"/>
                <a:cs typeface="Times New Roman" panose="02020603050405020304" pitchFamily="18" charset="0"/>
              </a:rPr>
              <a:t>xy'z'</a:t>
            </a:r>
            <a:r>
              <a:rPr sz="2000" b="1" i="1" err="1">
                <a:solidFill>
                  <a:schemeClr val="accent2"/>
                </a:solidFill>
                <a:latin typeface="Times New Roman" panose="02020603050405020304" pitchFamily="18" charset="0"/>
                <a:cs typeface="Times New Roman" panose="02020603050405020304" pitchFamily="18" charset="0"/>
              </a:rPr>
              <a:t>+</a:t>
            </a:r>
            <a:r>
              <a:rPr sz="2000" b="1" i="1" err="1">
                <a:latin typeface="Times New Roman" panose="02020603050405020304" pitchFamily="18" charset="0"/>
                <a:cs typeface="Times New Roman" panose="02020603050405020304" pitchFamily="18" charset="0"/>
              </a:rPr>
              <a:t>x'yz'</a:t>
            </a:r>
            <a:r>
              <a:rPr sz="2000" b="1" i="1" err="1">
                <a:solidFill>
                  <a:schemeClr val="accent2"/>
                </a:solidFill>
                <a:latin typeface="Times New Roman" panose="02020603050405020304" pitchFamily="18" charset="0"/>
                <a:cs typeface="Times New Roman" panose="02020603050405020304" pitchFamily="18" charset="0"/>
              </a:rPr>
              <a:t>+</a:t>
            </a:r>
            <a:r>
              <a:rPr sz="2000" b="1" i="1" err="1">
                <a:latin typeface="Times New Roman" panose="02020603050405020304" pitchFamily="18" charset="0"/>
                <a:cs typeface="Times New Roman" panose="02020603050405020304" pitchFamily="18" charset="0"/>
              </a:rPr>
              <a:t>x'y'z</a:t>
            </a:r>
            <a:r>
              <a:rPr sz="2000" b="1" i="1" err="1">
                <a:solidFill>
                  <a:schemeClr val="accent2"/>
                </a:solidFill>
                <a:latin typeface="Times New Roman" panose="02020603050405020304" pitchFamily="18" charset="0"/>
                <a:cs typeface="Times New Roman" panose="02020603050405020304" pitchFamily="18" charset="0"/>
              </a:rPr>
              <a:t>+</a:t>
            </a:r>
            <a:r>
              <a:rPr sz="2000" b="1" i="1" err="1">
                <a:latin typeface="Times New Roman" panose="02020603050405020304" pitchFamily="18" charset="0"/>
                <a:cs typeface="Times New Roman" panose="02020603050405020304" pitchFamily="18" charset="0"/>
              </a:rPr>
              <a:t>xyz</a:t>
            </a:r>
            <a:r>
              <a:rPr sz="2000" b="1" i="1">
                <a:latin typeface="Times New Roman" panose="02020603050405020304" pitchFamily="18" charset="0"/>
                <a:cs typeface="Times New Roman" panose="02020603050405020304" pitchFamily="18" charset="0"/>
              </a:rPr>
              <a:t> </a:t>
            </a:r>
            <a:r>
              <a:rPr sz="2000" b="1" i="1">
                <a:solidFill>
                  <a:schemeClr val="accent1"/>
                </a:solidFill>
                <a:latin typeface="Times New Roman" panose="02020603050405020304" pitchFamily="18" charset="0"/>
                <a:cs typeface="Times New Roman" panose="02020603050405020304" pitchFamily="18" charset="0"/>
              </a:rPr>
              <a:t>= </a:t>
            </a:r>
            <a:r>
              <a:rPr sz="2000" b="1" i="1">
                <a:latin typeface="Times New Roman" panose="02020603050405020304" pitchFamily="18" charset="0"/>
                <a:cs typeface="Times New Roman" panose="02020603050405020304" pitchFamily="18" charset="0"/>
              </a:rPr>
              <a:t>x </a:t>
            </a:r>
            <a:r>
              <a:rPr sz="1600" b="1">
                <a:latin typeface="Times New Roman" panose="02020603050405020304" pitchFamily="18" charset="0"/>
                <a:cs typeface="Times New Roman" panose="02020603050405020304" pitchFamily="18" charset="0"/>
                <a:sym typeface="Symbol" panose="05050102010706020507" pitchFamily="18" charset="2"/>
              </a:rPr>
              <a:t></a:t>
            </a:r>
            <a:r>
              <a:rPr sz="2000" b="1">
                <a:latin typeface="Times New Roman" panose="02020603050405020304" pitchFamily="18" charset="0"/>
                <a:cs typeface="Times New Roman" panose="02020603050405020304" pitchFamily="18" charset="0"/>
                <a:sym typeface="Symbol" panose="05050102010706020507" pitchFamily="18" charset="2"/>
              </a:rPr>
              <a:t> </a:t>
            </a:r>
            <a:r>
              <a:rPr sz="2000" b="1" i="1">
                <a:latin typeface="Times New Roman" panose="02020603050405020304" pitchFamily="18" charset="0"/>
                <a:cs typeface="Times New Roman" panose="02020603050405020304" pitchFamily="18" charset="0"/>
              </a:rPr>
              <a:t>y </a:t>
            </a:r>
            <a:r>
              <a:rPr sz="1600" b="1">
                <a:latin typeface="Times New Roman" panose="02020603050405020304" pitchFamily="18" charset="0"/>
                <a:cs typeface="Times New Roman" panose="02020603050405020304" pitchFamily="18" charset="0"/>
                <a:sym typeface="Symbol" panose="05050102010706020507" pitchFamily="18" charset="2"/>
              </a:rPr>
              <a:t></a:t>
            </a:r>
            <a:r>
              <a:rPr sz="2000" b="1">
                <a:latin typeface="Times New Roman" panose="02020603050405020304" pitchFamily="18" charset="0"/>
                <a:cs typeface="Times New Roman" panose="02020603050405020304" pitchFamily="18" charset="0"/>
                <a:sym typeface="Symbol" panose="05050102010706020507" pitchFamily="18" charset="2"/>
              </a:rPr>
              <a:t> </a:t>
            </a:r>
            <a:r>
              <a:rPr sz="2000" b="1" i="1">
                <a:latin typeface="Times New Roman" panose="02020603050405020304" pitchFamily="18" charset="0"/>
                <a:cs typeface="Times New Roman" panose="02020603050405020304" pitchFamily="18" charset="0"/>
              </a:rPr>
              <a:t>z</a:t>
            </a:r>
            <a:endParaRPr sz="2000" b="1" i="1">
              <a:latin typeface="Times New Roman" panose="02020603050405020304" pitchFamily="18" charset="0"/>
              <a:ea typeface="Times New Roman" panose="02020603050405020304" pitchFamily="18" charset="0"/>
            </a:endParaRPr>
          </a:p>
        </p:txBody>
      </p:sp>
      <p:sp>
        <p:nvSpPr>
          <p:cNvPr id="493600" name="Text Box 493599"/>
          <p:cNvSpPr txBox="1"/>
          <p:nvPr/>
        </p:nvSpPr>
        <p:spPr>
          <a:xfrm>
            <a:off x="4211638" y="1628775"/>
            <a:ext cx="1800225" cy="304800"/>
          </a:xfrm>
          <a:prstGeom prst="rect">
            <a:avLst/>
          </a:prstGeom>
          <a:noFill/>
          <a:ln w="28575">
            <a:noFill/>
          </a:ln>
        </p:spPr>
        <p:txBody>
          <a:bodyPr lIns="0" tIns="0" rIns="0" bIns="0">
            <a:spAutoFit/>
          </a:bodyPr>
          <a:lstStyle/>
          <a:p>
            <a:pPr algn="l">
              <a:lnSpc>
                <a:spcPct val="100000"/>
              </a:lnSpc>
              <a:spcBef>
                <a:spcPct val="0"/>
              </a:spcBef>
              <a:buClr>
                <a:schemeClr val="bg1"/>
              </a:buClr>
            </a:pPr>
            <a:r>
              <a:rPr sz="2000" b="1" i="1">
                <a:latin typeface="Times New Roman" panose="02020603050405020304" pitchFamily="18" charset="0"/>
                <a:cs typeface="Times New Roman" panose="02020603050405020304" pitchFamily="18" charset="0"/>
              </a:rPr>
              <a:t>C </a:t>
            </a:r>
            <a:r>
              <a:rPr sz="2000" b="1" i="1">
                <a:solidFill>
                  <a:schemeClr val="accent1"/>
                </a:solidFill>
                <a:latin typeface="Times New Roman" panose="02020603050405020304" pitchFamily="18" charset="0"/>
                <a:cs typeface="Times New Roman" panose="02020603050405020304" pitchFamily="18" charset="0"/>
              </a:rPr>
              <a:t>= </a:t>
            </a:r>
            <a:r>
              <a:rPr sz="2000" b="1" i="1" err="1">
                <a:latin typeface="Times New Roman" panose="02020603050405020304" pitchFamily="18" charset="0"/>
                <a:cs typeface="Times New Roman" panose="02020603050405020304" pitchFamily="18" charset="0"/>
              </a:rPr>
              <a:t>xy</a:t>
            </a:r>
            <a:r>
              <a:rPr sz="2000" b="1" i="1">
                <a:latin typeface="Times New Roman" panose="02020603050405020304" pitchFamily="18" charset="0"/>
                <a:cs typeface="Times New Roman" panose="02020603050405020304" pitchFamily="18" charset="0"/>
              </a:rPr>
              <a:t> </a:t>
            </a:r>
            <a:r>
              <a:rPr sz="2000" b="1" i="1">
                <a:solidFill>
                  <a:schemeClr val="accent2"/>
                </a:solidFill>
                <a:latin typeface="Times New Roman" panose="02020603050405020304" pitchFamily="18" charset="0"/>
                <a:cs typeface="Times New Roman" panose="02020603050405020304" pitchFamily="18" charset="0"/>
              </a:rPr>
              <a:t>+ </a:t>
            </a:r>
            <a:r>
              <a:rPr sz="2000" b="1" i="1" err="1">
                <a:latin typeface="Times New Roman" panose="02020603050405020304" pitchFamily="18" charset="0"/>
                <a:cs typeface="Times New Roman" panose="02020603050405020304" pitchFamily="18" charset="0"/>
              </a:rPr>
              <a:t>xz</a:t>
            </a:r>
            <a:r>
              <a:rPr sz="2000" b="1" i="1">
                <a:latin typeface="Times New Roman" panose="02020603050405020304" pitchFamily="18" charset="0"/>
                <a:cs typeface="Times New Roman" panose="02020603050405020304" pitchFamily="18" charset="0"/>
              </a:rPr>
              <a:t> </a:t>
            </a:r>
            <a:r>
              <a:rPr sz="2000" b="1" i="1">
                <a:solidFill>
                  <a:schemeClr val="accent2"/>
                </a:solidFill>
                <a:latin typeface="Times New Roman" panose="02020603050405020304" pitchFamily="18" charset="0"/>
                <a:cs typeface="Times New Roman" panose="02020603050405020304" pitchFamily="18" charset="0"/>
              </a:rPr>
              <a:t>+ </a:t>
            </a:r>
            <a:r>
              <a:rPr sz="2000" b="1" i="1" err="1">
                <a:latin typeface="Times New Roman" panose="02020603050405020304" pitchFamily="18" charset="0"/>
                <a:cs typeface="Times New Roman" panose="02020603050405020304" pitchFamily="18" charset="0"/>
              </a:rPr>
              <a:t>yz</a:t>
            </a:r>
            <a:endParaRPr sz="2000" b="1" i="1">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12</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93582"/>
                                        </p:tgtEl>
                                        <p:attrNameLst>
                                          <p:attrName>style.visibility</p:attrName>
                                        </p:attrNameLst>
                                      </p:cBhvr>
                                      <p:to>
                                        <p:strVal val="visible"/>
                                      </p:to>
                                    </p:set>
                                    <p:animEffect transition="in" filter="wipe(left)">
                                      <p:cBhvr>
                                        <p:cTn id="7" dur="500"/>
                                        <p:tgtEl>
                                          <p:spTgt spid="493582"/>
                                        </p:tgtEl>
                                      </p:cBhvr>
                                    </p:animEffect>
                                  </p:childTnLst>
                                </p:cTn>
                              </p:par>
                              <p:par>
                                <p:cTn id="8" presetID="22" presetClass="entr" presetSubtype="8" fill="hold" nodeType="withEffect">
                                  <p:stCondLst>
                                    <p:cond delay="0"/>
                                  </p:stCondLst>
                                  <p:childTnLst>
                                    <p:set>
                                      <p:cBhvr>
                                        <p:cTn id="9" dur="1" fill="hold">
                                          <p:stCondLst>
                                            <p:cond delay="0"/>
                                          </p:stCondLst>
                                        </p:cTn>
                                        <p:tgtEl>
                                          <p:spTgt spid="493581"/>
                                        </p:tgtEl>
                                        <p:attrNameLst>
                                          <p:attrName>style.visibility</p:attrName>
                                        </p:attrNameLst>
                                      </p:cBhvr>
                                      <p:to>
                                        <p:strVal val="visible"/>
                                      </p:to>
                                    </p:set>
                                    <p:animEffect transition="in" filter="wipe(left)">
                                      <p:cBhvr>
                                        <p:cTn id="10" dur="500"/>
                                        <p:tgtEl>
                                          <p:spTgt spid="49358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93593"/>
                                        </p:tgtEl>
                                        <p:attrNameLst>
                                          <p:attrName>style.visibility</p:attrName>
                                        </p:attrNameLst>
                                      </p:cBhvr>
                                      <p:to>
                                        <p:strVal val="visible"/>
                                      </p:to>
                                    </p:set>
                                    <p:animEffect transition="in" filter="wipe(left)">
                                      <p:cBhvr>
                                        <p:cTn id="15" dur="500"/>
                                        <p:tgtEl>
                                          <p:spTgt spid="493593"/>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493591"/>
                                        </p:tgtEl>
                                        <p:attrNameLst>
                                          <p:attrName>style.visibility</p:attrName>
                                        </p:attrNameLst>
                                      </p:cBhvr>
                                      <p:to>
                                        <p:strVal val="visible"/>
                                      </p:to>
                                    </p:set>
                                    <p:animEffect transition="in" filter="wipe(left)">
                                      <p:cBhvr>
                                        <p:cTn id="19" dur="500"/>
                                        <p:tgtEl>
                                          <p:spTgt spid="493591"/>
                                        </p:tgtEl>
                                      </p:cBhvr>
                                    </p:animEffect>
                                  </p:childTnLst>
                                </p:cTn>
                              </p:par>
                              <p:par>
                                <p:cTn id="20" presetID="22" presetClass="entr" presetSubtype="8" fill="hold" nodeType="withEffect">
                                  <p:stCondLst>
                                    <p:cond delay="0"/>
                                  </p:stCondLst>
                                  <p:childTnLst>
                                    <p:set>
                                      <p:cBhvr>
                                        <p:cTn id="21" dur="1" fill="hold">
                                          <p:stCondLst>
                                            <p:cond delay="0"/>
                                          </p:stCondLst>
                                        </p:cTn>
                                        <p:tgtEl>
                                          <p:spTgt spid="493592"/>
                                        </p:tgtEl>
                                        <p:attrNameLst>
                                          <p:attrName>style.visibility</p:attrName>
                                        </p:attrNameLst>
                                      </p:cBhvr>
                                      <p:to>
                                        <p:strVal val="visible"/>
                                      </p:to>
                                    </p:set>
                                    <p:animEffect transition="in" filter="wipe(left)">
                                      <p:cBhvr>
                                        <p:cTn id="22" dur="500"/>
                                        <p:tgtEl>
                                          <p:spTgt spid="493592"/>
                                        </p:tgtEl>
                                      </p:cBhvr>
                                    </p:animEffect>
                                  </p:childTnLst>
                                </p:cTn>
                              </p:par>
                              <p:par>
                                <p:cTn id="23" presetID="22" presetClass="entr" presetSubtype="8" fill="hold" nodeType="withEffect">
                                  <p:stCondLst>
                                    <p:cond delay="0"/>
                                  </p:stCondLst>
                                  <p:childTnLst>
                                    <p:set>
                                      <p:cBhvr>
                                        <p:cTn id="24" dur="1" fill="hold">
                                          <p:stCondLst>
                                            <p:cond delay="0"/>
                                          </p:stCondLst>
                                        </p:cTn>
                                        <p:tgtEl>
                                          <p:spTgt spid="493594"/>
                                        </p:tgtEl>
                                        <p:attrNameLst>
                                          <p:attrName>style.visibility</p:attrName>
                                        </p:attrNameLst>
                                      </p:cBhvr>
                                      <p:to>
                                        <p:strVal val="visible"/>
                                      </p:to>
                                    </p:set>
                                    <p:animEffect transition="in" filter="wipe(left)">
                                      <p:cBhvr>
                                        <p:cTn id="25" dur="500"/>
                                        <p:tgtEl>
                                          <p:spTgt spid="493594"/>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493584"/>
                                        </p:tgtEl>
                                        <p:attrNameLst>
                                          <p:attrName>style.visibility</p:attrName>
                                        </p:attrNameLst>
                                      </p:cBhvr>
                                      <p:to>
                                        <p:strVal val="visible"/>
                                      </p:to>
                                    </p:set>
                                    <p:animEffect transition="in" filter="wipe(left)">
                                      <p:cBhvr>
                                        <p:cTn id="29" dur="500"/>
                                        <p:tgtEl>
                                          <p:spTgt spid="493584"/>
                                        </p:tgtEl>
                                      </p:cBhvr>
                                    </p:animEffect>
                                  </p:childTnLst>
                                </p:cTn>
                              </p:par>
                            </p:childTnLst>
                          </p:cTn>
                        </p:par>
                        <p:par>
                          <p:cTn id="30" fill="hold">
                            <p:stCondLst>
                              <p:cond delay="1500"/>
                            </p:stCondLst>
                            <p:childTnLst>
                              <p:par>
                                <p:cTn id="31" presetID="22" presetClass="entr" presetSubtype="8" fill="hold" nodeType="afterEffect">
                                  <p:stCondLst>
                                    <p:cond delay="0"/>
                                  </p:stCondLst>
                                  <p:childTnLst>
                                    <p:set>
                                      <p:cBhvr>
                                        <p:cTn id="32" dur="1" fill="hold">
                                          <p:stCondLst>
                                            <p:cond delay="0"/>
                                          </p:stCondLst>
                                        </p:cTn>
                                        <p:tgtEl>
                                          <p:spTgt spid="493595"/>
                                        </p:tgtEl>
                                        <p:attrNameLst>
                                          <p:attrName>style.visibility</p:attrName>
                                        </p:attrNameLst>
                                      </p:cBhvr>
                                      <p:to>
                                        <p:strVal val="visible"/>
                                      </p:to>
                                    </p:set>
                                    <p:animEffect transition="in" filter="wipe(left)">
                                      <p:cBhvr>
                                        <p:cTn id="33" dur="500"/>
                                        <p:tgtEl>
                                          <p:spTgt spid="493595"/>
                                        </p:tgtEl>
                                      </p:cBhvr>
                                    </p:animEffect>
                                  </p:childTnLst>
                                </p:cTn>
                              </p:par>
                              <p:par>
                                <p:cTn id="34" presetID="22" presetClass="entr" presetSubtype="8" fill="hold" nodeType="withEffect">
                                  <p:stCondLst>
                                    <p:cond delay="0"/>
                                  </p:stCondLst>
                                  <p:childTnLst>
                                    <p:set>
                                      <p:cBhvr>
                                        <p:cTn id="35" dur="1" fill="hold">
                                          <p:stCondLst>
                                            <p:cond delay="0"/>
                                          </p:stCondLst>
                                        </p:cTn>
                                        <p:tgtEl>
                                          <p:spTgt spid="493597"/>
                                        </p:tgtEl>
                                        <p:attrNameLst>
                                          <p:attrName>style.visibility</p:attrName>
                                        </p:attrNameLst>
                                      </p:cBhvr>
                                      <p:to>
                                        <p:strVal val="visible"/>
                                      </p:to>
                                    </p:set>
                                    <p:animEffect transition="in" filter="wipe(left)">
                                      <p:cBhvr>
                                        <p:cTn id="36" dur="500"/>
                                        <p:tgtEl>
                                          <p:spTgt spid="493597"/>
                                        </p:tgtEl>
                                      </p:cBhvr>
                                    </p:animEffect>
                                  </p:childTnLst>
                                </p:cTn>
                              </p:par>
                            </p:childTnLst>
                          </p:cTn>
                        </p:par>
                        <p:par>
                          <p:cTn id="37" fill="hold">
                            <p:stCondLst>
                              <p:cond delay="2000"/>
                            </p:stCondLst>
                            <p:childTnLst>
                              <p:par>
                                <p:cTn id="38" presetID="22" presetClass="entr" presetSubtype="8" fill="hold" grpId="0" nodeType="afterEffect">
                                  <p:stCondLst>
                                    <p:cond delay="0"/>
                                  </p:stCondLst>
                                  <p:childTnLst>
                                    <p:set>
                                      <p:cBhvr>
                                        <p:cTn id="39" dur="1" fill="hold">
                                          <p:stCondLst>
                                            <p:cond delay="0"/>
                                          </p:stCondLst>
                                        </p:cTn>
                                        <p:tgtEl>
                                          <p:spTgt spid="493598"/>
                                        </p:tgtEl>
                                        <p:attrNameLst>
                                          <p:attrName>style.visibility</p:attrName>
                                        </p:attrNameLst>
                                      </p:cBhvr>
                                      <p:to>
                                        <p:strVal val="visible"/>
                                      </p:to>
                                    </p:set>
                                    <p:animEffect transition="in" filter="wipe(left)">
                                      <p:cBhvr>
                                        <p:cTn id="40" dur="500"/>
                                        <p:tgtEl>
                                          <p:spTgt spid="49359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93585"/>
                                        </p:tgtEl>
                                        <p:attrNameLst>
                                          <p:attrName>style.visibility</p:attrName>
                                        </p:attrNameLst>
                                      </p:cBhvr>
                                      <p:to>
                                        <p:strVal val="visible"/>
                                      </p:to>
                                    </p:set>
                                    <p:animEffect transition="in" filter="wipe(left)">
                                      <p:cBhvr>
                                        <p:cTn id="45" dur="500"/>
                                        <p:tgtEl>
                                          <p:spTgt spid="493585"/>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493596"/>
                                        </p:tgtEl>
                                        <p:attrNameLst>
                                          <p:attrName>style.visibility</p:attrName>
                                        </p:attrNameLst>
                                      </p:cBhvr>
                                      <p:to>
                                        <p:strVal val="visible"/>
                                      </p:to>
                                    </p:set>
                                    <p:animEffect transition="in" filter="wipe(left)">
                                      <p:cBhvr>
                                        <p:cTn id="49" dur="500"/>
                                        <p:tgtEl>
                                          <p:spTgt spid="493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3593" grpId="0"/>
      <p:bldP spid="49359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Title 494593"/>
          <p:cNvSpPr>
            <a:spLocks noGrp="1"/>
          </p:cNvSpPr>
          <p:nvPr>
            <p:ph type="title"/>
          </p:nvPr>
        </p:nvSpPr>
        <p:spPr/>
        <p:txBody>
          <a:bodyPr lIns="63500" tIns="25400" rIns="63500" bIns="25400">
            <a:spAutoFit/>
          </a:bodyPr>
          <a:lstStyle/>
          <a:p>
            <a:r>
              <a:t>Binary Adder</a:t>
            </a:r>
          </a:p>
        </p:txBody>
      </p:sp>
      <p:sp>
        <p:nvSpPr>
          <p:cNvPr id="494595" name="Text Placeholder 494594"/>
          <p:cNvSpPr>
            <a:spLocks noGrp="1"/>
          </p:cNvSpPr>
          <p:nvPr>
            <p:ph type="body" idx="1"/>
          </p:nvPr>
        </p:nvSpPr>
        <p:spPr>
          <a:xfrm>
            <a:off x="106998" y="621030"/>
            <a:ext cx="8280400" cy="477838"/>
          </a:xfrm>
        </p:spPr>
        <p:txBody>
          <a:bodyPr lIns="63500" tIns="25400" rIns="63500" bIns="25400">
            <a:spAutoFit/>
          </a:bodyPr>
          <a:lstStyle/>
          <a:p>
            <a:r>
              <a:t>Full Adder</a:t>
            </a:r>
          </a:p>
        </p:txBody>
      </p:sp>
      <p:sp>
        <p:nvSpPr>
          <p:cNvPr id="494596" name="Rounded Rectangle 494595"/>
          <p:cNvSpPr/>
          <p:nvPr/>
        </p:nvSpPr>
        <p:spPr>
          <a:xfrm>
            <a:off x="1871663" y="3429000"/>
            <a:ext cx="5761037" cy="2879725"/>
          </a:xfrm>
          <a:prstGeom prst="roundRect">
            <a:avLst>
              <a:gd name="adj" fmla="val 16667"/>
            </a:avLst>
          </a:prstGeom>
          <a:noFill/>
          <a:ln w="28575" cap="flat" cmpd="sng">
            <a:solidFill>
              <a:schemeClr val="accent1"/>
            </a:solidFill>
            <a:prstDash val="solid"/>
            <a:headEnd type="none" w="med" len="med"/>
            <a:tailEnd type="none" w="med" len="med"/>
          </a:ln>
        </p:spPr>
        <p:txBody>
          <a:bodyPr/>
          <a:lstStyle/>
          <a:p>
            <a:endParaRPr lang="en-US"/>
          </a:p>
        </p:txBody>
      </p:sp>
      <p:graphicFrame>
        <p:nvGraphicFramePr>
          <p:cNvPr id="494598" name="Object 494597"/>
          <p:cNvGraphicFramePr/>
          <p:nvPr/>
        </p:nvGraphicFramePr>
        <p:xfrm>
          <a:off x="1852613" y="3608388"/>
          <a:ext cx="5822950" cy="2520950"/>
        </p:xfrm>
        <a:graphic>
          <a:graphicData uri="http://schemas.openxmlformats.org/presentationml/2006/ole">
            <mc:AlternateContent xmlns:mc="http://schemas.openxmlformats.org/markup-compatibility/2006">
              <mc:Choice xmlns:v="urn:schemas-microsoft-com:vml" Requires="v">
                <p:oleObj spid="_x0000_s16461" r:id="rId4" imgW="4009390" imgH="1659890" progId="Visio.Drawing.11">
                  <p:embed/>
                </p:oleObj>
              </mc:Choice>
              <mc:Fallback>
                <p:oleObj r:id="rId4" imgW="4009390" imgH="1659890" progId="Visio.Drawing.11">
                  <p:embed/>
                  <p:pic>
                    <p:nvPicPr>
                      <p:cNvPr id="0" name="Picture 3094"/>
                      <p:cNvPicPr/>
                      <p:nvPr/>
                    </p:nvPicPr>
                    <p:blipFill>
                      <a:blip r:embed="rId5"/>
                      <a:stretch>
                        <a:fillRect/>
                      </a:stretch>
                    </p:blipFill>
                    <p:spPr>
                      <a:xfrm>
                        <a:off x="1852613" y="3608388"/>
                        <a:ext cx="5822950" cy="2520950"/>
                      </a:xfrm>
                      <a:prstGeom prst="rect">
                        <a:avLst/>
                      </a:prstGeom>
                      <a:noFill/>
                      <a:ln w="38100">
                        <a:noFill/>
                        <a:miter/>
                      </a:ln>
                    </p:spPr>
                  </p:pic>
                </p:oleObj>
              </mc:Fallback>
            </mc:AlternateContent>
          </a:graphicData>
        </a:graphic>
      </p:graphicFrame>
      <p:sp>
        <p:nvSpPr>
          <p:cNvPr id="494599" name="Straight Connector 494598"/>
          <p:cNvSpPr/>
          <p:nvPr/>
        </p:nvSpPr>
        <p:spPr>
          <a:xfrm>
            <a:off x="1511300" y="3897313"/>
            <a:ext cx="371475" cy="0"/>
          </a:xfrm>
          <a:prstGeom prst="line">
            <a:avLst/>
          </a:prstGeom>
          <a:ln w="28575" cap="flat" cmpd="sng">
            <a:solidFill>
              <a:schemeClr val="accent2"/>
            </a:solidFill>
            <a:prstDash val="solid"/>
            <a:headEnd type="none" w="med" len="med"/>
            <a:tailEnd type="triangle" w="lg" len="lg"/>
          </a:ln>
        </p:spPr>
      </p:sp>
      <p:sp>
        <p:nvSpPr>
          <p:cNvPr id="494600" name="Straight Connector 494599"/>
          <p:cNvSpPr/>
          <p:nvPr/>
        </p:nvSpPr>
        <p:spPr>
          <a:xfrm>
            <a:off x="1511300" y="4949825"/>
            <a:ext cx="358775" cy="0"/>
          </a:xfrm>
          <a:prstGeom prst="line">
            <a:avLst/>
          </a:prstGeom>
          <a:ln w="28575" cap="flat" cmpd="sng">
            <a:solidFill>
              <a:schemeClr val="accent2"/>
            </a:solidFill>
            <a:prstDash val="solid"/>
            <a:headEnd type="none" w="med" len="med"/>
            <a:tailEnd type="triangle" w="lg" len="lg"/>
          </a:ln>
        </p:spPr>
      </p:sp>
      <p:sp>
        <p:nvSpPr>
          <p:cNvPr id="494601" name="Text Box 494600"/>
          <p:cNvSpPr txBox="1"/>
          <p:nvPr/>
        </p:nvSpPr>
        <p:spPr>
          <a:xfrm>
            <a:off x="1150938" y="3705225"/>
            <a:ext cx="269875" cy="2197100"/>
          </a:xfrm>
          <a:prstGeom prst="rect">
            <a:avLst/>
          </a:prstGeom>
          <a:noFill/>
          <a:ln w="28575">
            <a:noFill/>
          </a:ln>
        </p:spPr>
        <p:txBody>
          <a:bodyPr lIns="0" tIns="0" rIns="0" bIns="0">
            <a:spAutoFit/>
          </a:bodyPr>
          <a:lstStyle/>
          <a:p>
            <a:pPr>
              <a:lnSpc>
                <a:spcPct val="75000"/>
              </a:lnSpc>
              <a:spcBef>
                <a:spcPct val="0"/>
              </a:spcBef>
              <a:buClr>
                <a:schemeClr val="bg1"/>
              </a:buClr>
            </a:pPr>
            <a:r>
              <a:rPr sz="2400" b="1" i="1">
                <a:latin typeface="Times New Roman" panose="02020603050405020304" pitchFamily="18" charset="0"/>
                <a:cs typeface="Times New Roman" panose="02020603050405020304" pitchFamily="18" charset="0"/>
              </a:rPr>
              <a:t>x</a:t>
            </a:r>
          </a:p>
          <a:p>
            <a:pPr>
              <a:lnSpc>
                <a:spcPct val="75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75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75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75000"/>
              </a:lnSpc>
              <a:spcBef>
                <a:spcPct val="0"/>
              </a:spcBef>
              <a:buClr>
                <a:schemeClr val="bg1"/>
              </a:buClr>
            </a:pPr>
            <a:r>
              <a:rPr sz="2400" b="1" i="1">
                <a:latin typeface="Times New Roman" panose="02020603050405020304" pitchFamily="18" charset="0"/>
                <a:cs typeface="Times New Roman" panose="02020603050405020304" pitchFamily="18" charset="0"/>
              </a:rPr>
              <a:t>y</a:t>
            </a:r>
          </a:p>
          <a:p>
            <a:pPr>
              <a:lnSpc>
                <a:spcPct val="75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75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75000"/>
              </a:lnSpc>
              <a:spcBef>
                <a:spcPct val="0"/>
              </a:spcBef>
              <a:buClr>
                <a:schemeClr val="bg1"/>
              </a:buClr>
            </a:pPr>
            <a:r>
              <a:rPr sz="2400" b="1" i="1">
                <a:latin typeface="Times New Roman" panose="02020603050405020304" pitchFamily="18" charset="0"/>
                <a:cs typeface="Times New Roman" panose="02020603050405020304" pitchFamily="18" charset="0"/>
              </a:rPr>
              <a:t>z</a:t>
            </a:r>
            <a:endParaRPr sz="2400" b="1" i="1">
              <a:latin typeface="Times New Roman" panose="02020603050405020304" pitchFamily="18" charset="0"/>
              <a:ea typeface="Times New Roman" panose="02020603050405020304" pitchFamily="18" charset="0"/>
            </a:endParaRPr>
          </a:p>
        </p:txBody>
      </p:sp>
      <p:sp>
        <p:nvSpPr>
          <p:cNvPr id="494602" name="Straight Connector 494601"/>
          <p:cNvSpPr/>
          <p:nvPr/>
        </p:nvSpPr>
        <p:spPr>
          <a:xfrm>
            <a:off x="1501775" y="5849938"/>
            <a:ext cx="371475" cy="0"/>
          </a:xfrm>
          <a:prstGeom prst="line">
            <a:avLst/>
          </a:prstGeom>
          <a:ln w="28575" cap="flat" cmpd="sng">
            <a:solidFill>
              <a:schemeClr val="accent2"/>
            </a:solidFill>
            <a:prstDash val="solid"/>
            <a:headEnd type="none" w="med" len="med"/>
            <a:tailEnd type="triangle" w="lg" len="lg"/>
          </a:ln>
        </p:spPr>
      </p:sp>
      <p:sp>
        <p:nvSpPr>
          <p:cNvPr id="494603" name="Straight Connector 494602"/>
          <p:cNvSpPr/>
          <p:nvPr/>
        </p:nvSpPr>
        <p:spPr>
          <a:xfrm>
            <a:off x="7632700" y="4151313"/>
            <a:ext cx="360363" cy="0"/>
          </a:xfrm>
          <a:prstGeom prst="line">
            <a:avLst/>
          </a:prstGeom>
          <a:ln w="28575" cap="flat" cmpd="sng">
            <a:solidFill>
              <a:schemeClr val="accent2"/>
            </a:solidFill>
            <a:prstDash val="solid"/>
            <a:headEnd type="none" w="med" len="med"/>
            <a:tailEnd type="triangle" w="lg" len="lg"/>
          </a:ln>
        </p:spPr>
      </p:sp>
      <p:sp>
        <p:nvSpPr>
          <p:cNvPr id="494604" name="Straight Connector 494603"/>
          <p:cNvSpPr/>
          <p:nvPr/>
        </p:nvSpPr>
        <p:spPr>
          <a:xfrm>
            <a:off x="7632700" y="5075238"/>
            <a:ext cx="360363" cy="0"/>
          </a:xfrm>
          <a:prstGeom prst="line">
            <a:avLst/>
          </a:prstGeom>
          <a:ln w="28575" cap="flat" cmpd="sng">
            <a:solidFill>
              <a:schemeClr val="accent2"/>
            </a:solidFill>
            <a:prstDash val="solid"/>
            <a:headEnd type="none" w="med" len="med"/>
            <a:tailEnd type="triangle" w="lg" len="lg"/>
          </a:ln>
        </p:spPr>
      </p:sp>
      <p:sp>
        <p:nvSpPr>
          <p:cNvPr id="494605" name="Text Box 494604"/>
          <p:cNvSpPr txBox="1"/>
          <p:nvPr/>
        </p:nvSpPr>
        <p:spPr>
          <a:xfrm>
            <a:off x="8081963" y="4083050"/>
            <a:ext cx="269875" cy="1190625"/>
          </a:xfrm>
          <a:prstGeom prst="rect">
            <a:avLst/>
          </a:prstGeom>
          <a:noFill/>
          <a:ln w="28575">
            <a:noFill/>
          </a:ln>
        </p:spPr>
        <p:txBody>
          <a:bodyPr lIns="0" tIns="0" rIns="0" bIns="0">
            <a:spAutoFit/>
          </a:bodyPr>
          <a:lstStyle/>
          <a:p>
            <a:pPr>
              <a:lnSpc>
                <a:spcPct val="65000"/>
              </a:lnSpc>
              <a:spcBef>
                <a:spcPct val="0"/>
              </a:spcBef>
              <a:buClr>
                <a:schemeClr val="bg1"/>
              </a:buClr>
            </a:pPr>
            <a:r>
              <a:rPr sz="2400" b="1" i="1">
                <a:latin typeface="Times New Roman" panose="02020603050405020304" pitchFamily="18" charset="0"/>
                <a:cs typeface="Times New Roman" panose="02020603050405020304" pitchFamily="18" charset="0"/>
              </a:rPr>
              <a:t>S</a:t>
            </a:r>
          </a:p>
          <a:p>
            <a:pPr>
              <a:lnSpc>
                <a:spcPct val="65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65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65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65000"/>
              </a:lnSpc>
              <a:spcBef>
                <a:spcPct val="0"/>
              </a:spcBef>
              <a:buClr>
                <a:schemeClr val="bg1"/>
              </a:buClr>
            </a:pPr>
            <a:r>
              <a:rPr sz="2400" b="1" i="1">
                <a:latin typeface="Times New Roman" panose="02020603050405020304" pitchFamily="18" charset="0"/>
                <a:cs typeface="Times New Roman" panose="02020603050405020304" pitchFamily="18" charset="0"/>
              </a:rPr>
              <a:t>C</a:t>
            </a:r>
            <a:endParaRPr sz="2400" b="1" i="1">
              <a:latin typeface="Times New Roman" panose="02020603050405020304" pitchFamily="18" charset="0"/>
              <a:ea typeface="Times New Roman" panose="02020603050405020304" pitchFamily="18" charset="0"/>
            </a:endParaRPr>
          </a:p>
        </p:txBody>
      </p:sp>
      <p:sp>
        <p:nvSpPr>
          <p:cNvPr id="494606" name="Rounded Rectangle 494605"/>
          <p:cNvSpPr/>
          <p:nvPr/>
        </p:nvSpPr>
        <p:spPr>
          <a:xfrm>
            <a:off x="2051050" y="3621088"/>
            <a:ext cx="1981200" cy="1698625"/>
          </a:xfrm>
          <a:prstGeom prst="roundRect">
            <a:avLst>
              <a:gd name="adj" fmla="val 16667"/>
            </a:avLst>
          </a:prstGeom>
          <a:solidFill>
            <a:srgbClr val="FFFF00">
              <a:alpha val="25000"/>
            </a:srgbClr>
          </a:solidFill>
          <a:ln w="28575" cap="flat" cmpd="sng">
            <a:solidFill>
              <a:srgbClr val="009900"/>
            </a:solidFill>
            <a:prstDash val="solid"/>
            <a:headEnd type="none" w="med" len="med"/>
            <a:tailEnd type="none" w="med" len="med"/>
          </a:ln>
        </p:spPr>
        <p:txBody>
          <a:bodyPr/>
          <a:lstStyle/>
          <a:p>
            <a:endParaRPr lang="en-US"/>
          </a:p>
        </p:txBody>
      </p:sp>
      <p:sp>
        <p:nvSpPr>
          <p:cNvPr id="494607" name="Rounded Rectangle 494606"/>
          <p:cNvSpPr/>
          <p:nvPr/>
        </p:nvSpPr>
        <p:spPr>
          <a:xfrm>
            <a:off x="4572000" y="3789363"/>
            <a:ext cx="1800225" cy="1619250"/>
          </a:xfrm>
          <a:prstGeom prst="roundRect">
            <a:avLst>
              <a:gd name="adj" fmla="val 16667"/>
            </a:avLst>
          </a:prstGeom>
          <a:solidFill>
            <a:srgbClr val="FFFF00">
              <a:alpha val="25000"/>
            </a:srgbClr>
          </a:solidFill>
          <a:ln w="28575" cap="flat" cmpd="sng">
            <a:solidFill>
              <a:srgbClr val="009900"/>
            </a:solidFill>
            <a:prstDash val="solid"/>
            <a:headEnd type="none" w="med" len="med"/>
            <a:tailEnd type="none" w="med" len="med"/>
          </a:ln>
        </p:spPr>
        <p:txBody>
          <a:bodyPr/>
          <a:lstStyle/>
          <a:p>
            <a:endParaRPr lang="en-US"/>
          </a:p>
        </p:txBody>
      </p:sp>
      <p:sp>
        <p:nvSpPr>
          <p:cNvPr id="494608" name="Rounded Rectangle 494607"/>
          <p:cNvSpPr/>
          <p:nvPr/>
        </p:nvSpPr>
        <p:spPr>
          <a:xfrm>
            <a:off x="2771775" y="1628775"/>
            <a:ext cx="1081088" cy="977900"/>
          </a:xfrm>
          <a:prstGeom prst="roundRect">
            <a:avLst>
              <a:gd name="adj" fmla="val 16667"/>
            </a:avLst>
          </a:prstGeom>
          <a:solidFill>
            <a:srgbClr val="FFFF00">
              <a:alpha val="50000"/>
            </a:srgbClr>
          </a:solidFill>
          <a:ln w="28575" cap="flat" cmpd="sng">
            <a:solidFill>
              <a:srgbClr val="009900"/>
            </a:solidFill>
            <a:prstDash val="solid"/>
            <a:headEnd type="none" w="med" len="med"/>
            <a:tailEnd type="none" w="med" len="med"/>
          </a:ln>
        </p:spPr>
        <p:txBody>
          <a:bodyPr lIns="0" tIns="0" rIns="0" bIns="0" anchor="ctr" anchorCtr="0"/>
          <a:lstStyle/>
          <a:p>
            <a:pPr>
              <a:buClr>
                <a:schemeClr val="bg1"/>
              </a:buClr>
            </a:pPr>
            <a:r>
              <a:rPr sz="2400" b="1">
                <a:latin typeface="Times New Roman" panose="02020603050405020304" pitchFamily="18" charset="0"/>
                <a:cs typeface="Times New Roman" panose="02020603050405020304" pitchFamily="18" charset="0"/>
              </a:rPr>
              <a:t>HA</a:t>
            </a:r>
            <a:endParaRPr sz="2400" b="1">
              <a:latin typeface="Times New Roman" panose="02020603050405020304" pitchFamily="18" charset="0"/>
              <a:ea typeface="Times New Roman" panose="02020603050405020304" pitchFamily="18" charset="0"/>
            </a:endParaRPr>
          </a:p>
        </p:txBody>
      </p:sp>
      <p:sp>
        <p:nvSpPr>
          <p:cNvPr id="494609" name="Straight Connector 494608"/>
          <p:cNvSpPr/>
          <p:nvPr/>
        </p:nvSpPr>
        <p:spPr>
          <a:xfrm>
            <a:off x="2411413" y="1989138"/>
            <a:ext cx="371475" cy="0"/>
          </a:xfrm>
          <a:prstGeom prst="line">
            <a:avLst/>
          </a:prstGeom>
          <a:ln w="28575" cap="flat" cmpd="sng">
            <a:solidFill>
              <a:schemeClr val="accent1"/>
            </a:solidFill>
            <a:prstDash val="solid"/>
            <a:headEnd type="none" w="med" len="med"/>
            <a:tailEnd type="triangle" w="lg" len="lg"/>
          </a:ln>
        </p:spPr>
      </p:sp>
      <p:sp>
        <p:nvSpPr>
          <p:cNvPr id="494610" name="Straight Connector 494609"/>
          <p:cNvSpPr/>
          <p:nvPr/>
        </p:nvSpPr>
        <p:spPr>
          <a:xfrm>
            <a:off x="2411413" y="2349500"/>
            <a:ext cx="358775" cy="0"/>
          </a:xfrm>
          <a:prstGeom prst="line">
            <a:avLst/>
          </a:prstGeom>
          <a:ln w="28575" cap="flat" cmpd="sng">
            <a:solidFill>
              <a:schemeClr val="accent1"/>
            </a:solidFill>
            <a:prstDash val="solid"/>
            <a:headEnd type="none" w="med" len="med"/>
            <a:tailEnd type="triangle" w="lg" len="lg"/>
          </a:ln>
        </p:spPr>
      </p:sp>
      <p:sp>
        <p:nvSpPr>
          <p:cNvPr id="494611" name="Text Box 494610"/>
          <p:cNvSpPr txBox="1"/>
          <p:nvPr/>
        </p:nvSpPr>
        <p:spPr>
          <a:xfrm>
            <a:off x="2051050" y="1828800"/>
            <a:ext cx="269875" cy="1168400"/>
          </a:xfrm>
          <a:prstGeom prst="rect">
            <a:avLst/>
          </a:prstGeom>
          <a:noFill/>
          <a:ln w="28575">
            <a:noFill/>
          </a:ln>
        </p:spPr>
        <p:txBody>
          <a:bodyPr lIns="0" tIns="0" rIns="0" bIns="0">
            <a:spAutoFit/>
          </a:bodyPr>
          <a:lstStyle/>
          <a:p>
            <a:pPr>
              <a:lnSpc>
                <a:spcPct val="80000"/>
              </a:lnSpc>
              <a:spcBef>
                <a:spcPct val="0"/>
              </a:spcBef>
              <a:buClr>
                <a:schemeClr val="bg1"/>
              </a:buClr>
            </a:pPr>
            <a:r>
              <a:rPr sz="2400" b="1" i="1">
                <a:latin typeface="Times New Roman" panose="02020603050405020304" pitchFamily="18" charset="0"/>
                <a:cs typeface="Times New Roman" panose="02020603050405020304" pitchFamily="18" charset="0"/>
              </a:rPr>
              <a:t>x</a:t>
            </a:r>
          </a:p>
          <a:p>
            <a:pPr>
              <a:lnSpc>
                <a:spcPct val="80000"/>
              </a:lnSpc>
              <a:spcBef>
                <a:spcPct val="0"/>
              </a:spcBef>
              <a:buClr>
                <a:schemeClr val="bg1"/>
              </a:buClr>
            </a:pPr>
            <a:r>
              <a:rPr sz="2400" b="1" i="1">
                <a:latin typeface="Times New Roman" panose="02020603050405020304" pitchFamily="18" charset="0"/>
                <a:cs typeface="Times New Roman" panose="02020603050405020304" pitchFamily="18" charset="0"/>
              </a:rPr>
              <a:t>y</a:t>
            </a:r>
          </a:p>
          <a:p>
            <a:pPr>
              <a:lnSpc>
                <a:spcPct val="80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80000"/>
              </a:lnSpc>
              <a:spcBef>
                <a:spcPct val="0"/>
              </a:spcBef>
              <a:buClr>
                <a:schemeClr val="bg1"/>
              </a:buClr>
            </a:pPr>
            <a:r>
              <a:rPr sz="2400" b="1" i="1">
                <a:latin typeface="Times New Roman" panose="02020603050405020304" pitchFamily="18" charset="0"/>
                <a:cs typeface="Times New Roman" panose="02020603050405020304" pitchFamily="18" charset="0"/>
              </a:rPr>
              <a:t>z</a:t>
            </a:r>
            <a:endParaRPr sz="2400" b="1" i="1">
              <a:latin typeface="Times New Roman" panose="02020603050405020304" pitchFamily="18" charset="0"/>
              <a:ea typeface="Times New Roman" panose="02020603050405020304" pitchFamily="18" charset="0"/>
            </a:endParaRPr>
          </a:p>
        </p:txBody>
      </p:sp>
      <p:sp>
        <p:nvSpPr>
          <p:cNvPr id="494612" name="Straight Connector 494611"/>
          <p:cNvSpPr/>
          <p:nvPr/>
        </p:nvSpPr>
        <p:spPr>
          <a:xfrm>
            <a:off x="2411413" y="2889250"/>
            <a:ext cx="371475" cy="0"/>
          </a:xfrm>
          <a:prstGeom prst="line">
            <a:avLst/>
          </a:prstGeom>
          <a:ln w="28575" cap="flat" cmpd="sng">
            <a:solidFill>
              <a:schemeClr val="accent1"/>
            </a:solidFill>
            <a:prstDash val="solid"/>
            <a:headEnd type="none" w="med" len="med"/>
            <a:tailEnd type="triangle" w="lg" len="lg"/>
          </a:ln>
        </p:spPr>
      </p:sp>
      <p:sp>
        <p:nvSpPr>
          <p:cNvPr id="494614" name="Straight Connector 494613"/>
          <p:cNvSpPr/>
          <p:nvPr/>
        </p:nvSpPr>
        <p:spPr>
          <a:xfrm>
            <a:off x="3840163" y="1989138"/>
            <a:ext cx="911225" cy="0"/>
          </a:xfrm>
          <a:prstGeom prst="line">
            <a:avLst/>
          </a:prstGeom>
          <a:ln w="28575" cap="flat" cmpd="sng">
            <a:solidFill>
              <a:schemeClr val="accent1"/>
            </a:solidFill>
            <a:prstDash val="solid"/>
            <a:headEnd type="none" w="med" len="med"/>
            <a:tailEnd type="triangle" w="lg" len="lg"/>
          </a:ln>
        </p:spPr>
      </p:sp>
      <p:sp>
        <p:nvSpPr>
          <p:cNvPr id="494615" name="Straight Connector 494614"/>
          <p:cNvSpPr/>
          <p:nvPr/>
        </p:nvSpPr>
        <p:spPr>
          <a:xfrm>
            <a:off x="5832475" y="1989138"/>
            <a:ext cx="1439863" cy="0"/>
          </a:xfrm>
          <a:prstGeom prst="line">
            <a:avLst/>
          </a:prstGeom>
          <a:ln w="28575" cap="flat" cmpd="sng">
            <a:solidFill>
              <a:schemeClr val="accent1"/>
            </a:solidFill>
            <a:prstDash val="solid"/>
            <a:headEnd type="none" w="med" len="med"/>
            <a:tailEnd type="triangle" w="lg" len="lg"/>
          </a:ln>
        </p:spPr>
      </p:sp>
      <p:sp>
        <p:nvSpPr>
          <p:cNvPr id="494616" name="Straight Connector 494615"/>
          <p:cNvSpPr/>
          <p:nvPr/>
        </p:nvSpPr>
        <p:spPr>
          <a:xfrm>
            <a:off x="6911975" y="2797175"/>
            <a:ext cx="371475" cy="0"/>
          </a:xfrm>
          <a:prstGeom prst="line">
            <a:avLst/>
          </a:prstGeom>
          <a:ln w="28575" cap="flat" cmpd="sng">
            <a:solidFill>
              <a:schemeClr val="accent1"/>
            </a:solidFill>
            <a:prstDash val="solid"/>
            <a:headEnd type="none" w="med" len="med"/>
            <a:tailEnd type="triangle" w="lg" len="lg"/>
          </a:ln>
        </p:spPr>
      </p:sp>
      <p:graphicFrame>
        <p:nvGraphicFramePr>
          <p:cNvPr id="494617" name="Object 494616"/>
          <p:cNvGraphicFramePr/>
          <p:nvPr/>
        </p:nvGraphicFramePr>
        <p:xfrm>
          <a:off x="6159500" y="2566988"/>
          <a:ext cx="836613" cy="457200"/>
        </p:xfrm>
        <a:graphic>
          <a:graphicData uri="http://schemas.openxmlformats.org/presentationml/2006/ole">
            <mc:AlternateContent xmlns:mc="http://schemas.openxmlformats.org/markup-compatibility/2006">
              <mc:Choice xmlns:v="urn:schemas-microsoft-com:vml" Requires="v">
                <p:oleObj spid="_x0000_s16462" r:id="rId6" imgW="717550" imgH="393700" progId="Visio.Drawing.11">
                  <p:embed/>
                </p:oleObj>
              </mc:Choice>
              <mc:Fallback>
                <p:oleObj r:id="rId6" imgW="717550" imgH="393700" progId="Visio.Drawing.11">
                  <p:embed/>
                  <p:pic>
                    <p:nvPicPr>
                      <p:cNvPr id="0" name="Picture 3095"/>
                      <p:cNvPicPr/>
                      <p:nvPr/>
                    </p:nvPicPr>
                    <p:blipFill>
                      <a:blip r:embed="rId7"/>
                      <a:stretch>
                        <a:fillRect/>
                      </a:stretch>
                    </p:blipFill>
                    <p:spPr>
                      <a:xfrm>
                        <a:off x="6159500" y="2566988"/>
                        <a:ext cx="836613" cy="457200"/>
                      </a:xfrm>
                      <a:prstGeom prst="rect">
                        <a:avLst/>
                      </a:prstGeom>
                      <a:noFill/>
                      <a:ln w="38100">
                        <a:noFill/>
                        <a:miter/>
                      </a:ln>
                    </p:spPr>
                  </p:pic>
                </p:oleObj>
              </mc:Fallback>
            </mc:AlternateContent>
          </a:graphicData>
        </a:graphic>
      </p:graphicFrame>
      <p:sp>
        <p:nvSpPr>
          <p:cNvPr id="494618" name="Straight Connector 494617"/>
          <p:cNvSpPr/>
          <p:nvPr/>
        </p:nvSpPr>
        <p:spPr>
          <a:xfrm>
            <a:off x="3840163" y="2349500"/>
            <a:ext cx="371475" cy="0"/>
          </a:xfrm>
          <a:prstGeom prst="line">
            <a:avLst/>
          </a:prstGeom>
          <a:ln w="28575" cap="flat" cmpd="sng">
            <a:solidFill>
              <a:srgbClr val="996633"/>
            </a:solidFill>
            <a:prstDash val="solid"/>
            <a:headEnd type="none" w="med" len="med"/>
            <a:tailEnd type="triangle" w="lg" len="lg"/>
          </a:ln>
        </p:spPr>
      </p:sp>
      <p:sp>
        <p:nvSpPr>
          <p:cNvPr id="494619" name="Rounded Rectangle 494618"/>
          <p:cNvSpPr/>
          <p:nvPr/>
        </p:nvSpPr>
        <p:spPr>
          <a:xfrm>
            <a:off x="4751388" y="1628775"/>
            <a:ext cx="1081087" cy="977900"/>
          </a:xfrm>
          <a:prstGeom prst="roundRect">
            <a:avLst>
              <a:gd name="adj" fmla="val 16667"/>
            </a:avLst>
          </a:prstGeom>
          <a:solidFill>
            <a:srgbClr val="FFFF00">
              <a:alpha val="50000"/>
            </a:srgbClr>
          </a:solidFill>
          <a:ln w="28575" cap="flat" cmpd="sng">
            <a:solidFill>
              <a:srgbClr val="009900"/>
            </a:solidFill>
            <a:prstDash val="solid"/>
            <a:headEnd type="none" w="med" len="med"/>
            <a:tailEnd type="none" w="med" len="med"/>
          </a:ln>
        </p:spPr>
        <p:txBody>
          <a:bodyPr lIns="0" tIns="0" rIns="0" bIns="0" anchor="ctr" anchorCtr="0"/>
          <a:lstStyle/>
          <a:p>
            <a:pPr>
              <a:buClr>
                <a:schemeClr val="bg1"/>
              </a:buClr>
            </a:pPr>
            <a:r>
              <a:rPr sz="2400" b="1">
                <a:latin typeface="Times New Roman" panose="02020603050405020304" pitchFamily="18" charset="0"/>
                <a:cs typeface="Times New Roman" panose="02020603050405020304" pitchFamily="18" charset="0"/>
              </a:rPr>
              <a:t>HA</a:t>
            </a:r>
            <a:endParaRPr sz="2400" b="1">
              <a:latin typeface="Times New Roman" panose="02020603050405020304" pitchFamily="18" charset="0"/>
              <a:ea typeface="Times New Roman" panose="02020603050405020304" pitchFamily="18" charset="0"/>
            </a:endParaRPr>
          </a:p>
        </p:txBody>
      </p:sp>
      <p:sp>
        <p:nvSpPr>
          <p:cNvPr id="494620" name="Straight Connector 494619"/>
          <p:cNvSpPr/>
          <p:nvPr/>
        </p:nvSpPr>
        <p:spPr>
          <a:xfrm>
            <a:off x="2771775" y="2889250"/>
            <a:ext cx="1260475" cy="0"/>
          </a:xfrm>
          <a:prstGeom prst="line">
            <a:avLst/>
          </a:prstGeom>
          <a:ln w="28575" cap="flat" cmpd="sng">
            <a:solidFill>
              <a:schemeClr val="accent1"/>
            </a:solidFill>
            <a:prstDash val="solid"/>
            <a:headEnd type="none" w="med" len="med"/>
            <a:tailEnd type="none" w="lg" len="lg"/>
          </a:ln>
        </p:spPr>
      </p:sp>
      <p:sp>
        <p:nvSpPr>
          <p:cNvPr id="494621" name="Straight Connector 494620"/>
          <p:cNvSpPr/>
          <p:nvPr/>
        </p:nvSpPr>
        <p:spPr>
          <a:xfrm flipH="1">
            <a:off x="4032250" y="2349500"/>
            <a:ext cx="360363" cy="539750"/>
          </a:xfrm>
          <a:prstGeom prst="line">
            <a:avLst/>
          </a:prstGeom>
          <a:ln w="28575" cap="flat" cmpd="sng">
            <a:solidFill>
              <a:schemeClr val="accent1"/>
            </a:solidFill>
            <a:prstDash val="solid"/>
            <a:headEnd type="none" w="med" len="med"/>
            <a:tailEnd type="none" w="lg" len="lg"/>
          </a:ln>
        </p:spPr>
      </p:sp>
      <p:sp>
        <p:nvSpPr>
          <p:cNvPr id="494622" name="Straight Connector 494621"/>
          <p:cNvSpPr/>
          <p:nvPr/>
        </p:nvSpPr>
        <p:spPr>
          <a:xfrm>
            <a:off x="4386263" y="2349500"/>
            <a:ext cx="371475" cy="0"/>
          </a:xfrm>
          <a:prstGeom prst="line">
            <a:avLst/>
          </a:prstGeom>
          <a:ln w="28575" cap="flat" cmpd="sng">
            <a:solidFill>
              <a:schemeClr val="accent1"/>
            </a:solidFill>
            <a:prstDash val="solid"/>
            <a:headEnd type="none" w="med" len="med"/>
            <a:tailEnd type="triangle" w="lg" len="lg"/>
          </a:ln>
        </p:spPr>
      </p:sp>
      <p:sp>
        <p:nvSpPr>
          <p:cNvPr id="494623" name="Straight Connector 494622"/>
          <p:cNvSpPr/>
          <p:nvPr/>
        </p:nvSpPr>
        <p:spPr>
          <a:xfrm>
            <a:off x="5832475" y="2349500"/>
            <a:ext cx="371475" cy="0"/>
          </a:xfrm>
          <a:prstGeom prst="line">
            <a:avLst/>
          </a:prstGeom>
          <a:ln w="28575" cap="flat" cmpd="sng">
            <a:solidFill>
              <a:srgbClr val="996633"/>
            </a:solidFill>
            <a:prstDash val="solid"/>
            <a:headEnd type="none" w="med" len="med"/>
            <a:tailEnd type="triangle" w="lg" len="lg"/>
          </a:ln>
        </p:spPr>
      </p:sp>
      <p:sp>
        <p:nvSpPr>
          <p:cNvPr id="494624" name="Straight Connector 494623"/>
          <p:cNvSpPr/>
          <p:nvPr/>
        </p:nvSpPr>
        <p:spPr>
          <a:xfrm>
            <a:off x="6192838" y="2349500"/>
            <a:ext cx="0" cy="349250"/>
          </a:xfrm>
          <a:prstGeom prst="line">
            <a:avLst/>
          </a:prstGeom>
          <a:ln w="28575" cap="flat" cmpd="sng">
            <a:solidFill>
              <a:srgbClr val="996633"/>
            </a:solidFill>
            <a:prstDash val="solid"/>
            <a:headEnd type="none" w="med" len="med"/>
            <a:tailEnd type="none" w="lg" len="lg"/>
          </a:ln>
        </p:spPr>
      </p:sp>
      <p:sp>
        <p:nvSpPr>
          <p:cNvPr id="494625" name="Straight Connector 494624"/>
          <p:cNvSpPr/>
          <p:nvPr/>
        </p:nvSpPr>
        <p:spPr>
          <a:xfrm>
            <a:off x="4211638" y="2349500"/>
            <a:ext cx="360362" cy="539750"/>
          </a:xfrm>
          <a:prstGeom prst="line">
            <a:avLst/>
          </a:prstGeom>
          <a:ln w="28575" cap="flat" cmpd="sng">
            <a:solidFill>
              <a:srgbClr val="996633"/>
            </a:solidFill>
            <a:prstDash val="solid"/>
            <a:headEnd type="none" w="med" len="med"/>
            <a:tailEnd type="none" w="lg" len="lg"/>
          </a:ln>
        </p:spPr>
      </p:sp>
      <p:sp>
        <p:nvSpPr>
          <p:cNvPr id="494626" name="Straight Connector 494625"/>
          <p:cNvSpPr/>
          <p:nvPr/>
        </p:nvSpPr>
        <p:spPr>
          <a:xfrm>
            <a:off x="4572000" y="2889250"/>
            <a:ext cx="1620838" cy="0"/>
          </a:xfrm>
          <a:prstGeom prst="line">
            <a:avLst/>
          </a:prstGeom>
          <a:ln w="28575" cap="flat" cmpd="sng">
            <a:solidFill>
              <a:srgbClr val="996633"/>
            </a:solidFill>
            <a:prstDash val="solid"/>
            <a:headEnd type="none" w="med" len="med"/>
            <a:tailEnd type="none" w="lg" len="lg"/>
          </a:ln>
        </p:spPr>
      </p:sp>
      <p:sp>
        <p:nvSpPr>
          <p:cNvPr id="494627" name="Text Box 494626"/>
          <p:cNvSpPr txBox="1"/>
          <p:nvPr/>
        </p:nvSpPr>
        <p:spPr>
          <a:xfrm>
            <a:off x="7310438" y="1909763"/>
            <a:ext cx="269875" cy="1008062"/>
          </a:xfrm>
          <a:prstGeom prst="rect">
            <a:avLst/>
          </a:prstGeom>
          <a:noFill/>
          <a:ln w="28575">
            <a:noFill/>
          </a:ln>
        </p:spPr>
        <p:txBody>
          <a:bodyPr lIns="0" tIns="0" rIns="0" bIns="0">
            <a:spAutoFit/>
          </a:bodyPr>
          <a:lstStyle/>
          <a:p>
            <a:pPr>
              <a:lnSpc>
                <a:spcPct val="55000"/>
              </a:lnSpc>
              <a:spcBef>
                <a:spcPct val="0"/>
              </a:spcBef>
              <a:buClr>
                <a:schemeClr val="bg1"/>
              </a:buClr>
            </a:pPr>
            <a:r>
              <a:rPr sz="2400" b="1" i="1">
                <a:latin typeface="Times New Roman" panose="02020603050405020304" pitchFamily="18" charset="0"/>
                <a:cs typeface="Times New Roman" panose="02020603050405020304" pitchFamily="18" charset="0"/>
              </a:rPr>
              <a:t>S</a:t>
            </a:r>
          </a:p>
          <a:p>
            <a:pPr>
              <a:lnSpc>
                <a:spcPct val="55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55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55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55000"/>
              </a:lnSpc>
              <a:spcBef>
                <a:spcPct val="0"/>
              </a:spcBef>
              <a:buClr>
                <a:schemeClr val="bg1"/>
              </a:buClr>
            </a:pPr>
            <a:r>
              <a:rPr sz="2400" b="1" i="1">
                <a:latin typeface="Times New Roman" panose="02020603050405020304" pitchFamily="18" charset="0"/>
                <a:cs typeface="Times New Roman" panose="02020603050405020304" pitchFamily="18" charset="0"/>
              </a:rPr>
              <a:t>C</a:t>
            </a:r>
            <a:endParaRPr sz="2400" b="1" i="1">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13</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94612"/>
                                        </p:tgtEl>
                                        <p:attrNameLst>
                                          <p:attrName>style.visibility</p:attrName>
                                        </p:attrNameLst>
                                      </p:cBhvr>
                                      <p:to>
                                        <p:strVal val="visible"/>
                                      </p:to>
                                    </p:set>
                                    <p:animEffect transition="in" filter="wipe(left)">
                                      <p:cBhvr>
                                        <p:cTn id="7" dur="500"/>
                                        <p:tgtEl>
                                          <p:spTgt spid="49461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94620"/>
                                        </p:tgtEl>
                                        <p:attrNameLst>
                                          <p:attrName>style.visibility</p:attrName>
                                        </p:attrNameLst>
                                      </p:cBhvr>
                                      <p:to>
                                        <p:strVal val="visible"/>
                                      </p:to>
                                    </p:set>
                                    <p:animEffect transition="in" filter="wipe(left)">
                                      <p:cBhvr>
                                        <p:cTn id="11" dur="500"/>
                                        <p:tgtEl>
                                          <p:spTgt spid="49462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94621"/>
                                        </p:tgtEl>
                                        <p:attrNameLst>
                                          <p:attrName>style.visibility</p:attrName>
                                        </p:attrNameLst>
                                      </p:cBhvr>
                                      <p:to>
                                        <p:strVal val="visible"/>
                                      </p:to>
                                    </p:set>
                                    <p:animEffect transition="in" filter="wipe(left)">
                                      <p:cBhvr>
                                        <p:cTn id="15" dur="500"/>
                                        <p:tgtEl>
                                          <p:spTgt spid="494621"/>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494622"/>
                                        </p:tgtEl>
                                        <p:attrNameLst>
                                          <p:attrName>style.visibility</p:attrName>
                                        </p:attrNameLst>
                                      </p:cBhvr>
                                      <p:to>
                                        <p:strVal val="visible"/>
                                      </p:to>
                                    </p:set>
                                    <p:animEffect transition="in" filter="wipe(left)">
                                      <p:cBhvr>
                                        <p:cTn id="19" dur="500"/>
                                        <p:tgtEl>
                                          <p:spTgt spid="494622"/>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494619"/>
                                        </p:tgtEl>
                                        <p:attrNameLst>
                                          <p:attrName>style.visibility</p:attrName>
                                        </p:attrNameLst>
                                      </p:cBhvr>
                                      <p:to>
                                        <p:strVal val="visible"/>
                                      </p:to>
                                    </p:set>
                                    <p:animEffect transition="in" filter="wipe(left)">
                                      <p:cBhvr>
                                        <p:cTn id="23" dur="500"/>
                                        <p:tgtEl>
                                          <p:spTgt spid="494619"/>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494615"/>
                                        </p:tgtEl>
                                        <p:attrNameLst>
                                          <p:attrName>style.visibility</p:attrName>
                                        </p:attrNameLst>
                                      </p:cBhvr>
                                      <p:to>
                                        <p:strVal val="visible"/>
                                      </p:to>
                                    </p:set>
                                    <p:animEffect transition="in" filter="wipe(left)">
                                      <p:cBhvr>
                                        <p:cTn id="27" dur="500"/>
                                        <p:tgtEl>
                                          <p:spTgt spid="494615"/>
                                        </p:tgtEl>
                                      </p:cBhvr>
                                    </p:animEffect>
                                  </p:childTnLst>
                                </p:cTn>
                              </p:par>
                              <p:par>
                                <p:cTn id="28" presetID="22" presetClass="entr" presetSubtype="8" fill="hold" nodeType="withEffect">
                                  <p:stCondLst>
                                    <p:cond delay="0"/>
                                  </p:stCondLst>
                                  <p:childTnLst>
                                    <p:set>
                                      <p:cBhvr>
                                        <p:cTn id="29" dur="1" fill="hold">
                                          <p:stCondLst>
                                            <p:cond delay="0"/>
                                          </p:stCondLst>
                                        </p:cTn>
                                        <p:tgtEl>
                                          <p:spTgt spid="494623"/>
                                        </p:tgtEl>
                                        <p:attrNameLst>
                                          <p:attrName>style.visibility</p:attrName>
                                        </p:attrNameLst>
                                      </p:cBhvr>
                                      <p:to>
                                        <p:strVal val="visible"/>
                                      </p:to>
                                    </p:set>
                                    <p:animEffect transition="in" filter="wipe(left)">
                                      <p:cBhvr>
                                        <p:cTn id="30" dur="500"/>
                                        <p:tgtEl>
                                          <p:spTgt spid="494623"/>
                                        </p:tgtEl>
                                      </p:cBhvr>
                                    </p:animEffect>
                                  </p:childTnLst>
                                </p:cTn>
                              </p:par>
                            </p:childTnLst>
                          </p:cTn>
                        </p:par>
                        <p:par>
                          <p:cTn id="31" fill="hold">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494627"/>
                                        </p:tgtEl>
                                        <p:attrNameLst>
                                          <p:attrName>style.visibility</p:attrName>
                                        </p:attrNameLst>
                                      </p:cBhvr>
                                      <p:to>
                                        <p:strVal val="visible"/>
                                      </p:to>
                                    </p:set>
                                    <p:animEffect transition="in" filter="wipe(left)">
                                      <p:cBhvr>
                                        <p:cTn id="34" dur="500"/>
                                        <p:tgtEl>
                                          <p:spTgt spid="49462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494625"/>
                                        </p:tgtEl>
                                        <p:attrNameLst>
                                          <p:attrName>style.visibility</p:attrName>
                                        </p:attrNameLst>
                                      </p:cBhvr>
                                      <p:to>
                                        <p:strVal val="visible"/>
                                      </p:to>
                                    </p:set>
                                    <p:animEffect transition="in" filter="wipe(left)">
                                      <p:cBhvr>
                                        <p:cTn id="39" dur="500"/>
                                        <p:tgtEl>
                                          <p:spTgt spid="494625"/>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494626"/>
                                        </p:tgtEl>
                                        <p:attrNameLst>
                                          <p:attrName>style.visibility</p:attrName>
                                        </p:attrNameLst>
                                      </p:cBhvr>
                                      <p:to>
                                        <p:strVal val="visible"/>
                                      </p:to>
                                    </p:set>
                                    <p:animEffect transition="in" filter="wipe(left)">
                                      <p:cBhvr>
                                        <p:cTn id="43" dur="500"/>
                                        <p:tgtEl>
                                          <p:spTgt spid="494626"/>
                                        </p:tgtEl>
                                      </p:cBhvr>
                                    </p:animEffect>
                                  </p:childTnLst>
                                </p:cTn>
                              </p:par>
                              <p:par>
                                <p:cTn id="44" presetID="22" presetClass="entr" presetSubtype="1" fill="hold" nodeType="withEffect">
                                  <p:stCondLst>
                                    <p:cond delay="0"/>
                                  </p:stCondLst>
                                  <p:childTnLst>
                                    <p:set>
                                      <p:cBhvr>
                                        <p:cTn id="45" dur="1" fill="hold">
                                          <p:stCondLst>
                                            <p:cond delay="0"/>
                                          </p:stCondLst>
                                        </p:cTn>
                                        <p:tgtEl>
                                          <p:spTgt spid="494624"/>
                                        </p:tgtEl>
                                        <p:attrNameLst>
                                          <p:attrName>style.visibility</p:attrName>
                                        </p:attrNameLst>
                                      </p:cBhvr>
                                      <p:to>
                                        <p:strVal val="visible"/>
                                      </p:to>
                                    </p:set>
                                    <p:animEffect transition="in" filter="wipe(up)">
                                      <p:cBhvr>
                                        <p:cTn id="46" dur="500"/>
                                        <p:tgtEl>
                                          <p:spTgt spid="494624"/>
                                        </p:tgtEl>
                                      </p:cBhvr>
                                    </p:animEffect>
                                  </p:childTnLst>
                                </p:cTn>
                              </p:par>
                            </p:childTnLst>
                          </p:cTn>
                        </p:par>
                        <p:par>
                          <p:cTn id="47" fill="hold">
                            <p:stCondLst>
                              <p:cond delay="1000"/>
                            </p:stCondLst>
                            <p:childTnLst>
                              <p:par>
                                <p:cTn id="48" presetID="22" presetClass="entr" presetSubtype="8" fill="hold" nodeType="afterEffect">
                                  <p:stCondLst>
                                    <p:cond delay="0"/>
                                  </p:stCondLst>
                                  <p:childTnLst>
                                    <p:set>
                                      <p:cBhvr>
                                        <p:cTn id="49" dur="1" fill="hold">
                                          <p:stCondLst>
                                            <p:cond delay="0"/>
                                          </p:stCondLst>
                                        </p:cTn>
                                        <p:tgtEl>
                                          <p:spTgt spid="494617"/>
                                        </p:tgtEl>
                                        <p:attrNameLst>
                                          <p:attrName>style.visibility</p:attrName>
                                        </p:attrNameLst>
                                      </p:cBhvr>
                                      <p:to>
                                        <p:strVal val="visible"/>
                                      </p:to>
                                    </p:set>
                                    <p:animEffect transition="in" filter="wipe(left)">
                                      <p:cBhvr>
                                        <p:cTn id="50" dur="500"/>
                                        <p:tgtEl>
                                          <p:spTgt spid="494617"/>
                                        </p:tgtEl>
                                      </p:cBhvr>
                                    </p:animEffect>
                                  </p:childTnLst>
                                </p:cTn>
                              </p:par>
                            </p:childTnLst>
                          </p:cTn>
                        </p:par>
                        <p:par>
                          <p:cTn id="51" fill="hold">
                            <p:stCondLst>
                              <p:cond delay="1500"/>
                            </p:stCondLst>
                            <p:childTnLst>
                              <p:par>
                                <p:cTn id="52" presetID="22" presetClass="entr" presetSubtype="8" fill="hold" nodeType="afterEffect">
                                  <p:stCondLst>
                                    <p:cond delay="0"/>
                                  </p:stCondLst>
                                  <p:childTnLst>
                                    <p:set>
                                      <p:cBhvr>
                                        <p:cTn id="53" dur="1" fill="hold">
                                          <p:stCondLst>
                                            <p:cond delay="0"/>
                                          </p:stCondLst>
                                        </p:cTn>
                                        <p:tgtEl>
                                          <p:spTgt spid="494616"/>
                                        </p:tgtEl>
                                        <p:attrNameLst>
                                          <p:attrName>style.visibility</p:attrName>
                                        </p:attrNameLst>
                                      </p:cBhvr>
                                      <p:to>
                                        <p:strVal val="visible"/>
                                      </p:to>
                                    </p:set>
                                    <p:animEffect transition="in" filter="wipe(left)">
                                      <p:cBhvr>
                                        <p:cTn id="54" dur="500"/>
                                        <p:tgtEl>
                                          <p:spTgt spid="49461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494598"/>
                                        </p:tgtEl>
                                        <p:attrNameLst>
                                          <p:attrName>style.visibility</p:attrName>
                                        </p:attrNameLst>
                                      </p:cBhvr>
                                      <p:to>
                                        <p:strVal val="visible"/>
                                      </p:to>
                                    </p:set>
                                    <p:animEffect transition="in" filter="wipe(left)">
                                      <p:cBhvr>
                                        <p:cTn id="59" dur="500"/>
                                        <p:tgtEl>
                                          <p:spTgt spid="494598"/>
                                        </p:tgtEl>
                                      </p:cBhvr>
                                    </p:animEffect>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494606"/>
                                        </p:tgtEl>
                                        <p:attrNameLst>
                                          <p:attrName>style.visibility</p:attrName>
                                        </p:attrNameLst>
                                      </p:cBhvr>
                                      <p:to>
                                        <p:strVal val="visible"/>
                                      </p:to>
                                    </p:set>
                                    <p:animEffect transition="in" filter="wipe(left)">
                                      <p:cBhvr>
                                        <p:cTn id="63" dur="500"/>
                                        <p:tgtEl>
                                          <p:spTgt spid="494606"/>
                                        </p:tgtEl>
                                      </p:cBhvr>
                                    </p:animEffect>
                                  </p:childTnLst>
                                </p:cTn>
                              </p:par>
                            </p:childTnLst>
                          </p:cTn>
                        </p:par>
                        <p:par>
                          <p:cTn id="64" fill="hold">
                            <p:stCondLst>
                              <p:cond delay="1000"/>
                            </p:stCondLst>
                            <p:childTnLst>
                              <p:par>
                                <p:cTn id="65" presetID="22" presetClass="entr" presetSubtype="8" fill="hold" nodeType="afterEffect">
                                  <p:stCondLst>
                                    <p:cond delay="0"/>
                                  </p:stCondLst>
                                  <p:childTnLst>
                                    <p:set>
                                      <p:cBhvr>
                                        <p:cTn id="66" dur="1" fill="hold">
                                          <p:stCondLst>
                                            <p:cond delay="0"/>
                                          </p:stCondLst>
                                        </p:cTn>
                                        <p:tgtEl>
                                          <p:spTgt spid="494607"/>
                                        </p:tgtEl>
                                        <p:attrNameLst>
                                          <p:attrName>style.visibility</p:attrName>
                                        </p:attrNameLst>
                                      </p:cBhvr>
                                      <p:to>
                                        <p:strVal val="visible"/>
                                      </p:to>
                                    </p:set>
                                    <p:animEffect transition="in" filter="wipe(left)">
                                      <p:cBhvr>
                                        <p:cTn id="67" dur="500"/>
                                        <p:tgtEl>
                                          <p:spTgt spid="4946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619" grpId="0" animBg="1"/>
      <p:bldP spid="49462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Title 495617"/>
          <p:cNvSpPr>
            <a:spLocks noGrp="1"/>
          </p:cNvSpPr>
          <p:nvPr>
            <p:ph type="title"/>
          </p:nvPr>
        </p:nvSpPr>
        <p:spPr/>
        <p:txBody>
          <a:bodyPr lIns="63500" tIns="25400" rIns="63500" bIns="25400">
            <a:spAutoFit/>
          </a:bodyPr>
          <a:lstStyle/>
          <a:p>
            <a:r>
              <a:t>Binary Adder</a:t>
            </a:r>
          </a:p>
        </p:txBody>
      </p:sp>
      <p:sp>
        <p:nvSpPr>
          <p:cNvPr id="495620" name="Text Box 495619"/>
          <p:cNvSpPr txBox="1"/>
          <p:nvPr/>
        </p:nvSpPr>
        <p:spPr>
          <a:xfrm>
            <a:off x="6192838" y="1268413"/>
            <a:ext cx="2159000" cy="1373187"/>
          </a:xfrm>
          <a:prstGeom prst="rect">
            <a:avLst/>
          </a:prstGeom>
          <a:noFill/>
          <a:ln w="28575">
            <a:noFill/>
          </a:ln>
        </p:spPr>
        <p:txBody>
          <a:bodyPr lIns="0" tIns="0" rIns="0" bIns="0">
            <a:spAutoFit/>
          </a:bodyPr>
          <a:lstStyle/>
          <a:p>
            <a:pPr algn="r">
              <a:spcBef>
                <a:spcPct val="0"/>
              </a:spcBef>
              <a:buClr>
                <a:schemeClr val="bg1"/>
              </a:buClr>
            </a:pPr>
            <a:r>
              <a:rPr sz="2000" b="1" i="1"/>
              <a:t>c</a:t>
            </a:r>
            <a:r>
              <a:rPr sz="2000" b="1" i="1" baseline="-25000"/>
              <a:t>3</a:t>
            </a:r>
            <a:r>
              <a:rPr sz="2000" b="1" i="1"/>
              <a:t>  c</a:t>
            </a:r>
            <a:r>
              <a:rPr sz="2000" b="1" i="1" baseline="-25000"/>
              <a:t>2 </a:t>
            </a:r>
            <a:r>
              <a:rPr sz="2000" b="1" i="1"/>
              <a:t> c</a:t>
            </a:r>
            <a:r>
              <a:rPr sz="2000" b="1" i="1" baseline="-25000"/>
              <a:t>1 </a:t>
            </a:r>
            <a:r>
              <a:rPr sz="2000" b="1" i="1"/>
              <a:t>    </a:t>
            </a:r>
            <a:r>
              <a:rPr sz="2000" b="1" i="1">
                <a:solidFill>
                  <a:schemeClr val="bg1"/>
                </a:solidFill>
              </a:rPr>
              <a:t>.</a:t>
            </a:r>
            <a:endParaRPr sz="2000" b="1" i="1" baseline="-25000">
              <a:solidFill>
                <a:schemeClr val="bg1"/>
              </a:solidFill>
            </a:endParaRPr>
          </a:p>
          <a:p>
            <a:pPr algn="r">
              <a:spcBef>
                <a:spcPct val="0"/>
              </a:spcBef>
              <a:buClr>
                <a:schemeClr val="bg1"/>
              </a:buClr>
            </a:pPr>
            <a:r>
              <a:rPr sz="2000" b="1" i="1"/>
              <a:t>+  x</a:t>
            </a:r>
            <a:r>
              <a:rPr sz="2000" b="1" i="1" baseline="-25000"/>
              <a:t>3</a:t>
            </a:r>
            <a:r>
              <a:rPr sz="2000" b="1" i="1"/>
              <a:t>  x</a:t>
            </a:r>
            <a:r>
              <a:rPr sz="2000" b="1" i="1" baseline="-25000"/>
              <a:t>2</a:t>
            </a:r>
            <a:r>
              <a:rPr sz="2000" b="1" i="1"/>
              <a:t>  x</a:t>
            </a:r>
            <a:r>
              <a:rPr sz="2000" b="1" i="1" baseline="-25000"/>
              <a:t>1</a:t>
            </a:r>
            <a:r>
              <a:rPr sz="2000" b="1" i="1"/>
              <a:t>  x</a:t>
            </a:r>
            <a:r>
              <a:rPr sz="2000" b="1" i="1" baseline="-25000"/>
              <a:t>0</a:t>
            </a:r>
            <a:endParaRPr sz="2000" b="1" i="1"/>
          </a:p>
          <a:p>
            <a:pPr algn="r">
              <a:spcBef>
                <a:spcPct val="0"/>
              </a:spcBef>
              <a:buClr>
                <a:schemeClr val="bg1"/>
              </a:buClr>
            </a:pPr>
            <a:r>
              <a:rPr sz="2000" b="1" i="1"/>
              <a:t>+  y</a:t>
            </a:r>
            <a:r>
              <a:rPr sz="2000" b="1" i="1" baseline="-25000"/>
              <a:t>3</a:t>
            </a:r>
            <a:r>
              <a:rPr sz="2000" b="1" i="1"/>
              <a:t>  y</a:t>
            </a:r>
            <a:r>
              <a:rPr sz="2000" b="1" i="1" baseline="-25000"/>
              <a:t>2</a:t>
            </a:r>
            <a:r>
              <a:rPr sz="2000" b="1" i="1"/>
              <a:t>  y</a:t>
            </a:r>
            <a:r>
              <a:rPr sz="2000" b="1" i="1" baseline="-25000"/>
              <a:t>1</a:t>
            </a:r>
            <a:r>
              <a:rPr sz="2000" b="1" i="1"/>
              <a:t>  y</a:t>
            </a:r>
            <a:r>
              <a:rPr sz="2000" b="1" i="1" baseline="-25000"/>
              <a:t>0</a:t>
            </a:r>
            <a:endParaRPr sz="2000" b="1" i="1"/>
          </a:p>
          <a:p>
            <a:pPr algn="r">
              <a:spcBef>
                <a:spcPct val="0"/>
              </a:spcBef>
              <a:buClr>
                <a:schemeClr val="bg1"/>
              </a:buClr>
            </a:pPr>
            <a:r>
              <a:rPr sz="2000" b="1" i="1">
                <a:cs typeface="Times New Roman" panose="02020603050405020304" pitchFamily="18" charset="0"/>
              </a:rPr>
              <a:t>────────</a:t>
            </a:r>
            <a:endParaRPr sz="2000" b="1" i="1"/>
          </a:p>
          <a:p>
            <a:pPr algn="r">
              <a:spcBef>
                <a:spcPct val="0"/>
              </a:spcBef>
              <a:buClr>
                <a:schemeClr val="bg1"/>
              </a:buClr>
            </a:pPr>
            <a:r>
              <a:rPr sz="2000" b="1" i="1">
                <a:solidFill>
                  <a:schemeClr val="accent1"/>
                </a:solidFill>
              </a:rPr>
              <a:t>Cy</a:t>
            </a:r>
            <a:r>
              <a:rPr sz="2000" b="1" i="1"/>
              <a:t>   S</a:t>
            </a:r>
            <a:r>
              <a:rPr sz="2000" b="1" i="1" baseline="-25000"/>
              <a:t>3</a:t>
            </a:r>
            <a:r>
              <a:rPr sz="2000" b="1" i="1"/>
              <a:t>  S</a:t>
            </a:r>
            <a:r>
              <a:rPr sz="2000" b="1" i="1" baseline="-25000"/>
              <a:t>2</a:t>
            </a:r>
            <a:r>
              <a:rPr sz="2000" b="1" i="1"/>
              <a:t>  S</a:t>
            </a:r>
            <a:r>
              <a:rPr sz="2000" b="1" i="1" baseline="-25000"/>
              <a:t>1</a:t>
            </a:r>
            <a:r>
              <a:rPr sz="2000" b="1" i="1"/>
              <a:t>  S</a:t>
            </a:r>
            <a:r>
              <a:rPr sz="2000" b="1" i="1" baseline="-25000"/>
              <a:t>0</a:t>
            </a:r>
          </a:p>
        </p:txBody>
      </p:sp>
      <p:sp>
        <p:nvSpPr>
          <p:cNvPr id="495621" name="Rounded Rectangle 495620"/>
          <p:cNvSpPr/>
          <p:nvPr/>
        </p:nvSpPr>
        <p:spPr>
          <a:xfrm>
            <a:off x="6732588" y="4689475"/>
            <a:ext cx="1081087" cy="900113"/>
          </a:xfrm>
          <a:prstGeom prst="roundRect">
            <a:avLst>
              <a:gd name="adj" fmla="val 16667"/>
            </a:avLst>
          </a:prstGeom>
          <a:solidFill>
            <a:srgbClr val="FFFF00"/>
          </a:solidFill>
          <a:ln w="28575" cap="flat" cmpd="sng">
            <a:solidFill>
              <a:srgbClr val="009900"/>
            </a:solidFill>
            <a:prstDash val="solid"/>
            <a:headEnd type="none" w="med" len="med"/>
            <a:tailEnd type="none" w="med" len="med"/>
          </a:ln>
        </p:spPr>
        <p:txBody>
          <a:bodyPr lIns="0" tIns="0" rIns="0" bIns="0" anchor="ctr" anchorCtr="0"/>
          <a:lstStyle/>
          <a:p>
            <a:pPr>
              <a:buClr>
                <a:schemeClr val="bg1"/>
              </a:buClr>
            </a:pPr>
            <a:r>
              <a:rPr sz="2400" b="1">
                <a:latin typeface="Times New Roman" panose="02020603050405020304" pitchFamily="18" charset="0"/>
                <a:cs typeface="Times New Roman" panose="02020603050405020304" pitchFamily="18" charset="0"/>
              </a:rPr>
              <a:t>FA</a:t>
            </a:r>
            <a:endParaRPr sz="2400" b="1">
              <a:latin typeface="Times New Roman" panose="02020603050405020304" pitchFamily="18" charset="0"/>
              <a:ea typeface="Times New Roman" panose="02020603050405020304" pitchFamily="18" charset="0"/>
            </a:endParaRPr>
          </a:p>
        </p:txBody>
      </p:sp>
      <p:sp>
        <p:nvSpPr>
          <p:cNvPr id="495622" name="Text Box 495621"/>
          <p:cNvSpPr txBox="1"/>
          <p:nvPr/>
        </p:nvSpPr>
        <p:spPr>
          <a:xfrm>
            <a:off x="1511300" y="3370263"/>
            <a:ext cx="5761038" cy="328612"/>
          </a:xfrm>
          <a:prstGeom prst="rect">
            <a:avLst/>
          </a:prstGeom>
          <a:noFill/>
          <a:ln w="28575">
            <a:noFill/>
          </a:ln>
        </p:spPr>
        <p:txBody>
          <a:bodyPr lIns="0" tIns="0" rIns="0" bIns="0">
            <a:spAutoFit/>
          </a:bodyPr>
          <a:lstStyle/>
          <a:p>
            <a:pPr algn="l">
              <a:buClr>
                <a:schemeClr val="bg1"/>
              </a:buClr>
            </a:pPr>
            <a:r>
              <a:rPr sz="2400" b="1" i="1">
                <a:latin typeface="Times New Roman" panose="02020603050405020304" pitchFamily="18" charset="0"/>
                <a:cs typeface="Times New Roman" panose="02020603050405020304" pitchFamily="18" charset="0"/>
              </a:rPr>
              <a:t>x</a:t>
            </a:r>
            <a:r>
              <a:rPr sz="2400" b="1" i="1" baseline="-25000">
                <a:latin typeface="Times New Roman" panose="02020603050405020304" pitchFamily="18" charset="0"/>
                <a:cs typeface="Times New Roman" panose="02020603050405020304" pitchFamily="18" charset="0"/>
              </a:rPr>
              <a:t>3</a:t>
            </a:r>
            <a:r>
              <a:rPr sz="2400" b="1" i="1">
                <a:latin typeface="Times New Roman" panose="02020603050405020304" pitchFamily="18" charset="0"/>
                <a:cs typeface="Times New Roman" panose="02020603050405020304" pitchFamily="18" charset="0"/>
              </a:rPr>
              <a:t>                     x</a:t>
            </a:r>
            <a:r>
              <a:rPr sz="2400" b="1" i="1" baseline="-25000">
                <a:latin typeface="Times New Roman" panose="02020603050405020304" pitchFamily="18" charset="0"/>
                <a:cs typeface="Times New Roman" panose="02020603050405020304" pitchFamily="18" charset="0"/>
              </a:rPr>
              <a:t>2</a:t>
            </a:r>
            <a:r>
              <a:rPr sz="2400" b="1" i="1">
                <a:latin typeface="Times New Roman" panose="02020603050405020304" pitchFamily="18" charset="0"/>
                <a:cs typeface="Times New Roman" panose="02020603050405020304" pitchFamily="18" charset="0"/>
              </a:rPr>
              <a:t>                    x</a:t>
            </a:r>
            <a:r>
              <a:rPr sz="2400" b="1" i="1" baseline="-25000">
                <a:latin typeface="Times New Roman" panose="02020603050405020304" pitchFamily="18" charset="0"/>
                <a:cs typeface="Times New Roman" panose="02020603050405020304" pitchFamily="18" charset="0"/>
              </a:rPr>
              <a:t>1</a:t>
            </a:r>
            <a:r>
              <a:rPr sz="2400" b="1" i="1">
                <a:latin typeface="Times New Roman" panose="02020603050405020304" pitchFamily="18" charset="0"/>
                <a:cs typeface="Times New Roman" panose="02020603050405020304" pitchFamily="18" charset="0"/>
              </a:rPr>
              <a:t>                     x</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495623" name="Straight Connector 495622"/>
          <p:cNvSpPr/>
          <p:nvPr/>
        </p:nvSpPr>
        <p:spPr>
          <a:xfrm rot="5400000">
            <a:off x="7267575" y="4516438"/>
            <a:ext cx="371475" cy="0"/>
          </a:xfrm>
          <a:prstGeom prst="line">
            <a:avLst/>
          </a:prstGeom>
          <a:ln w="28575" cap="flat" cmpd="sng">
            <a:solidFill>
              <a:srgbClr val="CC00FF"/>
            </a:solidFill>
            <a:prstDash val="solid"/>
            <a:headEnd type="none" w="med" len="med"/>
            <a:tailEnd type="triangle" w="lg" len="lg"/>
          </a:ln>
        </p:spPr>
      </p:sp>
      <p:sp>
        <p:nvSpPr>
          <p:cNvPr id="495624" name="Straight Connector 495623"/>
          <p:cNvSpPr/>
          <p:nvPr/>
        </p:nvSpPr>
        <p:spPr>
          <a:xfrm>
            <a:off x="7272338" y="4149725"/>
            <a:ext cx="1587" cy="541338"/>
          </a:xfrm>
          <a:prstGeom prst="line">
            <a:avLst/>
          </a:prstGeom>
          <a:ln w="28575" cap="flat" cmpd="sng">
            <a:solidFill>
              <a:schemeClr val="accent2"/>
            </a:solidFill>
            <a:prstDash val="solid"/>
            <a:headEnd type="none" w="med" len="med"/>
            <a:tailEnd type="triangle" w="lg" len="lg"/>
          </a:ln>
        </p:spPr>
      </p:sp>
      <p:sp>
        <p:nvSpPr>
          <p:cNvPr id="495625" name="Straight Connector 495624"/>
          <p:cNvSpPr/>
          <p:nvPr/>
        </p:nvSpPr>
        <p:spPr>
          <a:xfrm>
            <a:off x="7092950" y="3789363"/>
            <a:ext cx="1588" cy="901700"/>
          </a:xfrm>
          <a:prstGeom prst="line">
            <a:avLst/>
          </a:prstGeom>
          <a:ln w="28575" cap="flat" cmpd="sng">
            <a:solidFill>
              <a:schemeClr val="accent2"/>
            </a:solidFill>
            <a:prstDash val="solid"/>
            <a:headEnd type="none" w="med" len="med"/>
            <a:tailEnd type="triangle" w="lg" len="lg"/>
          </a:ln>
        </p:spPr>
      </p:sp>
      <p:sp>
        <p:nvSpPr>
          <p:cNvPr id="495626" name="Straight Connector 495625"/>
          <p:cNvSpPr/>
          <p:nvPr/>
        </p:nvSpPr>
        <p:spPr>
          <a:xfrm rot="5400000">
            <a:off x="7181850" y="5859463"/>
            <a:ext cx="541338" cy="0"/>
          </a:xfrm>
          <a:prstGeom prst="line">
            <a:avLst/>
          </a:prstGeom>
          <a:ln w="28575" cap="flat" cmpd="sng">
            <a:solidFill>
              <a:schemeClr val="accent1"/>
            </a:solidFill>
            <a:prstDash val="solid"/>
            <a:headEnd type="none" w="med" len="med"/>
            <a:tailEnd type="triangle" w="lg" len="lg"/>
          </a:ln>
        </p:spPr>
      </p:sp>
      <p:sp>
        <p:nvSpPr>
          <p:cNvPr id="495627" name="Straight Connector 495626"/>
          <p:cNvSpPr/>
          <p:nvPr/>
        </p:nvSpPr>
        <p:spPr>
          <a:xfrm rot="5400000">
            <a:off x="6907213" y="5775325"/>
            <a:ext cx="371475" cy="0"/>
          </a:xfrm>
          <a:prstGeom prst="line">
            <a:avLst/>
          </a:prstGeom>
          <a:ln w="28575" cap="flat" cmpd="sng">
            <a:solidFill>
              <a:srgbClr val="CC00FF"/>
            </a:solidFill>
            <a:prstDash val="solid"/>
            <a:headEnd type="none" w="med" len="med"/>
            <a:tailEnd type="triangle" w="lg" len="lg"/>
          </a:ln>
        </p:spPr>
      </p:sp>
      <p:sp>
        <p:nvSpPr>
          <p:cNvPr id="495628" name="Straight Connector 495627"/>
          <p:cNvSpPr/>
          <p:nvPr/>
        </p:nvSpPr>
        <p:spPr>
          <a:xfrm rot="5400000">
            <a:off x="6732588" y="5589588"/>
            <a:ext cx="0" cy="720725"/>
          </a:xfrm>
          <a:prstGeom prst="line">
            <a:avLst/>
          </a:prstGeom>
          <a:ln w="28575" cap="flat" cmpd="sng">
            <a:solidFill>
              <a:srgbClr val="CC00FF"/>
            </a:solidFill>
            <a:prstDash val="solid"/>
            <a:headEnd type="none" w="med" len="med"/>
            <a:tailEnd type="none" w="lg" len="lg"/>
          </a:ln>
        </p:spPr>
      </p:sp>
      <p:sp>
        <p:nvSpPr>
          <p:cNvPr id="495629" name="Straight Connector 495628"/>
          <p:cNvSpPr/>
          <p:nvPr/>
        </p:nvSpPr>
        <p:spPr>
          <a:xfrm rot="-5400000" flipV="1">
            <a:off x="5562600" y="5138738"/>
            <a:ext cx="1619250" cy="1587"/>
          </a:xfrm>
          <a:prstGeom prst="line">
            <a:avLst/>
          </a:prstGeom>
          <a:ln w="28575" cap="flat" cmpd="sng">
            <a:solidFill>
              <a:srgbClr val="CC00FF"/>
            </a:solidFill>
            <a:prstDash val="solid"/>
            <a:headEnd type="none" w="med" len="med"/>
            <a:tailEnd type="none" w="lg" len="lg"/>
          </a:ln>
        </p:spPr>
      </p:sp>
      <p:sp>
        <p:nvSpPr>
          <p:cNvPr id="495630" name="Straight Connector 495629"/>
          <p:cNvSpPr/>
          <p:nvPr/>
        </p:nvSpPr>
        <p:spPr>
          <a:xfrm rot="5400000">
            <a:off x="6013450" y="3970338"/>
            <a:ext cx="0" cy="720725"/>
          </a:xfrm>
          <a:prstGeom prst="line">
            <a:avLst/>
          </a:prstGeom>
          <a:ln w="28575" cap="flat" cmpd="sng">
            <a:solidFill>
              <a:srgbClr val="CC00FF"/>
            </a:solidFill>
            <a:prstDash val="solid"/>
            <a:headEnd type="none" w="med" len="med"/>
            <a:tailEnd type="none" w="lg" len="lg"/>
          </a:ln>
        </p:spPr>
      </p:sp>
      <p:sp>
        <p:nvSpPr>
          <p:cNvPr id="495631" name="Rounded Rectangle 495630"/>
          <p:cNvSpPr/>
          <p:nvPr/>
        </p:nvSpPr>
        <p:spPr>
          <a:xfrm>
            <a:off x="4932363" y="4689475"/>
            <a:ext cx="1081087" cy="900113"/>
          </a:xfrm>
          <a:prstGeom prst="roundRect">
            <a:avLst>
              <a:gd name="adj" fmla="val 16667"/>
            </a:avLst>
          </a:prstGeom>
          <a:solidFill>
            <a:srgbClr val="FFFF00"/>
          </a:solidFill>
          <a:ln w="28575" cap="flat" cmpd="sng">
            <a:solidFill>
              <a:srgbClr val="009900"/>
            </a:solidFill>
            <a:prstDash val="solid"/>
            <a:headEnd type="none" w="med" len="med"/>
            <a:tailEnd type="none" w="med" len="med"/>
          </a:ln>
        </p:spPr>
        <p:txBody>
          <a:bodyPr lIns="0" tIns="0" rIns="0" bIns="0" anchor="ctr" anchorCtr="0"/>
          <a:lstStyle/>
          <a:p>
            <a:pPr>
              <a:buClr>
                <a:schemeClr val="bg1"/>
              </a:buClr>
            </a:pPr>
            <a:r>
              <a:rPr sz="2400" b="1">
                <a:latin typeface="Times New Roman" panose="02020603050405020304" pitchFamily="18" charset="0"/>
                <a:cs typeface="Times New Roman" panose="02020603050405020304" pitchFamily="18" charset="0"/>
              </a:rPr>
              <a:t>FA</a:t>
            </a:r>
            <a:endParaRPr sz="2400" b="1">
              <a:latin typeface="Times New Roman" panose="02020603050405020304" pitchFamily="18" charset="0"/>
              <a:ea typeface="Times New Roman" panose="02020603050405020304" pitchFamily="18" charset="0"/>
            </a:endParaRPr>
          </a:p>
        </p:txBody>
      </p:sp>
      <p:sp>
        <p:nvSpPr>
          <p:cNvPr id="495632" name="Straight Connector 495631"/>
          <p:cNvSpPr/>
          <p:nvPr/>
        </p:nvSpPr>
        <p:spPr>
          <a:xfrm rot="5400000">
            <a:off x="5467350" y="4516438"/>
            <a:ext cx="371475" cy="0"/>
          </a:xfrm>
          <a:prstGeom prst="line">
            <a:avLst/>
          </a:prstGeom>
          <a:ln w="28575" cap="flat" cmpd="sng">
            <a:solidFill>
              <a:srgbClr val="CC00FF"/>
            </a:solidFill>
            <a:prstDash val="solid"/>
            <a:headEnd type="none" w="med" len="med"/>
            <a:tailEnd type="triangle" w="lg" len="lg"/>
          </a:ln>
        </p:spPr>
      </p:sp>
      <p:sp>
        <p:nvSpPr>
          <p:cNvPr id="495633" name="Straight Connector 495632"/>
          <p:cNvSpPr/>
          <p:nvPr/>
        </p:nvSpPr>
        <p:spPr>
          <a:xfrm>
            <a:off x="5472113" y="4149725"/>
            <a:ext cx="1587" cy="541338"/>
          </a:xfrm>
          <a:prstGeom prst="line">
            <a:avLst/>
          </a:prstGeom>
          <a:ln w="28575" cap="flat" cmpd="sng">
            <a:solidFill>
              <a:schemeClr val="accent2"/>
            </a:solidFill>
            <a:prstDash val="solid"/>
            <a:headEnd type="none" w="med" len="med"/>
            <a:tailEnd type="triangle" w="lg" len="lg"/>
          </a:ln>
        </p:spPr>
      </p:sp>
      <p:sp>
        <p:nvSpPr>
          <p:cNvPr id="495634" name="Straight Connector 495633"/>
          <p:cNvSpPr/>
          <p:nvPr/>
        </p:nvSpPr>
        <p:spPr>
          <a:xfrm>
            <a:off x="5292725" y="3789363"/>
            <a:ext cx="1588" cy="901700"/>
          </a:xfrm>
          <a:prstGeom prst="line">
            <a:avLst/>
          </a:prstGeom>
          <a:ln w="28575" cap="flat" cmpd="sng">
            <a:solidFill>
              <a:schemeClr val="accent2"/>
            </a:solidFill>
            <a:prstDash val="solid"/>
            <a:headEnd type="none" w="med" len="med"/>
            <a:tailEnd type="triangle" w="lg" len="lg"/>
          </a:ln>
        </p:spPr>
      </p:sp>
      <p:sp>
        <p:nvSpPr>
          <p:cNvPr id="495635" name="Straight Connector 495634"/>
          <p:cNvSpPr/>
          <p:nvPr/>
        </p:nvSpPr>
        <p:spPr>
          <a:xfrm rot="5400000">
            <a:off x="5381625" y="5859463"/>
            <a:ext cx="541338" cy="0"/>
          </a:xfrm>
          <a:prstGeom prst="line">
            <a:avLst/>
          </a:prstGeom>
          <a:ln w="28575" cap="flat" cmpd="sng">
            <a:solidFill>
              <a:schemeClr val="accent1"/>
            </a:solidFill>
            <a:prstDash val="solid"/>
            <a:headEnd type="none" w="med" len="med"/>
            <a:tailEnd type="triangle" w="lg" len="lg"/>
          </a:ln>
        </p:spPr>
      </p:sp>
      <p:sp>
        <p:nvSpPr>
          <p:cNvPr id="495636" name="Straight Connector 495635"/>
          <p:cNvSpPr/>
          <p:nvPr/>
        </p:nvSpPr>
        <p:spPr>
          <a:xfrm rot="5400000">
            <a:off x="5106988" y="5775325"/>
            <a:ext cx="371475" cy="0"/>
          </a:xfrm>
          <a:prstGeom prst="line">
            <a:avLst/>
          </a:prstGeom>
          <a:ln w="28575" cap="flat" cmpd="sng">
            <a:solidFill>
              <a:srgbClr val="CC00FF"/>
            </a:solidFill>
            <a:prstDash val="solid"/>
            <a:headEnd type="none" w="med" len="med"/>
            <a:tailEnd type="triangle" w="lg" len="lg"/>
          </a:ln>
        </p:spPr>
      </p:sp>
      <p:sp>
        <p:nvSpPr>
          <p:cNvPr id="495637" name="Straight Connector 495636"/>
          <p:cNvSpPr/>
          <p:nvPr/>
        </p:nvSpPr>
        <p:spPr>
          <a:xfrm rot="5400000">
            <a:off x="4932363" y="5589588"/>
            <a:ext cx="0" cy="720725"/>
          </a:xfrm>
          <a:prstGeom prst="line">
            <a:avLst/>
          </a:prstGeom>
          <a:ln w="28575" cap="flat" cmpd="sng">
            <a:solidFill>
              <a:srgbClr val="CC00FF"/>
            </a:solidFill>
            <a:prstDash val="solid"/>
            <a:headEnd type="none" w="med" len="med"/>
            <a:tailEnd type="none" w="lg" len="lg"/>
          </a:ln>
        </p:spPr>
      </p:sp>
      <p:sp>
        <p:nvSpPr>
          <p:cNvPr id="495638" name="Straight Connector 495637"/>
          <p:cNvSpPr/>
          <p:nvPr/>
        </p:nvSpPr>
        <p:spPr>
          <a:xfrm rot="-5400000" flipV="1">
            <a:off x="3762375" y="5138738"/>
            <a:ext cx="1619250" cy="1587"/>
          </a:xfrm>
          <a:prstGeom prst="line">
            <a:avLst/>
          </a:prstGeom>
          <a:ln w="28575" cap="flat" cmpd="sng">
            <a:solidFill>
              <a:srgbClr val="CC00FF"/>
            </a:solidFill>
            <a:prstDash val="solid"/>
            <a:headEnd type="none" w="med" len="med"/>
            <a:tailEnd type="none" w="lg" len="lg"/>
          </a:ln>
        </p:spPr>
      </p:sp>
      <p:sp>
        <p:nvSpPr>
          <p:cNvPr id="495639" name="Straight Connector 495638"/>
          <p:cNvSpPr/>
          <p:nvPr/>
        </p:nvSpPr>
        <p:spPr>
          <a:xfrm rot="5400000">
            <a:off x="4213225" y="3970338"/>
            <a:ext cx="0" cy="720725"/>
          </a:xfrm>
          <a:prstGeom prst="line">
            <a:avLst/>
          </a:prstGeom>
          <a:ln w="28575" cap="flat" cmpd="sng">
            <a:solidFill>
              <a:srgbClr val="CC00FF"/>
            </a:solidFill>
            <a:prstDash val="solid"/>
            <a:headEnd type="none" w="med" len="med"/>
            <a:tailEnd type="none" w="lg" len="lg"/>
          </a:ln>
        </p:spPr>
      </p:sp>
      <p:sp>
        <p:nvSpPr>
          <p:cNvPr id="495640" name="Rounded Rectangle 495639"/>
          <p:cNvSpPr/>
          <p:nvPr/>
        </p:nvSpPr>
        <p:spPr>
          <a:xfrm>
            <a:off x="3132138" y="4689475"/>
            <a:ext cx="1081087" cy="900113"/>
          </a:xfrm>
          <a:prstGeom prst="roundRect">
            <a:avLst>
              <a:gd name="adj" fmla="val 16667"/>
            </a:avLst>
          </a:prstGeom>
          <a:solidFill>
            <a:srgbClr val="FFFF00"/>
          </a:solidFill>
          <a:ln w="28575" cap="flat" cmpd="sng">
            <a:solidFill>
              <a:srgbClr val="009900"/>
            </a:solidFill>
            <a:prstDash val="solid"/>
            <a:headEnd type="none" w="med" len="med"/>
            <a:tailEnd type="none" w="med" len="med"/>
          </a:ln>
        </p:spPr>
        <p:txBody>
          <a:bodyPr lIns="0" tIns="0" rIns="0" bIns="0" anchor="ctr" anchorCtr="0"/>
          <a:lstStyle/>
          <a:p>
            <a:pPr>
              <a:buClr>
                <a:schemeClr val="bg1"/>
              </a:buClr>
            </a:pPr>
            <a:r>
              <a:rPr sz="2400" b="1">
                <a:latin typeface="Times New Roman" panose="02020603050405020304" pitchFamily="18" charset="0"/>
                <a:cs typeface="Times New Roman" panose="02020603050405020304" pitchFamily="18" charset="0"/>
              </a:rPr>
              <a:t>FA</a:t>
            </a:r>
            <a:endParaRPr sz="2400" b="1">
              <a:latin typeface="Times New Roman" panose="02020603050405020304" pitchFamily="18" charset="0"/>
              <a:ea typeface="Times New Roman" panose="02020603050405020304" pitchFamily="18" charset="0"/>
            </a:endParaRPr>
          </a:p>
        </p:txBody>
      </p:sp>
      <p:sp>
        <p:nvSpPr>
          <p:cNvPr id="495641" name="Straight Connector 495640"/>
          <p:cNvSpPr/>
          <p:nvPr/>
        </p:nvSpPr>
        <p:spPr>
          <a:xfrm rot="5400000">
            <a:off x="3667125" y="4516438"/>
            <a:ext cx="371475" cy="0"/>
          </a:xfrm>
          <a:prstGeom prst="line">
            <a:avLst/>
          </a:prstGeom>
          <a:ln w="28575" cap="flat" cmpd="sng">
            <a:solidFill>
              <a:srgbClr val="CC00FF"/>
            </a:solidFill>
            <a:prstDash val="solid"/>
            <a:headEnd type="none" w="med" len="med"/>
            <a:tailEnd type="triangle" w="lg" len="lg"/>
          </a:ln>
        </p:spPr>
      </p:sp>
      <p:sp>
        <p:nvSpPr>
          <p:cNvPr id="495642" name="Straight Connector 495641"/>
          <p:cNvSpPr/>
          <p:nvPr/>
        </p:nvSpPr>
        <p:spPr>
          <a:xfrm>
            <a:off x="3671888" y="4149725"/>
            <a:ext cx="1587" cy="541338"/>
          </a:xfrm>
          <a:prstGeom prst="line">
            <a:avLst/>
          </a:prstGeom>
          <a:ln w="28575" cap="flat" cmpd="sng">
            <a:solidFill>
              <a:schemeClr val="accent2"/>
            </a:solidFill>
            <a:prstDash val="solid"/>
            <a:headEnd type="none" w="med" len="med"/>
            <a:tailEnd type="triangle" w="lg" len="lg"/>
          </a:ln>
        </p:spPr>
      </p:sp>
      <p:sp>
        <p:nvSpPr>
          <p:cNvPr id="495643" name="Straight Connector 495642"/>
          <p:cNvSpPr/>
          <p:nvPr/>
        </p:nvSpPr>
        <p:spPr>
          <a:xfrm>
            <a:off x="3492500" y="3789363"/>
            <a:ext cx="1588" cy="901700"/>
          </a:xfrm>
          <a:prstGeom prst="line">
            <a:avLst/>
          </a:prstGeom>
          <a:ln w="28575" cap="flat" cmpd="sng">
            <a:solidFill>
              <a:schemeClr val="accent2"/>
            </a:solidFill>
            <a:prstDash val="solid"/>
            <a:headEnd type="none" w="med" len="med"/>
            <a:tailEnd type="triangle" w="lg" len="lg"/>
          </a:ln>
        </p:spPr>
      </p:sp>
      <p:sp>
        <p:nvSpPr>
          <p:cNvPr id="495644" name="Straight Connector 495643"/>
          <p:cNvSpPr/>
          <p:nvPr/>
        </p:nvSpPr>
        <p:spPr>
          <a:xfrm rot="5400000">
            <a:off x="3581400" y="5859463"/>
            <a:ext cx="541338" cy="0"/>
          </a:xfrm>
          <a:prstGeom prst="line">
            <a:avLst/>
          </a:prstGeom>
          <a:ln w="28575" cap="flat" cmpd="sng">
            <a:solidFill>
              <a:schemeClr val="accent1"/>
            </a:solidFill>
            <a:prstDash val="solid"/>
            <a:headEnd type="none" w="med" len="med"/>
            <a:tailEnd type="triangle" w="lg" len="lg"/>
          </a:ln>
        </p:spPr>
      </p:sp>
      <p:sp>
        <p:nvSpPr>
          <p:cNvPr id="495645" name="Straight Connector 495644"/>
          <p:cNvSpPr/>
          <p:nvPr/>
        </p:nvSpPr>
        <p:spPr>
          <a:xfrm rot="5400000">
            <a:off x="3306763" y="5775325"/>
            <a:ext cx="371475" cy="0"/>
          </a:xfrm>
          <a:prstGeom prst="line">
            <a:avLst/>
          </a:prstGeom>
          <a:ln w="28575" cap="flat" cmpd="sng">
            <a:solidFill>
              <a:srgbClr val="CC00FF"/>
            </a:solidFill>
            <a:prstDash val="solid"/>
            <a:headEnd type="none" w="med" len="med"/>
            <a:tailEnd type="triangle" w="lg" len="lg"/>
          </a:ln>
        </p:spPr>
      </p:sp>
      <p:sp>
        <p:nvSpPr>
          <p:cNvPr id="495646" name="Straight Connector 495645"/>
          <p:cNvSpPr/>
          <p:nvPr/>
        </p:nvSpPr>
        <p:spPr>
          <a:xfrm rot="5400000">
            <a:off x="3132138" y="5589588"/>
            <a:ext cx="0" cy="720725"/>
          </a:xfrm>
          <a:prstGeom prst="line">
            <a:avLst/>
          </a:prstGeom>
          <a:ln w="28575" cap="flat" cmpd="sng">
            <a:solidFill>
              <a:srgbClr val="CC00FF"/>
            </a:solidFill>
            <a:prstDash val="solid"/>
            <a:headEnd type="none" w="med" len="med"/>
            <a:tailEnd type="none" w="lg" len="lg"/>
          </a:ln>
        </p:spPr>
      </p:sp>
      <p:sp>
        <p:nvSpPr>
          <p:cNvPr id="495647" name="Straight Connector 495646"/>
          <p:cNvSpPr/>
          <p:nvPr/>
        </p:nvSpPr>
        <p:spPr>
          <a:xfrm rot="-5400000" flipV="1">
            <a:off x="1962150" y="5138738"/>
            <a:ext cx="1619250" cy="1587"/>
          </a:xfrm>
          <a:prstGeom prst="line">
            <a:avLst/>
          </a:prstGeom>
          <a:ln w="28575" cap="flat" cmpd="sng">
            <a:solidFill>
              <a:srgbClr val="CC00FF"/>
            </a:solidFill>
            <a:prstDash val="solid"/>
            <a:headEnd type="none" w="med" len="med"/>
            <a:tailEnd type="none" w="lg" len="lg"/>
          </a:ln>
        </p:spPr>
      </p:sp>
      <p:sp>
        <p:nvSpPr>
          <p:cNvPr id="495648" name="Straight Connector 495647"/>
          <p:cNvSpPr/>
          <p:nvPr/>
        </p:nvSpPr>
        <p:spPr>
          <a:xfrm rot="5400000">
            <a:off x="2413000" y="3970338"/>
            <a:ext cx="0" cy="720725"/>
          </a:xfrm>
          <a:prstGeom prst="line">
            <a:avLst/>
          </a:prstGeom>
          <a:ln w="28575" cap="flat" cmpd="sng">
            <a:solidFill>
              <a:srgbClr val="CC00FF"/>
            </a:solidFill>
            <a:prstDash val="solid"/>
            <a:headEnd type="none" w="med" len="med"/>
            <a:tailEnd type="none" w="lg" len="lg"/>
          </a:ln>
        </p:spPr>
      </p:sp>
      <p:sp>
        <p:nvSpPr>
          <p:cNvPr id="495649" name="Rounded Rectangle 495648"/>
          <p:cNvSpPr/>
          <p:nvPr/>
        </p:nvSpPr>
        <p:spPr>
          <a:xfrm>
            <a:off x="1331913" y="4689475"/>
            <a:ext cx="1081087" cy="900113"/>
          </a:xfrm>
          <a:prstGeom prst="roundRect">
            <a:avLst>
              <a:gd name="adj" fmla="val 16667"/>
            </a:avLst>
          </a:prstGeom>
          <a:solidFill>
            <a:srgbClr val="FFFF00"/>
          </a:solidFill>
          <a:ln w="28575" cap="flat" cmpd="sng">
            <a:solidFill>
              <a:srgbClr val="009900"/>
            </a:solidFill>
            <a:prstDash val="solid"/>
            <a:headEnd type="none" w="med" len="med"/>
            <a:tailEnd type="none" w="med" len="med"/>
          </a:ln>
        </p:spPr>
        <p:txBody>
          <a:bodyPr lIns="0" tIns="0" rIns="0" bIns="0" anchor="ctr" anchorCtr="0"/>
          <a:lstStyle/>
          <a:p>
            <a:pPr>
              <a:buClr>
                <a:schemeClr val="bg1"/>
              </a:buClr>
            </a:pPr>
            <a:r>
              <a:rPr sz="2400" b="1">
                <a:latin typeface="Times New Roman" panose="02020603050405020304" pitchFamily="18" charset="0"/>
                <a:cs typeface="Times New Roman" panose="02020603050405020304" pitchFamily="18" charset="0"/>
              </a:rPr>
              <a:t>FA</a:t>
            </a:r>
            <a:endParaRPr sz="2400" b="1">
              <a:latin typeface="Times New Roman" panose="02020603050405020304" pitchFamily="18" charset="0"/>
              <a:ea typeface="Times New Roman" panose="02020603050405020304" pitchFamily="18" charset="0"/>
            </a:endParaRPr>
          </a:p>
        </p:txBody>
      </p:sp>
      <p:sp>
        <p:nvSpPr>
          <p:cNvPr id="495650" name="Straight Connector 495649"/>
          <p:cNvSpPr/>
          <p:nvPr/>
        </p:nvSpPr>
        <p:spPr>
          <a:xfrm rot="5400000">
            <a:off x="1866900" y="4516438"/>
            <a:ext cx="371475" cy="0"/>
          </a:xfrm>
          <a:prstGeom prst="line">
            <a:avLst/>
          </a:prstGeom>
          <a:ln w="28575" cap="flat" cmpd="sng">
            <a:solidFill>
              <a:srgbClr val="CC00FF"/>
            </a:solidFill>
            <a:prstDash val="solid"/>
            <a:headEnd type="none" w="med" len="med"/>
            <a:tailEnd type="triangle" w="lg" len="lg"/>
          </a:ln>
        </p:spPr>
      </p:sp>
      <p:sp>
        <p:nvSpPr>
          <p:cNvPr id="495651" name="Straight Connector 495650"/>
          <p:cNvSpPr/>
          <p:nvPr/>
        </p:nvSpPr>
        <p:spPr>
          <a:xfrm>
            <a:off x="1871663" y="4149725"/>
            <a:ext cx="1587" cy="541338"/>
          </a:xfrm>
          <a:prstGeom prst="line">
            <a:avLst/>
          </a:prstGeom>
          <a:ln w="28575" cap="flat" cmpd="sng">
            <a:solidFill>
              <a:schemeClr val="accent2"/>
            </a:solidFill>
            <a:prstDash val="solid"/>
            <a:headEnd type="none" w="med" len="med"/>
            <a:tailEnd type="triangle" w="lg" len="lg"/>
          </a:ln>
        </p:spPr>
      </p:sp>
      <p:sp>
        <p:nvSpPr>
          <p:cNvPr id="495652" name="Straight Connector 495651"/>
          <p:cNvSpPr/>
          <p:nvPr/>
        </p:nvSpPr>
        <p:spPr>
          <a:xfrm>
            <a:off x="1692275" y="3789363"/>
            <a:ext cx="1588" cy="901700"/>
          </a:xfrm>
          <a:prstGeom prst="line">
            <a:avLst/>
          </a:prstGeom>
          <a:ln w="28575" cap="flat" cmpd="sng">
            <a:solidFill>
              <a:schemeClr val="accent2"/>
            </a:solidFill>
            <a:prstDash val="solid"/>
            <a:headEnd type="none" w="med" len="med"/>
            <a:tailEnd type="triangle" w="lg" len="lg"/>
          </a:ln>
        </p:spPr>
      </p:sp>
      <p:sp>
        <p:nvSpPr>
          <p:cNvPr id="495653" name="Straight Connector 495652"/>
          <p:cNvSpPr/>
          <p:nvPr/>
        </p:nvSpPr>
        <p:spPr>
          <a:xfrm rot="5400000">
            <a:off x="1781175" y="5859463"/>
            <a:ext cx="541338" cy="0"/>
          </a:xfrm>
          <a:prstGeom prst="line">
            <a:avLst/>
          </a:prstGeom>
          <a:ln w="28575" cap="flat" cmpd="sng">
            <a:solidFill>
              <a:schemeClr val="accent1"/>
            </a:solidFill>
            <a:prstDash val="solid"/>
            <a:headEnd type="none" w="med" len="med"/>
            <a:tailEnd type="triangle" w="lg" len="lg"/>
          </a:ln>
        </p:spPr>
      </p:sp>
      <p:sp>
        <p:nvSpPr>
          <p:cNvPr id="495654" name="Straight Connector 495653"/>
          <p:cNvSpPr/>
          <p:nvPr/>
        </p:nvSpPr>
        <p:spPr>
          <a:xfrm rot="5400000">
            <a:off x="1506538" y="5775325"/>
            <a:ext cx="371475" cy="0"/>
          </a:xfrm>
          <a:prstGeom prst="line">
            <a:avLst/>
          </a:prstGeom>
          <a:ln w="28575" cap="flat" cmpd="sng">
            <a:solidFill>
              <a:srgbClr val="CC00FF"/>
            </a:solidFill>
            <a:prstDash val="solid"/>
            <a:headEnd type="none" w="med" len="med"/>
            <a:tailEnd type="triangle" w="lg" len="lg"/>
          </a:ln>
        </p:spPr>
      </p:sp>
      <p:sp>
        <p:nvSpPr>
          <p:cNvPr id="495655" name="Straight Connector 495654"/>
          <p:cNvSpPr/>
          <p:nvPr/>
        </p:nvSpPr>
        <p:spPr>
          <a:xfrm rot="5400000">
            <a:off x="1331913" y="5589588"/>
            <a:ext cx="0" cy="720725"/>
          </a:xfrm>
          <a:prstGeom prst="line">
            <a:avLst/>
          </a:prstGeom>
          <a:ln w="28575" cap="flat" cmpd="sng">
            <a:solidFill>
              <a:srgbClr val="CC00FF"/>
            </a:solidFill>
            <a:prstDash val="solid"/>
            <a:headEnd type="none" w="med" len="med"/>
            <a:tailEnd type="triangle" w="lg" len="lg"/>
          </a:ln>
        </p:spPr>
      </p:sp>
      <p:sp>
        <p:nvSpPr>
          <p:cNvPr id="495658" name="Text Box 495657"/>
          <p:cNvSpPr txBox="1"/>
          <p:nvPr/>
        </p:nvSpPr>
        <p:spPr>
          <a:xfrm>
            <a:off x="1793875" y="3738563"/>
            <a:ext cx="5761038" cy="328612"/>
          </a:xfrm>
          <a:prstGeom prst="rect">
            <a:avLst/>
          </a:prstGeom>
          <a:noFill/>
          <a:ln w="28575">
            <a:noFill/>
          </a:ln>
        </p:spPr>
        <p:txBody>
          <a:bodyPr lIns="0" tIns="0" rIns="0" bIns="0">
            <a:spAutoFit/>
          </a:bodyPr>
          <a:lstStyle/>
          <a:p>
            <a:pPr algn="l">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3</a:t>
            </a:r>
            <a:r>
              <a:rPr sz="2400" b="1" i="1">
                <a:latin typeface="Times New Roman" panose="02020603050405020304" pitchFamily="18" charset="0"/>
                <a:cs typeface="Times New Roman" panose="02020603050405020304" pitchFamily="18" charset="0"/>
              </a:rPr>
              <a:t>                     y</a:t>
            </a:r>
            <a:r>
              <a:rPr sz="2400" b="1" i="1" baseline="-25000">
                <a:latin typeface="Times New Roman" panose="02020603050405020304" pitchFamily="18" charset="0"/>
                <a:cs typeface="Times New Roman" panose="02020603050405020304" pitchFamily="18" charset="0"/>
              </a:rPr>
              <a:t>2</a:t>
            </a:r>
            <a:r>
              <a:rPr sz="2400" b="1" i="1">
                <a:latin typeface="Times New Roman" panose="02020603050405020304" pitchFamily="18" charset="0"/>
                <a:cs typeface="Times New Roman" panose="02020603050405020304" pitchFamily="18" charset="0"/>
              </a:rPr>
              <a:t>                    y</a:t>
            </a:r>
            <a:r>
              <a:rPr sz="2400" b="1" i="1" baseline="-25000">
                <a:latin typeface="Times New Roman" panose="02020603050405020304" pitchFamily="18" charset="0"/>
                <a:cs typeface="Times New Roman" panose="02020603050405020304" pitchFamily="18" charset="0"/>
              </a:rPr>
              <a:t>1</a:t>
            </a:r>
            <a:r>
              <a:rPr sz="2400" b="1" i="1">
                <a:latin typeface="Times New Roman" panose="02020603050405020304" pitchFamily="18" charset="0"/>
                <a:cs typeface="Times New Roman" panose="02020603050405020304" pitchFamily="18" charset="0"/>
              </a:rPr>
              <a:t>                     y</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495659" name="Text Box 495658"/>
          <p:cNvSpPr txBox="1"/>
          <p:nvPr/>
        </p:nvSpPr>
        <p:spPr>
          <a:xfrm>
            <a:off x="1871663" y="6183313"/>
            <a:ext cx="5940425" cy="328612"/>
          </a:xfrm>
          <a:prstGeom prst="rect">
            <a:avLst/>
          </a:prstGeom>
          <a:noFill/>
          <a:ln w="28575">
            <a:noFill/>
          </a:ln>
        </p:spPr>
        <p:txBody>
          <a:bodyPr lIns="0" tIns="0" rIns="0" bIns="0">
            <a:spAutoFit/>
          </a:bodyPr>
          <a:lstStyle/>
          <a:p>
            <a:pPr algn="l">
              <a:buClr>
                <a:schemeClr val="bg1"/>
              </a:buClr>
            </a:pPr>
            <a:r>
              <a:rPr sz="2400" b="1" i="1">
                <a:latin typeface="Times New Roman" panose="02020603050405020304" pitchFamily="18" charset="0"/>
                <a:cs typeface="Times New Roman" panose="02020603050405020304" pitchFamily="18" charset="0"/>
              </a:rPr>
              <a:t>S</a:t>
            </a:r>
            <a:r>
              <a:rPr sz="2400" b="1" i="1" baseline="-25000">
                <a:latin typeface="Times New Roman" panose="02020603050405020304" pitchFamily="18" charset="0"/>
                <a:cs typeface="Times New Roman" panose="02020603050405020304" pitchFamily="18" charset="0"/>
              </a:rPr>
              <a:t>3</a:t>
            </a:r>
            <a:r>
              <a:rPr sz="2400" b="1" i="1">
                <a:latin typeface="Times New Roman" panose="02020603050405020304" pitchFamily="18" charset="0"/>
                <a:cs typeface="Times New Roman" panose="02020603050405020304" pitchFamily="18" charset="0"/>
              </a:rPr>
              <a:t>                     S</a:t>
            </a:r>
            <a:r>
              <a:rPr sz="2400" b="1" i="1" baseline="-25000">
                <a:latin typeface="Times New Roman" panose="02020603050405020304" pitchFamily="18" charset="0"/>
                <a:cs typeface="Times New Roman" panose="02020603050405020304" pitchFamily="18" charset="0"/>
              </a:rPr>
              <a:t>2</a:t>
            </a:r>
            <a:r>
              <a:rPr sz="2400" b="1" i="1">
                <a:latin typeface="Times New Roman" panose="02020603050405020304" pitchFamily="18" charset="0"/>
                <a:cs typeface="Times New Roman" panose="02020603050405020304" pitchFamily="18" charset="0"/>
              </a:rPr>
              <a:t>                    S</a:t>
            </a:r>
            <a:r>
              <a:rPr sz="2400" b="1" i="1" baseline="-25000">
                <a:latin typeface="Times New Roman" panose="02020603050405020304" pitchFamily="18" charset="0"/>
                <a:cs typeface="Times New Roman" panose="02020603050405020304" pitchFamily="18" charset="0"/>
              </a:rPr>
              <a:t>1</a:t>
            </a:r>
            <a:r>
              <a:rPr sz="2400" b="1" i="1">
                <a:latin typeface="Times New Roman" panose="02020603050405020304" pitchFamily="18" charset="0"/>
                <a:cs typeface="Times New Roman" panose="02020603050405020304" pitchFamily="18" charset="0"/>
              </a:rPr>
              <a:t>                     S</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495660" name="Text Box 495659"/>
          <p:cNvSpPr txBox="1"/>
          <p:nvPr/>
        </p:nvSpPr>
        <p:spPr>
          <a:xfrm>
            <a:off x="1177925" y="5975350"/>
            <a:ext cx="5940425" cy="328613"/>
          </a:xfrm>
          <a:prstGeom prst="rect">
            <a:avLst/>
          </a:prstGeom>
          <a:noFill/>
          <a:ln w="28575">
            <a:noFill/>
          </a:ln>
        </p:spPr>
        <p:txBody>
          <a:bodyPr lIns="0" tIns="0" rIns="0" bIns="0">
            <a:spAutoFit/>
          </a:bodyPr>
          <a:lstStyle/>
          <a:p>
            <a:pPr algn="l">
              <a:buClr>
                <a:schemeClr val="bg1"/>
              </a:buClr>
            </a:pPr>
            <a:r>
              <a:rPr sz="2400" b="1" i="1">
                <a:latin typeface="Times New Roman" panose="02020603050405020304" pitchFamily="18" charset="0"/>
                <a:cs typeface="Times New Roman" panose="02020603050405020304" pitchFamily="18" charset="0"/>
              </a:rPr>
              <a:t>C</a:t>
            </a:r>
            <a:r>
              <a:rPr sz="2400" b="1" i="1" baseline="-25000">
                <a:latin typeface="Times New Roman" panose="02020603050405020304" pitchFamily="18" charset="0"/>
                <a:cs typeface="Times New Roman" panose="02020603050405020304" pitchFamily="18" charset="0"/>
              </a:rPr>
              <a:t>4</a:t>
            </a:r>
            <a:r>
              <a:rPr sz="2400" b="1" i="1">
                <a:latin typeface="Times New Roman" panose="02020603050405020304" pitchFamily="18" charset="0"/>
                <a:cs typeface="Times New Roman" panose="02020603050405020304" pitchFamily="18" charset="0"/>
              </a:rPr>
              <a:t>                   C</a:t>
            </a:r>
            <a:r>
              <a:rPr sz="2400" b="1" i="1" baseline="-25000">
                <a:latin typeface="Times New Roman" panose="02020603050405020304" pitchFamily="18" charset="0"/>
                <a:cs typeface="Times New Roman" panose="02020603050405020304" pitchFamily="18" charset="0"/>
              </a:rPr>
              <a:t>3</a:t>
            </a:r>
            <a:r>
              <a:rPr sz="2400" b="1" i="1">
                <a:latin typeface="Times New Roman" panose="02020603050405020304" pitchFamily="18" charset="0"/>
                <a:cs typeface="Times New Roman" panose="02020603050405020304" pitchFamily="18" charset="0"/>
              </a:rPr>
              <a:t>                    C</a:t>
            </a:r>
            <a:r>
              <a:rPr sz="2400" b="1" i="1" baseline="-25000">
                <a:latin typeface="Times New Roman" panose="02020603050405020304" pitchFamily="18" charset="0"/>
                <a:cs typeface="Times New Roman" panose="02020603050405020304" pitchFamily="18" charset="0"/>
              </a:rPr>
              <a:t>2</a:t>
            </a:r>
            <a:r>
              <a:rPr sz="2400" b="1" i="1">
                <a:latin typeface="Times New Roman" panose="02020603050405020304" pitchFamily="18" charset="0"/>
                <a:cs typeface="Times New Roman" panose="02020603050405020304" pitchFamily="18" charset="0"/>
              </a:rPr>
              <a:t>                   C</a:t>
            </a:r>
            <a:r>
              <a:rPr sz="2400" b="1" i="1" baseline="-25000">
                <a:latin typeface="Times New Roman" panose="02020603050405020304" pitchFamily="18" charset="0"/>
                <a:cs typeface="Times New Roman" panose="02020603050405020304" pitchFamily="18" charset="0"/>
              </a:rPr>
              <a:t>1</a:t>
            </a:r>
            <a:endParaRPr sz="2400" b="1" i="1" baseline="-25000">
              <a:latin typeface="Times New Roman" panose="02020603050405020304" pitchFamily="18" charset="0"/>
              <a:ea typeface="Times New Roman" panose="02020603050405020304" pitchFamily="18" charset="0"/>
            </a:endParaRPr>
          </a:p>
        </p:txBody>
      </p:sp>
      <p:sp>
        <p:nvSpPr>
          <p:cNvPr id="495661" name="Straight Connector 495660"/>
          <p:cNvSpPr/>
          <p:nvPr/>
        </p:nvSpPr>
        <p:spPr>
          <a:xfrm rot="5400000">
            <a:off x="7721600" y="4057650"/>
            <a:ext cx="0" cy="541338"/>
          </a:xfrm>
          <a:prstGeom prst="line">
            <a:avLst/>
          </a:prstGeom>
          <a:ln w="28575" cap="flat" cmpd="sng">
            <a:solidFill>
              <a:srgbClr val="CC00FF"/>
            </a:solidFill>
            <a:prstDash val="solid"/>
            <a:headEnd type="none" w="med" len="med"/>
            <a:tailEnd type="none" w="lg" len="lg"/>
          </a:ln>
        </p:spPr>
      </p:sp>
      <p:sp>
        <p:nvSpPr>
          <p:cNvPr id="495662" name="Text Box 495661"/>
          <p:cNvSpPr txBox="1"/>
          <p:nvPr/>
        </p:nvSpPr>
        <p:spPr>
          <a:xfrm>
            <a:off x="7993063" y="4149725"/>
            <a:ext cx="358775" cy="328613"/>
          </a:xfrm>
          <a:prstGeom prst="rect">
            <a:avLst/>
          </a:prstGeom>
          <a:noFill/>
          <a:ln w="28575">
            <a:noFill/>
          </a:ln>
        </p:spPr>
        <p:txBody>
          <a:bodyPr lIns="0" tIns="0" rIns="0" bIns="0">
            <a:spAutoFit/>
          </a:bodyPr>
          <a:lstStyle/>
          <a:p>
            <a:pPr>
              <a:buClr>
                <a:schemeClr val="bg1"/>
              </a:buClr>
            </a:pPr>
            <a:r>
              <a:rPr sz="2400" b="1">
                <a:latin typeface="Times New Roman" panose="02020603050405020304" pitchFamily="18" charset="0"/>
                <a:cs typeface="Times New Roman" panose="02020603050405020304" pitchFamily="18" charset="0"/>
              </a:rPr>
              <a:t>0</a:t>
            </a:r>
            <a:endParaRPr sz="2400" b="1">
              <a:latin typeface="Times New Roman" panose="02020603050405020304" pitchFamily="18" charset="0"/>
              <a:ea typeface="Times New Roman" panose="02020603050405020304" pitchFamily="18" charset="0"/>
            </a:endParaRPr>
          </a:p>
        </p:txBody>
      </p:sp>
      <p:grpSp>
        <p:nvGrpSpPr>
          <p:cNvPr id="495682" name="Group 495681"/>
          <p:cNvGrpSpPr/>
          <p:nvPr/>
        </p:nvGrpSpPr>
        <p:grpSpPr>
          <a:xfrm>
            <a:off x="792163" y="1131888"/>
            <a:ext cx="3771900" cy="2005012"/>
            <a:chOff x="1006" y="713"/>
            <a:chExt cx="2376" cy="1263"/>
          </a:xfrm>
        </p:grpSpPr>
        <p:sp>
          <p:nvSpPr>
            <p:cNvPr id="495663" name="Rounded Rectangle 495662"/>
            <p:cNvSpPr/>
            <p:nvPr/>
          </p:nvSpPr>
          <p:spPr>
            <a:xfrm>
              <a:off x="1406" y="1139"/>
              <a:ext cx="1474" cy="454"/>
            </a:xfrm>
            <a:prstGeom prst="roundRect">
              <a:avLst>
                <a:gd name="adj" fmla="val 16667"/>
              </a:avLst>
            </a:prstGeom>
            <a:solidFill>
              <a:srgbClr val="FFFF00"/>
            </a:solidFill>
            <a:ln w="28575" cap="flat" cmpd="sng">
              <a:solidFill>
                <a:srgbClr val="009900"/>
              </a:solidFill>
              <a:prstDash val="solid"/>
              <a:headEnd type="none" w="med" len="med"/>
              <a:tailEnd type="none" w="med" len="med"/>
            </a:ln>
          </p:spPr>
          <p:txBody>
            <a:bodyPr lIns="0" tIns="0" rIns="0" bIns="0" anchor="ctr" anchorCtr="0"/>
            <a:lstStyle/>
            <a:p>
              <a:pPr>
                <a:buClr>
                  <a:schemeClr val="bg1"/>
                </a:buClr>
              </a:pPr>
              <a:r>
                <a:rPr sz="2400" b="1">
                  <a:latin typeface="Times New Roman" panose="02020603050405020304" pitchFamily="18" charset="0"/>
                  <a:cs typeface="Times New Roman" panose="02020603050405020304" pitchFamily="18" charset="0"/>
                </a:rPr>
                <a:t>Binary Adder</a:t>
              </a:r>
              <a:endParaRPr sz="2400" b="1">
                <a:latin typeface="Times New Roman" panose="02020603050405020304" pitchFamily="18" charset="0"/>
                <a:ea typeface="Times New Roman" panose="02020603050405020304" pitchFamily="18" charset="0"/>
              </a:endParaRPr>
            </a:p>
          </p:txBody>
        </p:sp>
        <p:sp>
          <p:nvSpPr>
            <p:cNvPr id="495664" name="Straight Connector 495663"/>
            <p:cNvSpPr/>
            <p:nvPr/>
          </p:nvSpPr>
          <p:spPr>
            <a:xfrm>
              <a:off x="1633" y="913"/>
              <a:ext cx="1" cy="227"/>
            </a:xfrm>
            <a:prstGeom prst="line">
              <a:avLst/>
            </a:prstGeom>
            <a:ln w="28575" cap="flat" cmpd="sng">
              <a:solidFill>
                <a:schemeClr val="accent2"/>
              </a:solidFill>
              <a:prstDash val="solid"/>
              <a:headEnd type="none" w="med" len="med"/>
              <a:tailEnd type="triangle" w="lg" len="lg"/>
            </a:ln>
          </p:spPr>
        </p:sp>
        <p:sp>
          <p:nvSpPr>
            <p:cNvPr id="495665" name="Straight Connector 495664"/>
            <p:cNvSpPr/>
            <p:nvPr/>
          </p:nvSpPr>
          <p:spPr>
            <a:xfrm>
              <a:off x="1746" y="913"/>
              <a:ext cx="1" cy="227"/>
            </a:xfrm>
            <a:prstGeom prst="line">
              <a:avLst/>
            </a:prstGeom>
            <a:ln w="28575" cap="flat" cmpd="sng">
              <a:solidFill>
                <a:schemeClr val="accent2"/>
              </a:solidFill>
              <a:prstDash val="solid"/>
              <a:headEnd type="none" w="med" len="med"/>
              <a:tailEnd type="triangle" w="lg" len="lg"/>
            </a:ln>
          </p:spPr>
        </p:sp>
        <p:sp>
          <p:nvSpPr>
            <p:cNvPr id="495666" name="Straight Connector 495665"/>
            <p:cNvSpPr/>
            <p:nvPr/>
          </p:nvSpPr>
          <p:spPr>
            <a:xfrm>
              <a:off x="1859" y="913"/>
              <a:ext cx="1" cy="227"/>
            </a:xfrm>
            <a:prstGeom prst="line">
              <a:avLst/>
            </a:prstGeom>
            <a:ln w="28575" cap="flat" cmpd="sng">
              <a:solidFill>
                <a:schemeClr val="accent2"/>
              </a:solidFill>
              <a:prstDash val="solid"/>
              <a:headEnd type="none" w="med" len="med"/>
              <a:tailEnd type="triangle" w="lg" len="lg"/>
            </a:ln>
          </p:spPr>
        </p:sp>
        <p:sp>
          <p:nvSpPr>
            <p:cNvPr id="495667" name="Straight Connector 495666"/>
            <p:cNvSpPr/>
            <p:nvPr/>
          </p:nvSpPr>
          <p:spPr>
            <a:xfrm>
              <a:off x="1972" y="913"/>
              <a:ext cx="1" cy="227"/>
            </a:xfrm>
            <a:prstGeom prst="line">
              <a:avLst/>
            </a:prstGeom>
            <a:ln w="28575" cap="flat" cmpd="sng">
              <a:solidFill>
                <a:schemeClr val="accent2"/>
              </a:solidFill>
              <a:prstDash val="solid"/>
              <a:headEnd type="none" w="med" len="med"/>
              <a:tailEnd type="triangle" w="lg" len="lg"/>
            </a:ln>
          </p:spPr>
        </p:sp>
        <p:sp>
          <p:nvSpPr>
            <p:cNvPr id="495668" name="Straight Connector 495667"/>
            <p:cNvSpPr/>
            <p:nvPr/>
          </p:nvSpPr>
          <p:spPr>
            <a:xfrm>
              <a:off x="2653" y="913"/>
              <a:ext cx="1" cy="227"/>
            </a:xfrm>
            <a:prstGeom prst="line">
              <a:avLst/>
            </a:prstGeom>
            <a:ln w="28575" cap="flat" cmpd="sng">
              <a:solidFill>
                <a:schemeClr val="accent2"/>
              </a:solidFill>
              <a:prstDash val="solid"/>
              <a:headEnd type="none" w="med" len="med"/>
              <a:tailEnd type="triangle" w="lg" len="lg"/>
            </a:ln>
          </p:spPr>
        </p:sp>
        <p:sp>
          <p:nvSpPr>
            <p:cNvPr id="495669" name="Straight Connector 495668"/>
            <p:cNvSpPr/>
            <p:nvPr/>
          </p:nvSpPr>
          <p:spPr>
            <a:xfrm>
              <a:off x="2311" y="913"/>
              <a:ext cx="1" cy="227"/>
            </a:xfrm>
            <a:prstGeom prst="line">
              <a:avLst/>
            </a:prstGeom>
            <a:ln w="28575" cap="flat" cmpd="sng">
              <a:solidFill>
                <a:schemeClr val="accent2"/>
              </a:solidFill>
              <a:prstDash val="solid"/>
              <a:headEnd type="none" w="med" len="med"/>
              <a:tailEnd type="triangle" w="lg" len="lg"/>
            </a:ln>
          </p:spPr>
        </p:sp>
        <p:sp>
          <p:nvSpPr>
            <p:cNvPr id="495670" name="Straight Connector 495669"/>
            <p:cNvSpPr/>
            <p:nvPr/>
          </p:nvSpPr>
          <p:spPr>
            <a:xfrm>
              <a:off x="2424" y="913"/>
              <a:ext cx="1" cy="227"/>
            </a:xfrm>
            <a:prstGeom prst="line">
              <a:avLst/>
            </a:prstGeom>
            <a:ln w="28575" cap="flat" cmpd="sng">
              <a:solidFill>
                <a:schemeClr val="accent2"/>
              </a:solidFill>
              <a:prstDash val="solid"/>
              <a:headEnd type="none" w="med" len="med"/>
              <a:tailEnd type="triangle" w="lg" len="lg"/>
            </a:ln>
          </p:spPr>
        </p:sp>
        <p:sp>
          <p:nvSpPr>
            <p:cNvPr id="495671" name="Straight Connector 495670"/>
            <p:cNvSpPr/>
            <p:nvPr/>
          </p:nvSpPr>
          <p:spPr>
            <a:xfrm>
              <a:off x="2537" y="913"/>
              <a:ext cx="1" cy="227"/>
            </a:xfrm>
            <a:prstGeom prst="line">
              <a:avLst/>
            </a:prstGeom>
            <a:ln w="28575" cap="flat" cmpd="sng">
              <a:solidFill>
                <a:schemeClr val="accent2"/>
              </a:solidFill>
              <a:prstDash val="solid"/>
              <a:headEnd type="none" w="med" len="med"/>
              <a:tailEnd type="triangle" w="lg" len="lg"/>
            </a:ln>
          </p:spPr>
        </p:sp>
        <p:sp>
          <p:nvSpPr>
            <p:cNvPr id="495672" name="Straight Connector 495671"/>
            <p:cNvSpPr/>
            <p:nvPr/>
          </p:nvSpPr>
          <p:spPr>
            <a:xfrm>
              <a:off x="1974" y="1593"/>
              <a:ext cx="1" cy="227"/>
            </a:xfrm>
            <a:prstGeom prst="line">
              <a:avLst/>
            </a:prstGeom>
            <a:ln w="28575" cap="flat" cmpd="sng">
              <a:solidFill>
                <a:schemeClr val="accent1"/>
              </a:solidFill>
              <a:prstDash val="solid"/>
              <a:headEnd type="none" w="med" len="med"/>
              <a:tailEnd type="triangle" w="lg" len="lg"/>
            </a:ln>
          </p:spPr>
        </p:sp>
        <p:sp>
          <p:nvSpPr>
            <p:cNvPr id="495673" name="Straight Connector 495672"/>
            <p:cNvSpPr/>
            <p:nvPr/>
          </p:nvSpPr>
          <p:spPr>
            <a:xfrm>
              <a:off x="2087" y="1593"/>
              <a:ext cx="1" cy="227"/>
            </a:xfrm>
            <a:prstGeom prst="line">
              <a:avLst/>
            </a:prstGeom>
            <a:ln w="28575" cap="flat" cmpd="sng">
              <a:solidFill>
                <a:schemeClr val="accent1"/>
              </a:solidFill>
              <a:prstDash val="solid"/>
              <a:headEnd type="none" w="med" len="med"/>
              <a:tailEnd type="triangle" w="lg" len="lg"/>
            </a:ln>
          </p:spPr>
        </p:sp>
        <p:sp>
          <p:nvSpPr>
            <p:cNvPr id="495674" name="Straight Connector 495673"/>
            <p:cNvSpPr/>
            <p:nvPr/>
          </p:nvSpPr>
          <p:spPr>
            <a:xfrm>
              <a:off x="2200" y="1593"/>
              <a:ext cx="1" cy="227"/>
            </a:xfrm>
            <a:prstGeom prst="line">
              <a:avLst/>
            </a:prstGeom>
            <a:ln w="28575" cap="flat" cmpd="sng">
              <a:solidFill>
                <a:schemeClr val="accent1"/>
              </a:solidFill>
              <a:prstDash val="solid"/>
              <a:headEnd type="none" w="med" len="med"/>
              <a:tailEnd type="triangle" w="lg" len="lg"/>
            </a:ln>
          </p:spPr>
        </p:sp>
        <p:sp>
          <p:nvSpPr>
            <p:cNvPr id="495675" name="Straight Connector 495674"/>
            <p:cNvSpPr/>
            <p:nvPr/>
          </p:nvSpPr>
          <p:spPr>
            <a:xfrm>
              <a:off x="2313" y="1593"/>
              <a:ext cx="1" cy="227"/>
            </a:xfrm>
            <a:prstGeom prst="line">
              <a:avLst/>
            </a:prstGeom>
            <a:ln w="28575" cap="flat" cmpd="sng">
              <a:solidFill>
                <a:schemeClr val="accent1"/>
              </a:solidFill>
              <a:prstDash val="solid"/>
              <a:headEnd type="none" w="med" len="med"/>
              <a:tailEnd type="triangle" w="lg" len="lg"/>
            </a:ln>
          </p:spPr>
        </p:sp>
        <p:sp>
          <p:nvSpPr>
            <p:cNvPr id="495676" name="Straight Connector 495675"/>
            <p:cNvSpPr/>
            <p:nvPr/>
          </p:nvSpPr>
          <p:spPr>
            <a:xfrm flipH="1">
              <a:off x="2881" y="1366"/>
              <a:ext cx="226" cy="0"/>
            </a:xfrm>
            <a:prstGeom prst="line">
              <a:avLst/>
            </a:prstGeom>
            <a:ln w="28575" cap="flat" cmpd="sng">
              <a:solidFill>
                <a:srgbClr val="CC00FF"/>
              </a:solidFill>
              <a:prstDash val="solid"/>
              <a:headEnd type="none" w="med" len="med"/>
              <a:tailEnd type="triangle" w="lg" len="lg"/>
            </a:ln>
          </p:spPr>
        </p:sp>
        <p:sp>
          <p:nvSpPr>
            <p:cNvPr id="495677" name="Straight Connector 495676"/>
            <p:cNvSpPr/>
            <p:nvPr/>
          </p:nvSpPr>
          <p:spPr>
            <a:xfrm flipH="1">
              <a:off x="1179" y="1366"/>
              <a:ext cx="226" cy="0"/>
            </a:xfrm>
            <a:prstGeom prst="line">
              <a:avLst/>
            </a:prstGeom>
            <a:ln w="28575" cap="flat" cmpd="sng">
              <a:solidFill>
                <a:srgbClr val="CC00FF"/>
              </a:solidFill>
              <a:prstDash val="solid"/>
              <a:headEnd type="none" w="med" len="med"/>
              <a:tailEnd type="triangle" w="lg" len="lg"/>
            </a:ln>
          </p:spPr>
        </p:sp>
        <p:sp>
          <p:nvSpPr>
            <p:cNvPr id="495678" name="Text Box 495677"/>
            <p:cNvSpPr txBox="1"/>
            <p:nvPr/>
          </p:nvSpPr>
          <p:spPr>
            <a:xfrm>
              <a:off x="1519" y="713"/>
              <a:ext cx="1361" cy="156"/>
            </a:xfrm>
            <a:prstGeom prst="rect">
              <a:avLst/>
            </a:prstGeom>
            <a:noFill/>
            <a:ln w="28575">
              <a:noFill/>
            </a:ln>
          </p:spPr>
          <p:txBody>
            <a:bodyPr lIns="0" tIns="0" rIns="0" bIns="0">
              <a:spAutoFit/>
            </a:bodyPr>
            <a:lstStyle/>
            <a:p>
              <a:pPr algn="l">
                <a:buClr>
                  <a:schemeClr val="bg1"/>
                </a:buClr>
              </a:pPr>
              <a:r>
                <a:t>x</a:t>
              </a:r>
              <a:r>
                <a:rPr baseline="-25000"/>
                <a:t>3</a:t>
              </a:r>
              <a:r>
                <a:t>x</a:t>
              </a:r>
              <a:r>
                <a:rPr baseline="-25000"/>
                <a:t>2</a:t>
              </a:r>
              <a:r>
                <a:t>x</a:t>
              </a:r>
              <a:r>
                <a:rPr baseline="-25000"/>
                <a:t>1</a:t>
              </a:r>
              <a:r>
                <a:t>x</a:t>
              </a:r>
              <a:r>
                <a:rPr baseline="-25000"/>
                <a:t>0        </a:t>
              </a:r>
              <a:r>
                <a:t>y</a:t>
              </a:r>
              <a:r>
                <a:rPr baseline="-25000"/>
                <a:t>3</a:t>
              </a:r>
              <a:r>
                <a:t>y</a:t>
              </a:r>
              <a:r>
                <a:rPr baseline="-25000"/>
                <a:t>2</a:t>
              </a:r>
              <a:r>
                <a:t>y</a:t>
              </a:r>
              <a:r>
                <a:rPr baseline="-25000"/>
                <a:t>1</a:t>
              </a:r>
              <a:r>
                <a:t>y</a:t>
              </a:r>
              <a:r>
                <a:rPr baseline="-25000"/>
                <a:t>0</a:t>
              </a:r>
            </a:p>
          </p:txBody>
        </p:sp>
        <p:sp>
          <p:nvSpPr>
            <p:cNvPr id="495679" name="Text Box 495678"/>
            <p:cNvSpPr txBox="1"/>
            <p:nvPr/>
          </p:nvSpPr>
          <p:spPr>
            <a:xfrm>
              <a:off x="1859" y="1820"/>
              <a:ext cx="681" cy="156"/>
            </a:xfrm>
            <a:prstGeom prst="rect">
              <a:avLst/>
            </a:prstGeom>
            <a:noFill/>
            <a:ln w="28575">
              <a:noFill/>
            </a:ln>
          </p:spPr>
          <p:txBody>
            <a:bodyPr lIns="0" tIns="0" rIns="0" bIns="0">
              <a:spAutoFit/>
            </a:bodyPr>
            <a:lstStyle/>
            <a:p>
              <a:pPr algn="l">
                <a:buClr>
                  <a:schemeClr val="bg1"/>
                </a:buClr>
              </a:pPr>
              <a:r>
                <a:t>S</a:t>
              </a:r>
              <a:r>
                <a:rPr baseline="-25000"/>
                <a:t>3</a:t>
              </a:r>
              <a:r>
                <a:t>S</a:t>
              </a:r>
              <a:r>
                <a:rPr baseline="-25000"/>
                <a:t>2</a:t>
              </a:r>
              <a:r>
                <a:t>S</a:t>
              </a:r>
              <a:r>
                <a:rPr baseline="-25000"/>
                <a:t>1</a:t>
              </a:r>
              <a:r>
                <a:t>S</a:t>
              </a:r>
              <a:r>
                <a:rPr baseline="-25000"/>
                <a:t>0</a:t>
              </a:r>
            </a:p>
          </p:txBody>
        </p:sp>
        <p:sp>
          <p:nvSpPr>
            <p:cNvPr id="495680" name="Text Box 495679"/>
            <p:cNvSpPr txBox="1"/>
            <p:nvPr/>
          </p:nvSpPr>
          <p:spPr>
            <a:xfrm>
              <a:off x="3155" y="1283"/>
              <a:ext cx="227" cy="156"/>
            </a:xfrm>
            <a:prstGeom prst="rect">
              <a:avLst/>
            </a:prstGeom>
            <a:noFill/>
            <a:ln w="28575">
              <a:noFill/>
            </a:ln>
          </p:spPr>
          <p:txBody>
            <a:bodyPr lIns="0" tIns="0" rIns="0" bIns="0">
              <a:spAutoFit/>
            </a:bodyPr>
            <a:lstStyle/>
            <a:p>
              <a:pPr algn="l">
                <a:buClr>
                  <a:schemeClr val="bg1"/>
                </a:buClr>
              </a:pPr>
              <a:r>
                <a:t>C</a:t>
              </a:r>
              <a:r>
                <a:rPr baseline="-25000"/>
                <a:t>0</a:t>
              </a:r>
            </a:p>
          </p:txBody>
        </p:sp>
        <p:sp>
          <p:nvSpPr>
            <p:cNvPr id="495681" name="Text Box 495680"/>
            <p:cNvSpPr txBox="1"/>
            <p:nvPr/>
          </p:nvSpPr>
          <p:spPr>
            <a:xfrm>
              <a:off x="1006" y="1292"/>
              <a:ext cx="227" cy="156"/>
            </a:xfrm>
            <a:prstGeom prst="rect">
              <a:avLst/>
            </a:prstGeom>
            <a:noFill/>
            <a:ln w="28575">
              <a:noFill/>
            </a:ln>
          </p:spPr>
          <p:txBody>
            <a:bodyPr lIns="0" tIns="0" rIns="0" bIns="0">
              <a:spAutoFit/>
            </a:bodyPr>
            <a:lstStyle/>
            <a:p>
              <a:pPr algn="l">
                <a:buClr>
                  <a:schemeClr val="bg1"/>
                </a:buClr>
              </a:pPr>
              <a:r>
                <a:t>C</a:t>
              </a:r>
              <a:r>
                <a:rPr baseline="-25000"/>
                <a:t>y</a:t>
              </a:r>
            </a:p>
          </p:txBody>
        </p:sp>
      </p:grpSp>
      <p:sp>
        <p:nvSpPr>
          <p:cNvPr id="495684" name="Rounded Rectangular Callout 495683"/>
          <p:cNvSpPr/>
          <p:nvPr/>
        </p:nvSpPr>
        <p:spPr>
          <a:xfrm>
            <a:off x="4751388" y="1808163"/>
            <a:ext cx="1260475" cy="900112"/>
          </a:xfrm>
          <a:prstGeom prst="wedgeRoundRectCallout">
            <a:avLst>
              <a:gd name="adj1" fmla="val -73426"/>
              <a:gd name="adj2" fmla="val 216843"/>
              <a:gd name="adj3" fmla="val 16667"/>
            </a:avLst>
          </a:prstGeom>
          <a:noFill/>
          <a:ln w="28575" cap="flat" cmpd="sng">
            <a:solidFill>
              <a:schemeClr val="accent1"/>
            </a:solidFill>
            <a:prstDash val="solid"/>
            <a:miter/>
            <a:headEnd type="none" w="med" len="med"/>
            <a:tailEnd type="none" w="med" len="med"/>
          </a:ln>
        </p:spPr>
        <p:txBody>
          <a:bodyPr lIns="0" tIns="0" rIns="0" bIns="0"/>
          <a:lstStyle/>
          <a:p>
            <a:pPr>
              <a:buClr>
                <a:schemeClr val="bg1"/>
              </a:buClr>
            </a:pPr>
            <a:r>
              <a:rPr b="1">
                <a:latin typeface="Times New Roman" panose="02020603050405020304" pitchFamily="18" charset="0"/>
                <a:cs typeface="Times New Roman" panose="02020603050405020304" pitchFamily="18" charset="0"/>
              </a:rPr>
              <a:t>Carry Propagate Addition</a:t>
            </a:r>
            <a:endParaRPr b="1">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14</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5622"/>
                                        </p:tgtEl>
                                        <p:attrNameLst>
                                          <p:attrName>style.visibility</p:attrName>
                                        </p:attrNameLst>
                                      </p:cBhvr>
                                      <p:to>
                                        <p:strVal val="visible"/>
                                      </p:to>
                                    </p:set>
                                    <p:animEffect transition="in" filter="wipe(left)">
                                      <p:cBhvr>
                                        <p:cTn id="7" dur="500"/>
                                        <p:tgtEl>
                                          <p:spTgt spid="49562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95658"/>
                                        </p:tgtEl>
                                        <p:attrNameLst>
                                          <p:attrName>style.visibility</p:attrName>
                                        </p:attrNameLst>
                                      </p:cBhvr>
                                      <p:to>
                                        <p:strVal val="visible"/>
                                      </p:to>
                                    </p:set>
                                    <p:animEffect transition="in" filter="wipe(left)">
                                      <p:cBhvr>
                                        <p:cTn id="11" dur="500"/>
                                        <p:tgtEl>
                                          <p:spTgt spid="49565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495625"/>
                                        </p:tgtEl>
                                        <p:attrNameLst>
                                          <p:attrName>style.visibility</p:attrName>
                                        </p:attrNameLst>
                                      </p:cBhvr>
                                      <p:to>
                                        <p:strVal val="visible"/>
                                      </p:to>
                                    </p:set>
                                    <p:animEffect transition="in" filter="wipe(up)">
                                      <p:cBhvr>
                                        <p:cTn id="16" dur="500"/>
                                        <p:tgtEl>
                                          <p:spTgt spid="495625"/>
                                        </p:tgtEl>
                                      </p:cBhvr>
                                    </p:animEffect>
                                  </p:childTnLst>
                                </p:cTn>
                              </p:par>
                              <p:par>
                                <p:cTn id="17" presetID="22" presetClass="entr" presetSubtype="1" fill="hold" nodeType="withEffect">
                                  <p:stCondLst>
                                    <p:cond delay="0"/>
                                  </p:stCondLst>
                                  <p:childTnLst>
                                    <p:set>
                                      <p:cBhvr>
                                        <p:cTn id="18" dur="1" fill="hold">
                                          <p:stCondLst>
                                            <p:cond delay="0"/>
                                          </p:stCondLst>
                                        </p:cTn>
                                        <p:tgtEl>
                                          <p:spTgt spid="495624"/>
                                        </p:tgtEl>
                                        <p:attrNameLst>
                                          <p:attrName>style.visibility</p:attrName>
                                        </p:attrNameLst>
                                      </p:cBhvr>
                                      <p:to>
                                        <p:strVal val="visible"/>
                                      </p:to>
                                    </p:set>
                                    <p:animEffect transition="in" filter="wipe(up)">
                                      <p:cBhvr>
                                        <p:cTn id="19" dur="500"/>
                                        <p:tgtEl>
                                          <p:spTgt spid="495624"/>
                                        </p:tgtEl>
                                      </p:cBhvr>
                                    </p:animEffect>
                                  </p:childTnLst>
                                </p:cTn>
                              </p:par>
                              <p:par>
                                <p:cTn id="20" presetID="22" presetClass="entr" presetSubtype="1" fill="hold" nodeType="withEffect">
                                  <p:stCondLst>
                                    <p:cond delay="0"/>
                                  </p:stCondLst>
                                  <p:childTnLst>
                                    <p:set>
                                      <p:cBhvr>
                                        <p:cTn id="21" dur="1" fill="hold">
                                          <p:stCondLst>
                                            <p:cond delay="0"/>
                                          </p:stCondLst>
                                        </p:cTn>
                                        <p:tgtEl>
                                          <p:spTgt spid="495623"/>
                                        </p:tgtEl>
                                        <p:attrNameLst>
                                          <p:attrName>style.visibility</p:attrName>
                                        </p:attrNameLst>
                                      </p:cBhvr>
                                      <p:to>
                                        <p:strVal val="visible"/>
                                      </p:to>
                                    </p:set>
                                    <p:animEffect transition="in" filter="wipe(up)">
                                      <p:cBhvr>
                                        <p:cTn id="22" dur="500"/>
                                        <p:tgtEl>
                                          <p:spTgt spid="495623"/>
                                        </p:tgtEl>
                                      </p:cBhvr>
                                    </p:animEffect>
                                  </p:childTnLst>
                                </p:cTn>
                              </p:par>
                            </p:childTnLst>
                          </p:cTn>
                        </p:par>
                        <p:par>
                          <p:cTn id="23" fill="hold">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495621"/>
                                        </p:tgtEl>
                                        <p:attrNameLst>
                                          <p:attrName>style.visibility</p:attrName>
                                        </p:attrNameLst>
                                      </p:cBhvr>
                                      <p:to>
                                        <p:strVal val="visible"/>
                                      </p:to>
                                    </p:set>
                                    <p:animEffect transition="in" filter="wipe(up)">
                                      <p:cBhvr>
                                        <p:cTn id="26" dur="500"/>
                                        <p:tgtEl>
                                          <p:spTgt spid="49562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grpId="0" nodeType="clickEffect">
                                  <p:stCondLst>
                                    <p:cond delay="0"/>
                                  </p:stCondLst>
                                  <p:childTnLst>
                                    <p:set>
                                      <p:cBhvr>
                                        <p:cTn id="30" dur="1" fill="hold">
                                          <p:stCondLst>
                                            <p:cond delay="0"/>
                                          </p:stCondLst>
                                        </p:cTn>
                                        <p:tgtEl>
                                          <p:spTgt spid="495662"/>
                                        </p:tgtEl>
                                        <p:attrNameLst>
                                          <p:attrName>style.visibility</p:attrName>
                                        </p:attrNameLst>
                                      </p:cBhvr>
                                      <p:to>
                                        <p:strVal val="visible"/>
                                      </p:to>
                                    </p:set>
                                    <p:animEffect transition="in" filter="wipe(right)">
                                      <p:cBhvr>
                                        <p:cTn id="31" dur="500"/>
                                        <p:tgtEl>
                                          <p:spTgt spid="495662"/>
                                        </p:tgtEl>
                                      </p:cBhvr>
                                    </p:animEffect>
                                  </p:childTnLst>
                                </p:cTn>
                              </p:par>
                            </p:childTnLst>
                          </p:cTn>
                        </p:par>
                        <p:par>
                          <p:cTn id="32" fill="hold">
                            <p:stCondLst>
                              <p:cond delay="500"/>
                            </p:stCondLst>
                            <p:childTnLst>
                              <p:par>
                                <p:cTn id="33" presetID="22" presetClass="entr" presetSubtype="2" fill="hold" nodeType="afterEffect">
                                  <p:stCondLst>
                                    <p:cond delay="0"/>
                                  </p:stCondLst>
                                  <p:childTnLst>
                                    <p:set>
                                      <p:cBhvr>
                                        <p:cTn id="34" dur="1" fill="hold">
                                          <p:stCondLst>
                                            <p:cond delay="0"/>
                                          </p:stCondLst>
                                        </p:cTn>
                                        <p:tgtEl>
                                          <p:spTgt spid="495661"/>
                                        </p:tgtEl>
                                        <p:attrNameLst>
                                          <p:attrName>style.visibility</p:attrName>
                                        </p:attrNameLst>
                                      </p:cBhvr>
                                      <p:to>
                                        <p:strVal val="visible"/>
                                      </p:to>
                                    </p:set>
                                    <p:animEffect transition="in" filter="wipe(right)">
                                      <p:cBhvr>
                                        <p:cTn id="35" dur="500"/>
                                        <p:tgtEl>
                                          <p:spTgt spid="495661"/>
                                        </p:tgtEl>
                                      </p:cBhvr>
                                    </p:animEffect>
                                  </p:childTnLst>
                                </p:cTn>
                              </p:par>
                            </p:childTnLst>
                          </p:cTn>
                        </p:par>
                        <p:par>
                          <p:cTn id="36" fill="hold">
                            <p:stCondLst>
                              <p:cond delay="1000"/>
                            </p:stCondLst>
                            <p:childTnLst>
                              <p:par>
                                <p:cTn id="37" presetID="22" presetClass="entr" presetSubtype="1" fill="hold" nodeType="afterEffect">
                                  <p:stCondLst>
                                    <p:cond delay="0"/>
                                  </p:stCondLst>
                                  <p:childTnLst>
                                    <p:set>
                                      <p:cBhvr>
                                        <p:cTn id="38" dur="1" fill="hold">
                                          <p:stCondLst>
                                            <p:cond delay="0"/>
                                          </p:stCondLst>
                                        </p:cTn>
                                        <p:tgtEl>
                                          <p:spTgt spid="495626"/>
                                        </p:tgtEl>
                                        <p:attrNameLst>
                                          <p:attrName>style.visibility</p:attrName>
                                        </p:attrNameLst>
                                      </p:cBhvr>
                                      <p:to>
                                        <p:strVal val="visible"/>
                                      </p:to>
                                    </p:set>
                                    <p:animEffect transition="in" filter="wipe(up)">
                                      <p:cBhvr>
                                        <p:cTn id="39" dur="500"/>
                                        <p:tgtEl>
                                          <p:spTgt spid="495626"/>
                                        </p:tgtEl>
                                      </p:cBhvr>
                                    </p:animEffect>
                                  </p:childTnLst>
                                </p:cTn>
                              </p:par>
                              <p:par>
                                <p:cTn id="40" presetID="22" presetClass="entr" presetSubtype="1" fill="hold" nodeType="withEffect">
                                  <p:stCondLst>
                                    <p:cond delay="0"/>
                                  </p:stCondLst>
                                  <p:childTnLst>
                                    <p:set>
                                      <p:cBhvr>
                                        <p:cTn id="41" dur="1" fill="hold">
                                          <p:stCondLst>
                                            <p:cond delay="0"/>
                                          </p:stCondLst>
                                        </p:cTn>
                                        <p:tgtEl>
                                          <p:spTgt spid="495627"/>
                                        </p:tgtEl>
                                        <p:attrNameLst>
                                          <p:attrName>style.visibility</p:attrName>
                                        </p:attrNameLst>
                                      </p:cBhvr>
                                      <p:to>
                                        <p:strVal val="visible"/>
                                      </p:to>
                                    </p:set>
                                    <p:animEffect transition="in" filter="wipe(up)">
                                      <p:cBhvr>
                                        <p:cTn id="42" dur="500"/>
                                        <p:tgtEl>
                                          <p:spTgt spid="495627"/>
                                        </p:tgtEl>
                                      </p:cBhvr>
                                    </p:animEffect>
                                  </p:childTnLst>
                                </p:cTn>
                              </p:par>
                            </p:childTnLst>
                          </p:cTn>
                        </p:par>
                        <p:par>
                          <p:cTn id="43" fill="hold">
                            <p:stCondLst>
                              <p:cond delay="1500"/>
                            </p:stCondLst>
                            <p:childTnLst>
                              <p:par>
                                <p:cTn id="44" presetID="22" presetClass="entr" presetSubtype="2" fill="hold" grpId="0" nodeType="afterEffect">
                                  <p:stCondLst>
                                    <p:cond delay="0"/>
                                  </p:stCondLst>
                                  <p:childTnLst>
                                    <p:set>
                                      <p:cBhvr>
                                        <p:cTn id="45" dur="1" fill="hold">
                                          <p:stCondLst>
                                            <p:cond delay="0"/>
                                          </p:stCondLst>
                                        </p:cTn>
                                        <p:tgtEl>
                                          <p:spTgt spid="495659"/>
                                        </p:tgtEl>
                                        <p:attrNameLst>
                                          <p:attrName>style.visibility</p:attrName>
                                        </p:attrNameLst>
                                      </p:cBhvr>
                                      <p:to>
                                        <p:strVal val="visible"/>
                                      </p:to>
                                    </p:set>
                                    <p:animEffect transition="in" filter="wipe(right)">
                                      <p:cBhvr>
                                        <p:cTn id="46" dur="500"/>
                                        <p:tgtEl>
                                          <p:spTgt spid="495659"/>
                                        </p:tgtEl>
                                      </p:cBhvr>
                                    </p:animEffect>
                                  </p:childTnLst>
                                </p:cTn>
                              </p:par>
                              <p:par>
                                <p:cTn id="47" presetID="22" presetClass="entr" presetSubtype="2" fill="hold" grpId="0" nodeType="withEffect">
                                  <p:stCondLst>
                                    <p:cond delay="0"/>
                                  </p:stCondLst>
                                  <p:childTnLst>
                                    <p:set>
                                      <p:cBhvr>
                                        <p:cTn id="48" dur="1" fill="hold">
                                          <p:stCondLst>
                                            <p:cond delay="0"/>
                                          </p:stCondLst>
                                        </p:cTn>
                                        <p:tgtEl>
                                          <p:spTgt spid="495660"/>
                                        </p:tgtEl>
                                        <p:attrNameLst>
                                          <p:attrName>style.visibility</p:attrName>
                                        </p:attrNameLst>
                                      </p:cBhvr>
                                      <p:to>
                                        <p:strVal val="visible"/>
                                      </p:to>
                                    </p:set>
                                    <p:animEffect transition="in" filter="wipe(right)">
                                      <p:cBhvr>
                                        <p:cTn id="49" dur="500"/>
                                        <p:tgtEl>
                                          <p:spTgt spid="49566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2" fill="hold" nodeType="clickEffect">
                                  <p:stCondLst>
                                    <p:cond delay="0"/>
                                  </p:stCondLst>
                                  <p:childTnLst>
                                    <p:set>
                                      <p:cBhvr>
                                        <p:cTn id="53" dur="1" fill="hold">
                                          <p:stCondLst>
                                            <p:cond delay="0"/>
                                          </p:stCondLst>
                                        </p:cTn>
                                        <p:tgtEl>
                                          <p:spTgt spid="495628"/>
                                        </p:tgtEl>
                                        <p:attrNameLst>
                                          <p:attrName>style.visibility</p:attrName>
                                        </p:attrNameLst>
                                      </p:cBhvr>
                                      <p:to>
                                        <p:strVal val="visible"/>
                                      </p:to>
                                    </p:set>
                                    <p:animEffect transition="in" filter="wipe(right)">
                                      <p:cBhvr>
                                        <p:cTn id="54" dur="500"/>
                                        <p:tgtEl>
                                          <p:spTgt spid="495628"/>
                                        </p:tgtEl>
                                      </p:cBhvr>
                                    </p:animEffect>
                                  </p:childTnLst>
                                </p:cTn>
                              </p:par>
                            </p:childTnLst>
                          </p:cTn>
                        </p:par>
                        <p:par>
                          <p:cTn id="55" fill="hold">
                            <p:stCondLst>
                              <p:cond delay="500"/>
                            </p:stCondLst>
                            <p:childTnLst>
                              <p:par>
                                <p:cTn id="56" presetID="22" presetClass="entr" presetSubtype="4" fill="hold" nodeType="afterEffect">
                                  <p:stCondLst>
                                    <p:cond delay="0"/>
                                  </p:stCondLst>
                                  <p:childTnLst>
                                    <p:set>
                                      <p:cBhvr>
                                        <p:cTn id="57" dur="1" fill="hold">
                                          <p:stCondLst>
                                            <p:cond delay="0"/>
                                          </p:stCondLst>
                                        </p:cTn>
                                        <p:tgtEl>
                                          <p:spTgt spid="495629"/>
                                        </p:tgtEl>
                                        <p:attrNameLst>
                                          <p:attrName>style.visibility</p:attrName>
                                        </p:attrNameLst>
                                      </p:cBhvr>
                                      <p:to>
                                        <p:strVal val="visible"/>
                                      </p:to>
                                    </p:set>
                                    <p:animEffect transition="in" filter="wipe(down)">
                                      <p:cBhvr>
                                        <p:cTn id="58" dur="500"/>
                                        <p:tgtEl>
                                          <p:spTgt spid="495629"/>
                                        </p:tgtEl>
                                      </p:cBhvr>
                                    </p:animEffect>
                                  </p:childTnLst>
                                </p:cTn>
                              </p:par>
                            </p:childTnLst>
                          </p:cTn>
                        </p:par>
                        <p:par>
                          <p:cTn id="59" fill="hold">
                            <p:stCondLst>
                              <p:cond delay="1000"/>
                            </p:stCondLst>
                            <p:childTnLst>
                              <p:par>
                                <p:cTn id="60" presetID="22" presetClass="entr" presetSubtype="2" fill="hold" nodeType="afterEffect">
                                  <p:stCondLst>
                                    <p:cond delay="0"/>
                                  </p:stCondLst>
                                  <p:childTnLst>
                                    <p:set>
                                      <p:cBhvr>
                                        <p:cTn id="61" dur="1" fill="hold">
                                          <p:stCondLst>
                                            <p:cond delay="0"/>
                                          </p:stCondLst>
                                        </p:cTn>
                                        <p:tgtEl>
                                          <p:spTgt spid="495630"/>
                                        </p:tgtEl>
                                        <p:attrNameLst>
                                          <p:attrName>style.visibility</p:attrName>
                                        </p:attrNameLst>
                                      </p:cBhvr>
                                      <p:to>
                                        <p:strVal val="visible"/>
                                      </p:to>
                                    </p:set>
                                    <p:animEffect transition="in" filter="wipe(right)">
                                      <p:cBhvr>
                                        <p:cTn id="62" dur="500"/>
                                        <p:tgtEl>
                                          <p:spTgt spid="495630"/>
                                        </p:tgtEl>
                                      </p:cBhvr>
                                    </p:animEffect>
                                  </p:childTnLst>
                                </p:cTn>
                              </p:par>
                            </p:childTnLst>
                          </p:cTn>
                        </p:par>
                        <p:par>
                          <p:cTn id="63" fill="hold">
                            <p:stCondLst>
                              <p:cond delay="1500"/>
                            </p:stCondLst>
                            <p:childTnLst>
                              <p:par>
                                <p:cTn id="64" presetID="22" presetClass="entr" presetSubtype="1" fill="hold" nodeType="afterEffect">
                                  <p:stCondLst>
                                    <p:cond delay="0"/>
                                  </p:stCondLst>
                                  <p:childTnLst>
                                    <p:set>
                                      <p:cBhvr>
                                        <p:cTn id="65" dur="1" fill="hold">
                                          <p:stCondLst>
                                            <p:cond delay="0"/>
                                          </p:stCondLst>
                                        </p:cTn>
                                        <p:tgtEl>
                                          <p:spTgt spid="495632"/>
                                        </p:tgtEl>
                                        <p:attrNameLst>
                                          <p:attrName>style.visibility</p:attrName>
                                        </p:attrNameLst>
                                      </p:cBhvr>
                                      <p:to>
                                        <p:strVal val="visible"/>
                                      </p:to>
                                    </p:set>
                                    <p:animEffect transition="in" filter="wipe(up)">
                                      <p:cBhvr>
                                        <p:cTn id="66" dur="500"/>
                                        <p:tgtEl>
                                          <p:spTgt spid="495632"/>
                                        </p:tgtEl>
                                      </p:cBhvr>
                                    </p:animEffect>
                                  </p:childTnLst>
                                </p:cTn>
                              </p:par>
                              <p:par>
                                <p:cTn id="67" presetID="22" presetClass="entr" presetSubtype="1" fill="hold" nodeType="withEffect">
                                  <p:stCondLst>
                                    <p:cond delay="0"/>
                                  </p:stCondLst>
                                  <p:childTnLst>
                                    <p:set>
                                      <p:cBhvr>
                                        <p:cTn id="68" dur="1" fill="hold">
                                          <p:stCondLst>
                                            <p:cond delay="0"/>
                                          </p:stCondLst>
                                        </p:cTn>
                                        <p:tgtEl>
                                          <p:spTgt spid="495633"/>
                                        </p:tgtEl>
                                        <p:attrNameLst>
                                          <p:attrName>style.visibility</p:attrName>
                                        </p:attrNameLst>
                                      </p:cBhvr>
                                      <p:to>
                                        <p:strVal val="visible"/>
                                      </p:to>
                                    </p:set>
                                    <p:animEffect transition="in" filter="wipe(up)">
                                      <p:cBhvr>
                                        <p:cTn id="69" dur="500"/>
                                        <p:tgtEl>
                                          <p:spTgt spid="495633"/>
                                        </p:tgtEl>
                                      </p:cBhvr>
                                    </p:animEffect>
                                  </p:childTnLst>
                                </p:cTn>
                              </p:par>
                              <p:par>
                                <p:cTn id="70" presetID="22" presetClass="entr" presetSubtype="1" fill="hold" nodeType="withEffect">
                                  <p:stCondLst>
                                    <p:cond delay="0"/>
                                  </p:stCondLst>
                                  <p:childTnLst>
                                    <p:set>
                                      <p:cBhvr>
                                        <p:cTn id="71" dur="1" fill="hold">
                                          <p:stCondLst>
                                            <p:cond delay="0"/>
                                          </p:stCondLst>
                                        </p:cTn>
                                        <p:tgtEl>
                                          <p:spTgt spid="495634"/>
                                        </p:tgtEl>
                                        <p:attrNameLst>
                                          <p:attrName>style.visibility</p:attrName>
                                        </p:attrNameLst>
                                      </p:cBhvr>
                                      <p:to>
                                        <p:strVal val="visible"/>
                                      </p:to>
                                    </p:set>
                                    <p:animEffect transition="in" filter="wipe(up)">
                                      <p:cBhvr>
                                        <p:cTn id="72" dur="500"/>
                                        <p:tgtEl>
                                          <p:spTgt spid="495634"/>
                                        </p:tgtEl>
                                      </p:cBhvr>
                                    </p:animEffect>
                                  </p:childTnLst>
                                </p:cTn>
                              </p:par>
                            </p:childTnLst>
                          </p:cTn>
                        </p:par>
                        <p:par>
                          <p:cTn id="73" fill="hold">
                            <p:stCondLst>
                              <p:cond delay="2000"/>
                            </p:stCondLst>
                            <p:childTnLst>
                              <p:par>
                                <p:cTn id="74" presetID="22" presetClass="entr" presetSubtype="1" fill="hold" grpId="0" nodeType="afterEffect">
                                  <p:stCondLst>
                                    <p:cond delay="0"/>
                                  </p:stCondLst>
                                  <p:childTnLst>
                                    <p:set>
                                      <p:cBhvr>
                                        <p:cTn id="75" dur="1" fill="hold">
                                          <p:stCondLst>
                                            <p:cond delay="0"/>
                                          </p:stCondLst>
                                        </p:cTn>
                                        <p:tgtEl>
                                          <p:spTgt spid="495631"/>
                                        </p:tgtEl>
                                        <p:attrNameLst>
                                          <p:attrName>style.visibility</p:attrName>
                                        </p:attrNameLst>
                                      </p:cBhvr>
                                      <p:to>
                                        <p:strVal val="visible"/>
                                      </p:to>
                                    </p:set>
                                    <p:animEffect transition="in" filter="wipe(up)">
                                      <p:cBhvr>
                                        <p:cTn id="76" dur="500"/>
                                        <p:tgtEl>
                                          <p:spTgt spid="495631"/>
                                        </p:tgtEl>
                                      </p:cBhvr>
                                    </p:animEffect>
                                  </p:childTnLst>
                                </p:cTn>
                              </p:par>
                            </p:childTnLst>
                          </p:cTn>
                        </p:par>
                        <p:par>
                          <p:cTn id="77" fill="hold">
                            <p:stCondLst>
                              <p:cond delay="2500"/>
                            </p:stCondLst>
                            <p:childTnLst>
                              <p:par>
                                <p:cTn id="78" presetID="22" presetClass="entr" presetSubtype="1" fill="hold" nodeType="afterEffect">
                                  <p:stCondLst>
                                    <p:cond delay="0"/>
                                  </p:stCondLst>
                                  <p:childTnLst>
                                    <p:set>
                                      <p:cBhvr>
                                        <p:cTn id="79" dur="1" fill="hold">
                                          <p:stCondLst>
                                            <p:cond delay="0"/>
                                          </p:stCondLst>
                                        </p:cTn>
                                        <p:tgtEl>
                                          <p:spTgt spid="495635"/>
                                        </p:tgtEl>
                                        <p:attrNameLst>
                                          <p:attrName>style.visibility</p:attrName>
                                        </p:attrNameLst>
                                      </p:cBhvr>
                                      <p:to>
                                        <p:strVal val="visible"/>
                                      </p:to>
                                    </p:set>
                                    <p:animEffect transition="in" filter="wipe(up)">
                                      <p:cBhvr>
                                        <p:cTn id="80" dur="500"/>
                                        <p:tgtEl>
                                          <p:spTgt spid="495635"/>
                                        </p:tgtEl>
                                      </p:cBhvr>
                                    </p:animEffect>
                                  </p:childTnLst>
                                </p:cTn>
                              </p:par>
                              <p:par>
                                <p:cTn id="81" presetID="22" presetClass="entr" presetSubtype="1" fill="hold" nodeType="withEffect">
                                  <p:stCondLst>
                                    <p:cond delay="0"/>
                                  </p:stCondLst>
                                  <p:childTnLst>
                                    <p:set>
                                      <p:cBhvr>
                                        <p:cTn id="82" dur="1" fill="hold">
                                          <p:stCondLst>
                                            <p:cond delay="0"/>
                                          </p:stCondLst>
                                        </p:cTn>
                                        <p:tgtEl>
                                          <p:spTgt spid="495636"/>
                                        </p:tgtEl>
                                        <p:attrNameLst>
                                          <p:attrName>style.visibility</p:attrName>
                                        </p:attrNameLst>
                                      </p:cBhvr>
                                      <p:to>
                                        <p:strVal val="visible"/>
                                      </p:to>
                                    </p:set>
                                    <p:animEffect transition="in" filter="wipe(up)">
                                      <p:cBhvr>
                                        <p:cTn id="83" dur="500"/>
                                        <p:tgtEl>
                                          <p:spTgt spid="495636"/>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2" fill="hold" nodeType="clickEffect">
                                  <p:stCondLst>
                                    <p:cond delay="0"/>
                                  </p:stCondLst>
                                  <p:childTnLst>
                                    <p:set>
                                      <p:cBhvr>
                                        <p:cTn id="87" dur="1" fill="hold">
                                          <p:stCondLst>
                                            <p:cond delay="0"/>
                                          </p:stCondLst>
                                        </p:cTn>
                                        <p:tgtEl>
                                          <p:spTgt spid="495637"/>
                                        </p:tgtEl>
                                        <p:attrNameLst>
                                          <p:attrName>style.visibility</p:attrName>
                                        </p:attrNameLst>
                                      </p:cBhvr>
                                      <p:to>
                                        <p:strVal val="visible"/>
                                      </p:to>
                                    </p:set>
                                    <p:animEffect transition="in" filter="wipe(right)">
                                      <p:cBhvr>
                                        <p:cTn id="88" dur="500"/>
                                        <p:tgtEl>
                                          <p:spTgt spid="495637"/>
                                        </p:tgtEl>
                                      </p:cBhvr>
                                    </p:animEffect>
                                  </p:childTnLst>
                                </p:cTn>
                              </p:par>
                            </p:childTnLst>
                          </p:cTn>
                        </p:par>
                        <p:par>
                          <p:cTn id="89" fill="hold">
                            <p:stCondLst>
                              <p:cond delay="500"/>
                            </p:stCondLst>
                            <p:childTnLst>
                              <p:par>
                                <p:cTn id="90" presetID="22" presetClass="entr" presetSubtype="4" fill="hold" nodeType="afterEffect">
                                  <p:stCondLst>
                                    <p:cond delay="0"/>
                                  </p:stCondLst>
                                  <p:childTnLst>
                                    <p:set>
                                      <p:cBhvr>
                                        <p:cTn id="91" dur="1" fill="hold">
                                          <p:stCondLst>
                                            <p:cond delay="0"/>
                                          </p:stCondLst>
                                        </p:cTn>
                                        <p:tgtEl>
                                          <p:spTgt spid="495638"/>
                                        </p:tgtEl>
                                        <p:attrNameLst>
                                          <p:attrName>style.visibility</p:attrName>
                                        </p:attrNameLst>
                                      </p:cBhvr>
                                      <p:to>
                                        <p:strVal val="visible"/>
                                      </p:to>
                                    </p:set>
                                    <p:animEffect transition="in" filter="wipe(down)">
                                      <p:cBhvr>
                                        <p:cTn id="92" dur="500"/>
                                        <p:tgtEl>
                                          <p:spTgt spid="495638"/>
                                        </p:tgtEl>
                                      </p:cBhvr>
                                    </p:animEffect>
                                  </p:childTnLst>
                                </p:cTn>
                              </p:par>
                            </p:childTnLst>
                          </p:cTn>
                        </p:par>
                        <p:par>
                          <p:cTn id="93" fill="hold">
                            <p:stCondLst>
                              <p:cond delay="1000"/>
                            </p:stCondLst>
                            <p:childTnLst>
                              <p:par>
                                <p:cTn id="94" presetID="22" presetClass="entr" presetSubtype="2" fill="hold" nodeType="afterEffect">
                                  <p:stCondLst>
                                    <p:cond delay="0"/>
                                  </p:stCondLst>
                                  <p:childTnLst>
                                    <p:set>
                                      <p:cBhvr>
                                        <p:cTn id="95" dur="1" fill="hold">
                                          <p:stCondLst>
                                            <p:cond delay="0"/>
                                          </p:stCondLst>
                                        </p:cTn>
                                        <p:tgtEl>
                                          <p:spTgt spid="495639"/>
                                        </p:tgtEl>
                                        <p:attrNameLst>
                                          <p:attrName>style.visibility</p:attrName>
                                        </p:attrNameLst>
                                      </p:cBhvr>
                                      <p:to>
                                        <p:strVal val="visible"/>
                                      </p:to>
                                    </p:set>
                                    <p:animEffect transition="in" filter="wipe(right)">
                                      <p:cBhvr>
                                        <p:cTn id="96" dur="500"/>
                                        <p:tgtEl>
                                          <p:spTgt spid="495639"/>
                                        </p:tgtEl>
                                      </p:cBhvr>
                                    </p:animEffect>
                                  </p:childTnLst>
                                </p:cTn>
                              </p:par>
                            </p:childTnLst>
                          </p:cTn>
                        </p:par>
                        <p:par>
                          <p:cTn id="97" fill="hold">
                            <p:stCondLst>
                              <p:cond delay="1500"/>
                            </p:stCondLst>
                            <p:childTnLst>
                              <p:par>
                                <p:cTn id="98" presetID="22" presetClass="entr" presetSubtype="1" fill="hold" nodeType="afterEffect">
                                  <p:stCondLst>
                                    <p:cond delay="0"/>
                                  </p:stCondLst>
                                  <p:childTnLst>
                                    <p:set>
                                      <p:cBhvr>
                                        <p:cTn id="99" dur="1" fill="hold">
                                          <p:stCondLst>
                                            <p:cond delay="0"/>
                                          </p:stCondLst>
                                        </p:cTn>
                                        <p:tgtEl>
                                          <p:spTgt spid="495641"/>
                                        </p:tgtEl>
                                        <p:attrNameLst>
                                          <p:attrName>style.visibility</p:attrName>
                                        </p:attrNameLst>
                                      </p:cBhvr>
                                      <p:to>
                                        <p:strVal val="visible"/>
                                      </p:to>
                                    </p:set>
                                    <p:animEffect transition="in" filter="wipe(up)">
                                      <p:cBhvr>
                                        <p:cTn id="100" dur="500"/>
                                        <p:tgtEl>
                                          <p:spTgt spid="495641"/>
                                        </p:tgtEl>
                                      </p:cBhvr>
                                    </p:animEffect>
                                  </p:childTnLst>
                                </p:cTn>
                              </p:par>
                              <p:par>
                                <p:cTn id="101" presetID="22" presetClass="entr" presetSubtype="1" fill="hold" nodeType="withEffect">
                                  <p:stCondLst>
                                    <p:cond delay="0"/>
                                  </p:stCondLst>
                                  <p:childTnLst>
                                    <p:set>
                                      <p:cBhvr>
                                        <p:cTn id="102" dur="1" fill="hold">
                                          <p:stCondLst>
                                            <p:cond delay="0"/>
                                          </p:stCondLst>
                                        </p:cTn>
                                        <p:tgtEl>
                                          <p:spTgt spid="495642"/>
                                        </p:tgtEl>
                                        <p:attrNameLst>
                                          <p:attrName>style.visibility</p:attrName>
                                        </p:attrNameLst>
                                      </p:cBhvr>
                                      <p:to>
                                        <p:strVal val="visible"/>
                                      </p:to>
                                    </p:set>
                                    <p:animEffect transition="in" filter="wipe(up)">
                                      <p:cBhvr>
                                        <p:cTn id="103" dur="500"/>
                                        <p:tgtEl>
                                          <p:spTgt spid="495642"/>
                                        </p:tgtEl>
                                      </p:cBhvr>
                                    </p:animEffect>
                                  </p:childTnLst>
                                </p:cTn>
                              </p:par>
                              <p:par>
                                <p:cTn id="104" presetID="22" presetClass="entr" presetSubtype="1" fill="hold" nodeType="withEffect">
                                  <p:stCondLst>
                                    <p:cond delay="0"/>
                                  </p:stCondLst>
                                  <p:childTnLst>
                                    <p:set>
                                      <p:cBhvr>
                                        <p:cTn id="105" dur="1" fill="hold">
                                          <p:stCondLst>
                                            <p:cond delay="0"/>
                                          </p:stCondLst>
                                        </p:cTn>
                                        <p:tgtEl>
                                          <p:spTgt spid="495643"/>
                                        </p:tgtEl>
                                        <p:attrNameLst>
                                          <p:attrName>style.visibility</p:attrName>
                                        </p:attrNameLst>
                                      </p:cBhvr>
                                      <p:to>
                                        <p:strVal val="visible"/>
                                      </p:to>
                                    </p:set>
                                    <p:animEffect transition="in" filter="wipe(up)">
                                      <p:cBhvr>
                                        <p:cTn id="106" dur="500"/>
                                        <p:tgtEl>
                                          <p:spTgt spid="495643"/>
                                        </p:tgtEl>
                                      </p:cBhvr>
                                    </p:animEffect>
                                  </p:childTnLst>
                                </p:cTn>
                              </p:par>
                            </p:childTnLst>
                          </p:cTn>
                        </p:par>
                        <p:par>
                          <p:cTn id="107" fill="hold">
                            <p:stCondLst>
                              <p:cond delay="2000"/>
                            </p:stCondLst>
                            <p:childTnLst>
                              <p:par>
                                <p:cTn id="108" presetID="22" presetClass="entr" presetSubtype="1" fill="hold" grpId="0" nodeType="afterEffect">
                                  <p:stCondLst>
                                    <p:cond delay="0"/>
                                  </p:stCondLst>
                                  <p:childTnLst>
                                    <p:set>
                                      <p:cBhvr>
                                        <p:cTn id="109" dur="1" fill="hold">
                                          <p:stCondLst>
                                            <p:cond delay="0"/>
                                          </p:stCondLst>
                                        </p:cTn>
                                        <p:tgtEl>
                                          <p:spTgt spid="495640"/>
                                        </p:tgtEl>
                                        <p:attrNameLst>
                                          <p:attrName>style.visibility</p:attrName>
                                        </p:attrNameLst>
                                      </p:cBhvr>
                                      <p:to>
                                        <p:strVal val="visible"/>
                                      </p:to>
                                    </p:set>
                                    <p:animEffect transition="in" filter="wipe(up)">
                                      <p:cBhvr>
                                        <p:cTn id="110" dur="500"/>
                                        <p:tgtEl>
                                          <p:spTgt spid="495640"/>
                                        </p:tgtEl>
                                      </p:cBhvr>
                                    </p:animEffect>
                                  </p:childTnLst>
                                </p:cTn>
                              </p:par>
                            </p:childTnLst>
                          </p:cTn>
                        </p:par>
                        <p:par>
                          <p:cTn id="111" fill="hold">
                            <p:stCondLst>
                              <p:cond delay="2500"/>
                            </p:stCondLst>
                            <p:childTnLst>
                              <p:par>
                                <p:cTn id="112" presetID="22" presetClass="entr" presetSubtype="1" fill="hold" nodeType="afterEffect">
                                  <p:stCondLst>
                                    <p:cond delay="0"/>
                                  </p:stCondLst>
                                  <p:childTnLst>
                                    <p:set>
                                      <p:cBhvr>
                                        <p:cTn id="113" dur="1" fill="hold">
                                          <p:stCondLst>
                                            <p:cond delay="0"/>
                                          </p:stCondLst>
                                        </p:cTn>
                                        <p:tgtEl>
                                          <p:spTgt spid="495644"/>
                                        </p:tgtEl>
                                        <p:attrNameLst>
                                          <p:attrName>style.visibility</p:attrName>
                                        </p:attrNameLst>
                                      </p:cBhvr>
                                      <p:to>
                                        <p:strVal val="visible"/>
                                      </p:to>
                                    </p:set>
                                    <p:animEffect transition="in" filter="wipe(up)">
                                      <p:cBhvr>
                                        <p:cTn id="114" dur="500"/>
                                        <p:tgtEl>
                                          <p:spTgt spid="495644"/>
                                        </p:tgtEl>
                                      </p:cBhvr>
                                    </p:animEffect>
                                  </p:childTnLst>
                                </p:cTn>
                              </p:par>
                              <p:par>
                                <p:cTn id="115" presetID="22" presetClass="entr" presetSubtype="1" fill="hold" nodeType="withEffect">
                                  <p:stCondLst>
                                    <p:cond delay="0"/>
                                  </p:stCondLst>
                                  <p:childTnLst>
                                    <p:set>
                                      <p:cBhvr>
                                        <p:cTn id="116" dur="1" fill="hold">
                                          <p:stCondLst>
                                            <p:cond delay="0"/>
                                          </p:stCondLst>
                                        </p:cTn>
                                        <p:tgtEl>
                                          <p:spTgt spid="495645"/>
                                        </p:tgtEl>
                                        <p:attrNameLst>
                                          <p:attrName>style.visibility</p:attrName>
                                        </p:attrNameLst>
                                      </p:cBhvr>
                                      <p:to>
                                        <p:strVal val="visible"/>
                                      </p:to>
                                    </p:set>
                                    <p:animEffect transition="in" filter="wipe(up)">
                                      <p:cBhvr>
                                        <p:cTn id="117" dur="500"/>
                                        <p:tgtEl>
                                          <p:spTgt spid="495645"/>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2" fill="hold" nodeType="clickEffect">
                                  <p:stCondLst>
                                    <p:cond delay="0"/>
                                  </p:stCondLst>
                                  <p:childTnLst>
                                    <p:set>
                                      <p:cBhvr>
                                        <p:cTn id="121" dur="1" fill="hold">
                                          <p:stCondLst>
                                            <p:cond delay="0"/>
                                          </p:stCondLst>
                                        </p:cTn>
                                        <p:tgtEl>
                                          <p:spTgt spid="495646"/>
                                        </p:tgtEl>
                                        <p:attrNameLst>
                                          <p:attrName>style.visibility</p:attrName>
                                        </p:attrNameLst>
                                      </p:cBhvr>
                                      <p:to>
                                        <p:strVal val="visible"/>
                                      </p:to>
                                    </p:set>
                                    <p:animEffect transition="in" filter="wipe(right)">
                                      <p:cBhvr>
                                        <p:cTn id="122" dur="500"/>
                                        <p:tgtEl>
                                          <p:spTgt spid="495646"/>
                                        </p:tgtEl>
                                      </p:cBhvr>
                                    </p:animEffect>
                                  </p:childTnLst>
                                </p:cTn>
                              </p:par>
                            </p:childTnLst>
                          </p:cTn>
                        </p:par>
                        <p:par>
                          <p:cTn id="123" fill="hold">
                            <p:stCondLst>
                              <p:cond delay="500"/>
                            </p:stCondLst>
                            <p:childTnLst>
                              <p:par>
                                <p:cTn id="124" presetID="22" presetClass="entr" presetSubtype="4" fill="hold" nodeType="afterEffect">
                                  <p:stCondLst>
                                    <p:cond delay="0"/>
                                  </p:stCondLst>
                                  <p:childTnLst>
                                    <p:set>
                                      <p:cBhvr>
                                        <p:cTn id="125" dur="1" fill="hold">
                                          <p:stCondLst>
                                            <p:cond delay="0"/>
                                          </p:stCondLst>
                                        </p:cTn>
                                        <p:tgtEl>
                                          <p:spTgt spid="495647"/>
                                        </p:tgtEl>
                                        <p:attrNameLst>
                                          <p:attrName>style.visibility</p:attrName>
                                        </p:attrNameLst>
                                      </p:cBhvr>
                                      <p:to>
                                        <p:strVal val="visible"/>
                                      </p:to>
                                    </p:set>
                                    <p:animEffect transition="in" filter="wipe(down)">
                                      <p:cBhvr>
                                        <p:cTn id="126" dur="500"/>
                                        <p:tgtEl>
                                          <p:spTgt spid="495647"/>
                                        </p:tgtEl>
                                      </p:cBhvr>
                                    </p:animEffect>
                                  </p:childTnLst>
                                </p:cTn>
                              </p:par>
                            </p:childTnLst>
                          </p:cTn>
                        </p:par>
                        <p:par>
                          <p:cTn id="127" fill="hold">
                            <p:stCondLst>
                              <p:cond delay="1000"/>
                            </p:stCondLst>
                            <p:childTnLst>
                              <p:par>
                                <p:cTn id="128" presetID="22" presetClass="entr" presetSubtype="2" fill="hold" nodeType="afterEffect">
                                  <p:stCondLst>
                                    <p:cond delay="0"/>
                                  </p:stCondLst>
                                  <p:childTnLst>
                                    <p:set>
                                      <p:cBhvr>
                                        <p:cTn id="129" dur="1" fill="hold">
                                          <p:stCondLst>
                                            <p:cond delay="0"/>
                                          </p:stCondLst>
                                        </p:cTn>
                                        <p:tgtEl>
                                          <p:spTgt spid="495648"/>
                                        </p:tgtEl>
                                        <p:attrNameLst>
                                          <p:attrName>style.visibility</p:attrName>
                                        </p:attrNameLst>
                                      </p:cBhvr>
                                      <p:to>
                                        <p:strVal val="visible"/>
                                      </p:to>
                                    </p:set>
                                    <p:animEffect transition="in" filter="wipe(right)">
                                      <p:cBhvr>
                                        <p:cTn id="130" dur="500"/>
                                        <p:tgtEl>
                                          <p:spTgt spid="495648"/>
                                        </p:tgtEl>
                                      </p:cBhvr>
                                    </p:animEffect>
                                  </p:childTnLst>
                                </p:cTn>
                              </p:par>
                            </p:childTnLst>
                          </p:cTn>
                        </p:par>
                        <p:par>
                          <p:cTn id="131" fill="hold">
                            <p:stCondLst>
                              <p:cond delay="1500"/>
                            </p:stCondLst>
                            <p:childTnLst>
                              <p:par>
                                <p:cTn id="132" presetID="22" presetClass="entr" presetSubtype="1" fill="hold" nodeType="afterEffect">
                                  <p:stCondLst>
                                    <p:cond delay="0"/>
                                  </p:stCondLst>
                                  <p:childTnLst>
                                    <p:set>
                                      <p:cBhvr>
                                        <p:cTn id="133" dur="1" fill="hold">
                                          <p:stCondLst>
                                            <p:cond delay="0"/>
                                          </p:stCondLst>
                                        </p:cTn>
                                        <p:tgtEl>
                                          <p:spTgt spid="495650"/>
                                        </p:tgtEl>
                                        <p:attrNameLst>
                                          <p:attrName>style.visibility</p:attrName>
                                        </p:attrNameLst>
                                      </p:cBhvr>
                                      <p:to>
                                        <p:strVal val="visible"/>
                                      </p:to>
                                    </p:set>
                                    <p:animEffect transition="in" filter="wipe(up)">
                                      <p:cBhvr>
                                        <p:cTn id="134" dur="500"/>
                                        <p:tgtEl>
                                          <p:spTgt spid="495650"/>
                                        </p:tgtEl>
                                      </p:cBhvr>
                                    </p:animEffect>
                                  </p:childTnLst>
                                </p:cTn>
                              </p:par>
                              <p:par>
                                <p:cTn id="135" presetID="22" presetClass="entr" presetSubtype="1" fill="hold" nodeType="withEffect">
                                  <p:stCondLst>
                                    <p:cond delay="0"/>
                                  </p:stCondLst>
                                  <p:childTnLst>
                                    <p:set>
                                      <p:cBhvr>
                                        <p:cTn id="136" dur="1" fill="hold">
                                          <p:stCondLst>
                                            <p:cond delay="0"/>
                                          </p:stCondLst>
                                        </p:cTn>
                                        <p:tgtEl>
                                          <p:spTgt spid="495651"/>
                                        </p:tgtEl>
                                        <p:attrNameLst>
                                          <p:attrName>style.visibility</p:attrName>
                                        </p:attrNameLst>
                                      </p:cBhvr>
                                      <p:to>
                                        <p:strVal val="visible"/>
                                      </p:to>
                                    </p:set>
                                    <p:animEffect transition="in" filter="wipe(up)">
                                      <p:cBhvr>
                                        <p:cTn id="137" dur="500"/>
                                        <p:tgtEl>
                                          <p:spTgt spid="495651"/>
                                        </p:tgtEl>
                                      </p:cBhvr>
                                    </p:animEffect>
                                  </p:childTnLst>
                                </p:cTn>
                              </p:par>
                              <p:par>
                                <p:cTn id="138" presetID="22" presetClass="entr" presetSubtype="1" fill="hold" nodeType="withEffect">
                                  <p:stCondLst>
                                    <p:cond delay="0"/>
                                  </p:stCondLst>
                                  <p:childTnLst>
                                    <p:set>
                                      <p:cBhvr>
                                        <p:cTn id="139" dur="1" fill="hold">
                                          <p:stCondLst>
                                            <p:cond delay="0"/>
                                          </p:stCondLst>
                                        </p:cTn>
                                        <p:tgtEl>
                                          <p:spTgt spid="495652"/>
                                        </p:tgtEl>
                                        <p:attrNameLst>
                                          <p:attrName>style.visibility</p:attrName>
                                        </p:attrNameLst>
                                      </p:cBhvr>
                                      <p:to>
                                        <p:strVal val="visible"/>
                                      </p:to>
                                    </p:set>
                                    <p:animEffect transition="in" filter="wipe(up)">
                                      <p:cBhvr>
                                        <p:cTn id="140" dur="500"/>
                                        <p:tgtEl>
                                          <p:spTgt spid="495652"/>
                                        </p:tgtEl>
                                      </p:cBhvr>
                                    </p:animEffect>
                                  </p:childTnLst>
                                </p:cTn>
                              </p:par>
                            </p:childTnLst>
                          </p:cTn>
                        </p:par>
                        <p:par>
                          <p:cTn id="141" fill="hold">
                            <p:stCondLst>
                              <p:cond delay="2000"/>
                            </p:stCondLst>
                            <p:childTnLst>
                              <p:par>
                                <p:cTn id="142" presetID="22" presetClass="entr" presetSubtype="1" fill="hold" grpId="0" nodeType="afterEffect">
                                  <p:stCondLst>
                                    <p:cond delay="0"/>
                                  </p:stCondLst>
                                  <p:childTnLst>
                                    <p:set>
                                      <p:cBhvr>
                                        <p:cTn id="143" dur="1" fill="hold">
                                          <p:stCondLst>
                                            <p:cond delay="0"/>
                                          </p:stCondLst>
                                        </p:cTn>
                                        <p:tgtEl>
                                          <p:spTgt spid="495649"/>
                                        </p:tgtEl>
                                        <p:attrNameLst>
                                          <p:attrName>style.visibility</p:attrName>
                                        </p:attrNameLst>
                                      </p:cBhvr>
                                      <p:to>
                                        <p:strVal val="visible"/>
                                      </p:to>
                                    </p:set>
                                    <p:animEffect transition="in" filter="wipe(up)">
                                      <p:cBhvr>
                                        <p:cTn id="144" dur="500"/>
                                        <p:tgtEl>
                                          <p:spTgt spid="495649"/>
                                        </p:tgtEl>
                                      </p:cBhvr>
                                    </p:animEffect>
                                  </p:childTnLst>
                                </p:cTn>
                              </p:par>
                            </p:childTnLst>
                          </p:cTn>
                        </p:par>
                        <p:par>
                          <p:cTn id="145" fill="hold">
                            <p:stCondLst>
                              <p:cond delay="2500"/>
                            </p:stCondLst>
                            <p:childTnLst>
                              <p:par>
                                <p:cTn id="146" presetID="22" presetClass="entr" presetSubtype="1" fill="hold" nodeType="afterEffect">
                                  <p:stCondLst>
                                    <p:cond delay="0"/>
                                  </p:stCondLst>
                                  <p:childTnLst>
                                    <p:set>
                                      <p:cBhvr>
                                        <p:cTn id="147" dur="1" fill="hold">
                                          <p:stCondLst>
                                            <p:cond delay="0"/>
                                          </p:stCondLst>
                                        </p:cTn>
                                        <p:tgtEl>
                                          <p:spTgt spid="495653"/>
                                        </p:tgtEl>
                                        <p:attrNameLst>
                                          <p:attrName>style.visibility</p:attrName>
                                        </p:attrNameLst>
                                      </p:cBhvr>
                                      <p:to>
                                        <p:strVal val="visible"/>
                                      </p:to>
                                    </p:set>
                                    <p:animEffect transition="in" filter="wipe(up)">
                                      <p:cBhvr>
                                        <p:cTn id="148" dur="500"/>
                                        <p:tgtEl>
                                          <p:spTgt spid="495653"/>
                                        </p:tgtEl>
                                      </p:cBhvr>
                                    </p:animEffect>
                                  </p:childTnLst>
                                </p:cTn>
                              </p:par>
                              <p:par>
                                <p:cTn id="149" presetID="22" presetClass="entr" presetSubtype="1" fill="hold" nodeType="withEffect">
                                  <p:stCondLst>
                                    <p:cond delay="0"/>
                                  </p:stCondLst>
                                  <p:childTnLst>
                                    <p:set>
                                      <p:cBhvr>
                                        <p:cTn id="150" dur="1" fill="hold">
                                          <p:stCondLst>
                                            <p:cond delay="0"/>
                                          </p:stCondLst>
                                        </p:cTn>
                                        <p:tgtEl>
                                          <p:spTgt spid="495654"/>
                                        </p:tgtEl>
                                        <p:attrNameLst>
                                          <p:attrName>style.visibility</p:attrName>
                                        </p:attrNameLst>
                                      </p:cBhvr>
                                      <p:to>
                                        <p:strVal val="visible"/>
                                      </p:to>
                                    </p:set>
                                    <p:animEffect transition="in" filter="wipe(up)">
                                      <p:cBhvr>
                                        <p:cTn id="151" dur="500"/>
                                        <p:tgtEl>
                                          <p:spTgt spid="495654"/>
                                        </p:tgtEl>
                                      </p:cBhvr>
                                    </p:animEffect>
                                  </p:childTnLst>
                                </p:cTn>
                              </p:par>
                            </p:childTnLst>
                          </p:cTn>
                        </p:par>
                        <p:par>
                          <p:cTn id="152" fill="hold">
                            <p:stCondLst>
                              <p:cond delay="3000"/>
                            </p:stCondLst>
                            <p:childTnLst>
                              <p:par>
                                <p:cTn id="153" presetID="22" presetClass="entr" presetSubtype="2" fill="hold" nodeType="afterEffect">
                                  <p:stCondLst>
                                    <p:cond delay="0"/>
                                  </p:stCondLst>
                                  <p:childTnLst>
                                    <p:set>
                                      <p:cBhvr>
                                        <p:cTn id="154" dur="1" fill="hold">
                                          <p:stCondLst>
                                            <p:cond delay="0"/>
                                          </p:stCondLst>
                                        </p:cTn>
                                        <p:tgtEl>
                                          <p:spTgt spid="495655"/>
                                        </p:tgtEl>
                                        <p:attrNameLst>
                                          <p:attrName>style.visibility</p:attrName>
                                        </p:attrNameLst>
                                      </p:cBhvr>
                                      <p:to>
                                        <p:strVal val="visible"/>
                                      </p:to>
                                    </p:set>
                                    <p:animEffect transition="in" filter="wipe(right)">
                                      <p:cBhvr>
                                        <p:cTn id="155" dur="500"/>
                                        <p:tgtEl>
                                          <p:spTgt spid="495655"/>
                                        </p:tgtEl>
                                      </p:cBhvr>
                                    </p:animEffect>
                                  </p:childTnLst>
                                </p:cTn>
                              </p:par>
                            </p:childTnLst>
                          </p:cTn>
                        </p:par>
                      </p:childTnLst>
                    </p:cTn>
                  </p:par>
                  <p:par>
                    <p:cTn id="156" fill="hold">
                      <p:stCondLst>
                        <p:cond delay="indefinite"/>
                      </p:stCondLst>
                      <p:childTnLst>
                        <p:par>
                          <p:cTn id="157" fill="hold">
                            <p:stCondLst>
                              <p:cond delay="0"/>
                            </p:stCondLst>
                            <p:childTnLst>
                              <p:par>
                                <p:cTn id="158" presetID="22" presetClass="entr" presetSubtype="4" fill="hold" grpId="0" nodeType="clickEffect">
                                  <p:stCondLst>
                                    <p:cond delay="0"/>
                                  </p:stCondLst>
                                  <p:childTnLst>
                                    <p:set>
                                      <p:cBhvr>
                                        <p:cTn id="159" dur="1" fill="hold">
                                          <p:stCondLst>
                                            <p:cond delay="0"/>
                                          </p:stCondLst>
                                        </p:cTn>
                                        <p:tgtEl>
                                          <p:spTgt spid="495684"/>
                                        </p:tgtEl>
                                        <p:attrNameLst>
                                          <p:attrName>style.visibility</p:attrName>
                                        </p:attrNameLst>
                                      </p:cBhvr>
                                      <p:to>
                                        <p:strVal val="visible"/>
                                      </p:to>
                                    </p:set>
                                    <p:animEffect transition="in" filter="wipe(down)">
                                      <p:cBhvr>
                                        <p:cTn id="160" dur="500"/>
                                        <p:tgtEl>
                                          <p:spTgt spid="495684"/>
                                        </p:tgtEl>
                                      </p:cBhvr>
                                    </p:animEffect>
                                  </p:childTnLst>
                                </p:cTn>
                              </p:par>
                            </p:childTnLst>
                          </p:cTn>
                        </p:par>
                      </p:childTnLst>
                    </p:cTn>
                  </p:par>
                  <p:par>
                    <p:cTn id="161" fill="hold">
                      <p:stCondLst>
                        <p:cond delay="indefinite"/>
                      </p:stCondLst>
                      <p:childTnLst>
                        <p:par>
                          <p:cTn id="162" fill="hold">
                            <p:stCondLst>
                              <p:cond delay="0"/>
                            </p:stCondLst>
                            <p:childTnLst>
                              <p:par>
                                <p:cTn id="163" presetID="22" presetClass="entr" presetSubtype="1" fill="hold" nodeType="clickEffect">
                                  <p:stCondLst>
                                    <p:cond delay="0"/>
                                  </p:stCondLst>
                                  <p:childTnLst>
                                    <p:set>
                                      <p:cBhvr>
                                        <p:cTn id="164" dur="1" fill="hold">
                                          <p:stCondLst>
                                            <p:cond delay="0"/>
                                          </p:stCondLst>
                                        </p:cTn>
                                        <p:tgtEl>
                                          <p:spTgt spid="495682"/>
                                        </p:tgtEl>
                                        <p:attrNameLst>
                                          <p:attrName>style.visibility</p:attrName>
                                        </p:attrNameLst>
                                      </p:cBhvr>
                                      <p:to>
                                        <p:strVal val="visible"/>
                                      </p:to>
                                    </p:set>
                                    <p:animEffect transition="in" filter="wipe(up)">
                                      <p:cBhvr>
                                        <p:cTn id="165" dur="500"/>
                                        <p:tgtEl>
                                          <p:spTgt spid="495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621" grpId="0" animBg="1"/>
      <p:bldP spid="495622" grpId="0"/>
      <p:bldP spid="495631" grpId="0" animBg="1"/>
      <p:bldP spid="495640" grpId="0" animBg="1"/>
      <p:bldP spid="495649" grpId="0" animBg="1"/>
      <p:bldP spid="495658" grpId="0"/>
      <p:bldP spid="495659" grpId="0"/>
      <p:bldP spid="495660" grpId="0"/>
      <p:bldP spid="495662" grpId="0"/>
      <p:bldP spid="49568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p:cNvSpPr>
            <a:spLocks noGrp="1" noChangeArrowheads="1"/>
          </p:cNvSpPr>
          <p:nvPr>
            <p:ph type="title"/>
          </p:nvPr>
        </p:nvSpPr>
        <p:spPr>
          <a:xfrm>
            <a:off x="612775" y="228600"/>
            <a:ext cx="8153400" cy="990600"/>
          </a:xfrm>
        </p:spPr>
        <p:txBody>
          <a:bodyPr/>
          <a:lstStyle/>
          <a:p>
            <a:pPr eaLnBrk="1" hangingPunct="1"/>
            <a:r>
              <a:rPr lang="en-US" sz="3200" b="1" smtClean="0">
                <a:solidFill>
                  <a:srgbClr val="CC0099"/>
                </a:solidFill>
                <a:latin typeface="Comic Sans MS" pitchFamily="66" charset="0"/>
              </a:rPr>
              <a:t>Parallel Adder : Exercise</a:t>
            </a:r>
            <a:endParaRPr lang="en-US" sz="3200" b="1" noProof="1" smtClean="0">
              <a:solidFill>
                <a:srgbClr val="CC0099"/>
              </a:solidFill>
              <a:latin typeface="Comic Sans MS" pitchFamily="66" charset="0"/>
            </a:endParaRPr>
          </a:p>
        </p:txBody>
      </p:sp>
      <p:sp>
        <p:nvSpPr>
          <p:cNvPr id="6349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nSpc>
                <a:spcPct val="80000"/>
              </a:lnSpc>
            </a:pPr>
            <a:fld id="{B178FBCC-C5F3-4729-9527-DD24D75ED423}" type="slidenum">
              <a:rPr lang="en-US" altLang="en-US" sz="1200">
                <a:solidFill>
                  <a:srgbClr val="FFFFFF"/>
                </a:solidFill>
              </a:rPr>
              <a:pPr>
                <a:lnSpc>
                  <a:spcPct val="80000"/>
                </a:lnSpc>
              </a:pPr>
              <a:t>15</a:t>
            </a:fld>
            <a:endParaRPr lang="en-US" altLang="en-US" sz="1200">
              <a:solidFill>
                <a:srgbClr val="FFFFFF"/>
              </a:solidFill>
            </a:endParaRPr>
          </a:p>
        </p:txBody>
      </p:sp>
      <p:pic>
        <p:nvPicPr>
          <p:cNvPr id="63492" name="Picture 105"/>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1116013" y="3092450"/>
            <a:ext cx="7272337" cy="2784475"/>
          </a:xfrm>
          <a:noFill/>
        </p:spPr>
      </p:pic>
      <p:sp>
        <p:nvSpPr>
          <p:cNvPr id="165890" name="Rectangle 2"/>
          <p:cNvSpPr>
            <a:spLocks noChangeArrowheads="1"/>
          </p:cNvSpPr>
          <p:nvPr/>
        </p:nvSpPr>
        <p:spPr bwMode="auto">
          <a:xfrm>
            <a:off x="395288" y="1125538"/>
            <a:ext cx="8229600" cy="4530725"/>
          </a:xfrm>
          <a:prstGeom prst="rect">
            <a:avLst/>
          </a:prstGeom>
          <a:noFill/>
          <a:ln w="9525">
            <a:noFill/>
            <a:miter lim="800000"/>
            <a:headEnd/>
            <a:tailEnd/>
          </a:ln>
          <a:effectLst/>
        </p:spPr>
        <p:txBody>
          <a:bodyPr/>
          <a:lstStyle/>
          <a:p>
            <a:pPr marL="763588" lvl="1" indent="-419100" eaLnBrk="1" hangingPunct="1">
              <a:lnSpc>
                <a:spcPct val="90000"/>
              </a:lnSpc>
              <a:spcBef>
                <a:spcPct val="20000"/>
              </a:spcBef>
              <a:buClr>
                <a:schemeClr val="accent2"/>
              </a:buClr>
              <a:buSzPct val="60000"/>
              <a:buFont typeface="Wingdings" pitchFamily="2" charset="2"/>
              <a:buChar char="q"/>
              <a:defRPr/>
            </a:pPr>
            <a:endParaRPr lang="ms-MY" sz="2400" dirty="0">
              <a:effectLst>
                <a:outerShdw blurRad="38100" dist="38100" dir="2700000" algn="tl">
                  <a:srgbClr val="C0C0C0"/>
                </a:outerShdw>
              </a:effectLst>
              <a:latin typeface="Garamond" pitchFamily="18" charset="0"/>
            </a:endParaRPr>
          </a:p>
          <a:p>
            <a:pPr marL="763588" lvl="1" indent="-419100" algn="just" eaLnBrk="1" hangingPunct="1">
              <a:lnSpc>
                <a:spcPct val="90000"/>
              </a:lnSpc>
              <a:spcBef>
                <a:spcPct val="20000"/>
              </a:spcBef>
              <a:buClr>
                <a:schemeClr val="accent2"/>
              </a:buClr>
              <a:buSzPct val="60000"/>
              <a:buFont typeface="Wingdings" pitchFamily="2" charset="2"/>
              <a:buChar char="q"/>
              <a:defRPr/>
            </a:pPr>
            <a:r>
              <a:rPr lang="ms-MY" sz="2400" dirty="0">
                <a:latin typeface="Garamond" pitchFamily="18" charset="0"/>
              </a:rPr>
              <a:t>Determine the sum generated by the 3-bit parallel adder below and show the intermediate carries when the binary numbers 101 and 011 are being added.</a:t>
            </a:r>
            <a:endParaRPr lang="ms-MY" sz="2400" noProof="1">
              <a:latin typeface="Garamond" pitchFamily="18" charset="0"/>
            </a:endParaRPr>
          </a:p>
        </p:txBody>
      </p:sp>
    </p:spTree>
    <p:extLst>
      <p:ext uri="{BB962C8B-B14F-4D97-AF65-F5344CB8AC3E}">
        <p14:creationId xmlns:p14="http://schemas.microsoft.com/office/powerpoint/2010/main" val="3863339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539750" y="228600"/>
            <a:ext cx="7920038" cy="533400"/>
          </a:xfrm>
        </p:spPr>
        <p:txBody>
          <a:bodyPr/>
          <a:lstStyle/>
          <a:p>
            <a:pPr eaLnBrk="1" hangingPunct="1"/>
            <a:r>
              <a:rPr lang="en-US" sz="2800" b="1" smtClean="0">
                <a:solidFill>
                  <a:srgbClr val="CC0099"/>
                </a:solidFill>
                <a:latin typeface="Comic Sans MS" pitchFamily="66" charset="0"/>
              </a:rPr>
              <a:t/>
            </a:r>
            <a:br>
              <a:rPr lang="en-US" sz="2800" b="1" smtClean="0">
                <a:solidFill>
                  <a:srgbClr val="CC0099"/>
                </a:solidFill>
                <a:latin typeface="Comic Sans MS" pitchFamily="66" charset="0"/>
              </a:rPr>
            </a:br>
            <a:r>
              <a:rPr lang="en-US" sz="2800" b="1" smtClean="0">
                <a:solidFill>
                  <a:srgbClr val="CC0099"/>
                </a:solidFill>
                <a:latin typeface="Comic Sans MS" pitchFamily="66" charset="0"/>
              </a:rPr>
              <a:t>Figure 6.9    A 4-bit parallel adder</a:t>
            </a:r>
          </a:p>
        </p:txBody>
      </p:sp>
      <p:sp>
        <p:nvSpPr>
          <p:cNvPr id="64515"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nSpc>
                <a:spcPct val="80000"/>
              </a:lnSpc>
            </a:pPr>
            <a:fld id="{C67A13BB-2B3F-4135-BCCE-F5787B3196A7}" type="slidenum">
              <a:rPr lang="en-US" altLang="en-US" sz="1200">
                <a:solidFill>
                  <a:srgbClr val="FFFFFF"/>
                </a:solidFill>
              </a:rPr>
              <a:pPr>
                <a:lnSpc>
                  <a:spcPct val="80000"/>
                </a:lnSpc>
              </a:pPr>
              <a:t>16</a:t>
            </a:fld>
            <a:endParaRPr lang="en-US" altLang="en-US" sz="1200">
              <a:solidFill>
                <a:srgbClr val="FFFFFF"/>
              </a:solidFill>
            </a:endParaRPr>
          </a:p>
        </p:txBody>
      </p:sp>
      <p:pic>
        <p:nvPicPr>
          <p:cNvPr id="6451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989138"/>
            <a:ext cx="8686800" cy="410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20057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Title 502785"/>
          <p:cNvSpPr>
            <a:spLocks noGrp="1"/>
          </p:cNvSpPr>
          <p:nvPr>
            <p:ph type="title"/>
          </p:nvPr>
        </p:nvSpPr>
        <p:spPr>
          <a:xfrm>
            <a:off x="323215" y="224790"/>
            <a:ext cx="8630285" cy="596265"/>
          </a:xfrm>
        </p:spPr>
        <p:txBody>
          <a:bodyPr lIns="63500" tIns="25400" rIns="63500" bIns="25400">
            <a:spAutoFit/>
          </a:bodyPr>
          <a:lstStyle/>
          <a:p>
            <a:r>
              <a:t>Binary Subtractor</a:t>
            </a:r>
          </a:p>
        </p:txBody>
      </p:sp>
      <p:sp>
        <p:nvSpPr>
          <p:cNvPr id="502787" name="Text Placeholder 502786"/>
          <p:cNvSpPr>
            <a:spLocks noGrp="1"/>
          </p:cNvSpPr>
          <p:nvPr>
            <p:ph type="body" idx="1"/>
          </p:nvPr>
        </p:nvSpPr>
        <p:spPr>
          <a:xfrm>
            <a:off x="104140" y="621030"/>
            <a:ext cx="8849995" cy="1435735"/>
          </a:xfrm>
        </p:spPr>
        <p:txBody>
          <a:bodyPr wrap="square" lIns="63500" tIns="25400" rIns="63500" bIns="25400">
            <a:spAutoFit/>
          </a:bodyPr>
          <a:lstStyle/>
          <a:p>
            <a:r>
              <a:t>Use 2’s complement with binary adder</a:t>
            </a:r>
          </a:p>
          <a:p>
            <a:pPr lvl="1"/>
            <a:r>
              <a:rPr i="1"/>
              <a:t>x</a:t>
            </a:r>
            <a:r>
              <a:t> – </a:t>
            </a:r>
            <a:r>
              <a:rPr i="1"/>
              <a:t>y</a:t>
            </a:r>
            <a:r>
              <a:t> = </a:t>
            </a:r>
            <a:r>
              <a:rPr i="1"/>
              <a:t>x</a:t>
            </a:r>
            <a:r>
              <a:t> + (-</a:t>
            </a:r>
            <a:r>
              <a:rPr i="1"/>
              <a:t>y</a:t>
            </a:r>
            <a:r>
              <a:t>) = </a:t>
            </a:r>
            <a:r>
              <a:rPr i="1"/>
              <a:t>x</a:t>
            </a:r>
            <a:r>
              <a:t> + </a:t>
            </a:r>
            <a:r>
              <a:rPr i="1"/>
              <a:t>y’ </a:t>
            </a:r>
            <a:r>
              <a:t>+ 1</a:t>
            </a:r>
          </a:p>
        </p:txBody>
      </p:sp>
      <p:graphicFrame>
        <p:nvGraphicFramePr>
          <p:cNvPr id="502815" name="Object 502814"/>
          <p:cNvGraphicFramePr/>
          <p:nvPr/>
        </p:nvGraphicFramePr>
        <p:xfrm>
          <a:off x="1804988" y="2317750"/>
          <a:ext cx="5535612" cy="3752850"/>
        </p:xfrm>
        <a:graphic>
          <a:graphicData uri="http://schemas.openxmlformats.org/presentationml/2006/ole">
            <mc:AlternateContent xmlns:mc="http://schemas.openxmlformats.org/markup-compatibility/2006">
              <mc:Choice xmlns:v="urn:schemas-microsoft-com:vml" Requires="v">
                <p:oleObj spid="_x0000_s18471" r:id="rId4" imgW="3699510" imgH="2518410" progId="Visio.Drawing.11">
                  <p:embed/>
                </p:oleObj>
              </mc:Choice>
              <mc:Fallback>
                <p:oleObj r:id="rId4" imgW="3699510" imgH="2518410" progId="Visio.Drawing.11">
                  <p:embed/>
                  <p:pic>
                    <p:nvPicPr>
                      <p:cNvPr id="0" name="Picture 3085"/>
                      <p:cNvPicPr/>
                      <p:nvPr/>
                    </p:nvPicPr>
                    <p:blipFill>
                      <a:blip r:embed="rId5"/>
                      <a:stretch>
                        <a:fillRect/>
                      </a:stretch>
                    </p:blipFill>
                    <p:spPr>
                      <a:xfrm>
                        <a:off x="1804988" y="2317750"/>
                        <a:ext cx="5535612" cy="3752850"/>
                      </a:xfrm>
                      <a:prstGeom prst="rect">
                        <a:avLst/>
                      </a:prstGeom>
                      <a:noFill/>
                      <a:ln w="38100">
                        <a:noFill/>
                        <a:miter/>
                      </a:ln>
                    </p:spPr>
                  </p:pic>
                </p:oleObj>
              </mc:Fallback>
            </mc:AlternateContent>
          </a:graphicData>
        </a:graphic>
      </p:graphicFrame>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17</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02787">
                                            <p:txEl>
                                              <p:pRg st="0" end="0"/>
                                            </p:txEl>
                                          </p:spTgt>
                                        </p:tgtEl>
                                        <p:attrNameLst>
                                          <p:attrName>style.visibility</p:attrName>
                                        </p:attrNameLst>
                                      </p:cBhvr>
                                      <p:to>
                                        <p:strVal val="visible"/>
                                      </p:to>
                                    </p:set>
                                    <p:animEffect transition="in" filter="wipe(left)">
                                      <p:cBhvr>
                                        <p:cTn id="7" dur="500"/>
                                        <p:tgtEl>
                                          <p:spTgt spid="502787">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02787">
                                            <p:txEl>
                                              <p:pRg st="1" end="1"/>
                                            </p:txEl>
                                          </p:spTgt>
                                        </p:tgtEl>
                                        <p:attrNameLst>
                                          <p:attrName>style.visibility</p:attrName>
                                        </p:attrNameLst>
                                      </p:cBhvr>
                                      <p:to>
                                        <p:strVal val="visible"/>
                                      </p:to>
                                    </p:set>
                                    <p:animEffect transition="in" filter="wipe(left)">
                                      <p:cBhvr>
                                        <p:cTn id="11" dur="500"/>
                                        <p:tgtEl>
                                          <p:spTgt spid="502787">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502815"/>
                                        </p:tgtEl>
                                        <p:attrNameLst>
                                          <p:attrName>style.visibility</p:attrName>
                                        </p:attrNameLst>
                                      </p:cBhvr>
                                      <p:to>
                                        <p:strVal val="visible"/>
                                      </p:to>
                                    </p:set>
                                    <p:animEffect transition="in" filter="wipe(up)">
                                      <p:cBhvr>
                                        <p:cTn id="16" dur="500"/>
                                        <p:tgtEl>
                                          <p:spTgt spid="5028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Title 503809"/>
          <p:cNvSpPr>
            <a:spLocks noGrp="1"/>
          </p:cNvSpPr>
          <p:nvPr>
            <p:ph type="title"/>
          </p:nvPr>
        </p:nvSpPr>
        <p:spPr/>
        <p:txBody>
          <a:bodyPr lIns="63500" tIns="25400" rIns="63500" bIns="25400">
            <a:spAutoFit/>
          </a:bodyPr>
          <a:lstStyle/>
          <a:p>
            <a:r>
              <a:t>Binary Adder/Subtractor</a:t>
            </a:r>
          </a:p>
        </p:txBody>
      </p:sp>
      <p:graphicFrame>
        <p:nvGraphicFramePr>
          <p:cNvPr id="503812" name="Object 503811"/>
          <p:cNvGraphicFramePr/>
          <p:nvPr/>
        </p:nvGraphicFramePr>
        <p:xfrm>
          <a:off x="3132138" y="1628775"/>
          <a:ext cx="5837237" cy="4308475"/>
        </p:xfrm>
        <a:graphic>
          <a:graphicData uri="http://schemas.openxmlformats.org/presentationml/2006/ole">
            <mc:AlternateContent xmlns:mc="http://schemas.openxmlformats.org/markup-compatibility/2006">
              <mc:Choice xmlns:v="urn:schemas-microsoft-com:vml" Requires="v">
                <p:oleObj spid="_x0000_s19495" r:id="rId4" imgW="3559175" imgH="2630805" progId="Visio.Drawing.11">
                  <p:embed/>
                </p:oleObj>
              </mc:Choice>
              <mc:Fallback>
                <p:oleObj r:id="rId4" imgW="3559175" imgH="2630805" progId="Visio.Drawing.11">
                  <p:embed/>
                  <p:pic>
                    <p:nvPicPr>
                      <p:cNvPr id="0" name="Picture 3084"/>
                      <p:cNvPicPr/>
                      <p:nvPr/>
                    </p:nvPicPr>
                    <p:blipFill>
                      <a:blip r:embed="rId5"/>
                      <a:stretch>
                        <a:fillRect/>
                      </a:stretch>
                    </p:blipFill>
                    <p:spPr>
                      <a:xfrm>
                        <a:off x="3132138" y="1628775"/>
                        <a:ext cx="5837237" cy="4308475"/>
                      </a:xfrm>
                      <a:prstGeom prst="rect">
                        <a:avLst/>
                      </a:prstGeom>
                      <a:noFill/>
                      <a:ln w="38100">
                        <a:noFill/>
                        <a:miter/>
                      </a:ln>
                    </p:spPr>
                  </p:pic>
                </p:oleObj>
              </mc:Fallback>
            </mc:AlternateContent>
          </a:graphicData>
        </a:graphic>
      </p:graphicFrame>
      <p:sp>
        <p:nvSpPr>
          <p:cNvPr id="503813" name="Text Placeholder 503812"/>
          <p:cNvSpPr>
            <a:spLocks noGrp="1"/>
          </p:cNvSpPr>
          <p:nvPr>
            <p:ph type="body" idx="1"/>
          </p:nvPr>
        </p:nvSpPr>
        <p:spPr>
          <a:xfrm>
            <a:off x="106998" y="621030"/>
            <a:ext cx="8280400" cy="1573213"/>
          </a:xfrm>
        </p:spPr>
        <p:txBody>
          <a:bodyPr lIns="63500" tIns="25400" rIns="63500" bIns="25400">
            <a:spAutoFit/>
          </a:bodyPr>
          <a:lstStyle/>
          <a:p>
            <a:r>
              <a:rPr i="1"/>
              <a:t>M</a:t>
            </a:r>
            <a:r>
              <a:t>: Control Signal (Mode)</a:t>
            </a:r>
          </a:p>
          <a:p>
            <a:pPr lvl="1"/>
            <a:r>
              <a:rPr i="1"/>
              <a:t>M=</a:t>
            </a:r>
            <a:r>
              <a:t>0 </a:t>
            </a:r>
            <a:r>
              <a:rPr>
                <a:sym typeface="Wingdings" panose="05000000000000000000" pitchFamily="2" charset="2"/>
              </a:rPr>
              <a:t> </a:t>
            </a:r>
            <a:r>
              <a:rPr i="1">
                <a:sym typeface="Wingdings" panose="05000000000000000000" pitchFamily="2" charset="2"/>
              </a:rPr>
              <a:t>F = x + y</a:t>
            </a:r>
          </a:p>
          <a:p>
            <a:pPr lvl="1"/>
            <a:r>
              <a:rPr i="1">
                <a:sym typeface="Wingdings" panose="05000000000000000000" pitchFamily="2" charset="2"/>
              </a:rPr>
              <a:t>M=</a:t>
            </a:r>
            <a:r>
              <a:rPr>
                <a:sym typeface="Wingdings" panose="05000000000000000000" pitchFamily="2" charset="2"/>
              </a:rPr>
              <a:t>1  </a:t>
            </a:r>
            <a:r>
              <a:rPr i="1">
                <a:sym typeface="Wingdings" panose="05000000000000000000" pitchFamily="2" charset="2"/>
              </a:rPr>
              <a:t>F = x – y</a:t>
            </a:r>
          </a:p>
        </p:txBody>
      </p:sp>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18</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03813">
                                            <p:txEl>
                                              <p:pRg st="0" end="0"/>
                                            </p:txEl>
                                          </p:spTgt>
                                        </p:tgtEl>
                                        <p:attrNameLst>
                                          <p:attrName>style.visibility</p:attrName>
                                        </p:attrNameLst>
                                      </p:cBhvr>
                                      <p:to>
                                        <p:strVal val="visible"/>
                                      </p:to>
                                    </p:set>
                                    <p:animEffect transition="in" filter="wipe(left)">
                                      <p:cBhvr>
                                        <p:cTn id="7" dur="500"/>
                                        <p:tgtEl>
                                          <p:spTgt spid="50381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03813">
                                            <p:txEl>
                                              <p:pRg st="1" end="1"/>
                                            </p:txEl>
                                          </p:spTgt>
                                        </p:tgtEl>
                                        <p:attrNameLst>
                                          <p:attrName>style.visibility</p:attrName>
                                        </p:attrNameLst>
                                      </p:cBhvr>
                                      <p:to>
                                        <p:strVal val="visible"/>
                                      </p:to>
                                    </p:set>
                                    <p:animEffect transition="in" filter="wipe(left)">
                                      <p:cBhvr>
                                        <p:cTn id="11" dur="500"/>
                                        <p:tgtEl>
                                          <p:spTgt spid="503813">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03813">
                                            <p:txEl>
                                              <p:pRg st="2" end="2"/>
                                            </p:txEl>
                                          </p:spTgt>
                                        </p:tgtEl>
                                        <p:attrNameLst>
                                          <p:attrName>style.visibility</p:attrName>
                                        </p:attrNameLst>
                                      </p:cBhvr>
                                      <p:to>
                                        <p:strVal val="visible"/>
                                      </p:to>
                                    </p:set>
                                    <p:animEffect transition="in" filter="wipe(left)">
                                      <p:cBhvr>
                                        <p:cTn id="15" dur="500"/>
                                        <p:tgtEl>
                                          <p:spTgt spid="5038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395536" y="0"/>
            <a:ext cx="8229600" cy="703263"/>
          </a:xfrm>
        </p:spPr>
        <p:txBody>
          <a:bodyPr>
            <a:normAutofit fontScale="90000"/>
          </a:bodyPr>
          <a:lstStyle/>
          <a:p>
            <a:pPr eaLnBrk="1" fontAlgn="auto" hangingPunct="1">
              <a:spcAft>
                <a:spcPts val="0"/>
              </a:spcAft>
              <a:defRPr/>
            </a:pPr>
            <a:r>
              <a:rPr lang="en-US" sz="3600" dirty="0">
                <a:solidFill>
                  <a:srgbClr val="CC0099"/>
                </a:solidFill>
                <a:latin typeface="Comic Sans MS" pitchFamily="66" charset="0"/>
              </a:rPr>
              <a:t> </a:t>
            </a:r>
            <a:r>
              <a:rPr lang="en-US" sz="3600" dirty="0" smtClean="0">
                <a:solidFill>
                  <a:srgbClr val="CC0099"/>
                </a:solidFill>
                <a:latin typeface="Comic Sans MS" pitchFamily="66" charset="0"/>
              </a:rPr>
              <a:t>  </a:t>
            </a:r>
            <a:r>
              <a:rPr lang="en-US" sz="3600" b="1" dirty="0" smtClean="0">
                <a:solidFill>
                  <a:srgbClr val="CC0099"/>
                </a:solidFill>
                <a:latin typeface="Comic Sans MS" pitchFamily="66" charset="0"/>
              </a:rPr>
              <a:t>Comparators</a:t>
            </a:r>
            <a:r>
              <a:rPr lang="en-US" b="1" dirty="0" smtClean="0"/>
              <a:t/>
            </a:r>
            <a:br>
              <a:rPr lang="en-US" b="1" dirty="0" smtClean="0"/>
            </a:br>
            <a:r>
              <a:rPr lang="en-US" b="1" dirty="0" smtClean="0"/>
              <a:t/>
            </a:r>
            <a:br>
              <a:rPr lang="en-US" b="1" dirty="0" smtClean="0"/>
            </a:br>
            <a:r>
              <a:rPr lang="en-US" sz="3100" b="1" dirty="0" smtClean="0"/>
              <a:t>The basic function of a comparator is to compare the magnitudes of two binary quantities to determine the relationships of those quantities. </a:t>
            </a:r>
            <a:r>
              <a:rPr lang="en-US" sz="4900" b="1" dirty="0" smtClean="0"/>
              <a:t> </a:t>
            </a:r>
            <a:r>
              <a:rPr lang="en-US" b="1" dirty="0"/>
              <a:t/>
            </a:r>
            <a:br>
              <a:rPr lang="en-US" b="1" dirty="0"/>
            </a:br>
            <a:endParaRPr lang="en-US" b="1" noProof="1"/>
          </a:p>
        </p:txBody>
      </p:sp>
      <p:sp>
        <p:nvSpPr>
          <p:cNvPr id="65539" name="Rectangle 3"/>
          <p:cNvSpPr>
            <a:spLocks noGrp="1" noChangeArrowheads="1"/>
          </p:cNvSpPr>
          <p:nvPr>
            <p:ph type="body" sz="half" idx="1"/>
          </p:nvPr>
        </p:nvSpPr>
        <p:spPr/>
        <p:txBody>
          <a:bodyPr/>
          <a:lstStyle/>
          <a:p>
            <a:pPr eaLnBrk="1" hangingPunct="1"/>
            <a:endParaRPr lang="en-US" sz="2600" noProof="1" smtClean="0"/>
          </a:p>
          <a:p>
            <a:pPr eaLnBrk="1" hangingPunct="1"/>
            <a:endParaRPr lang="en-US" sz="2600" noProof="1" smtClean="0"/>
          </a:p>
        </p:txBody>
      </p:sp>
      <p:pic>
        <p:nvPicPr>
          <p:cNvPr id="65540" name="Picture 8" descr="Comparato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19782" y="4257092"/>
            <a:ext cx="6965609" cy="2376264"/>
          </a:xfrm>
          <a:noFill/>
        </p:spPr>
      </p:pic>
      <p:sp>
        <p:nvSpPr>
          <p:cNvPr id="65541"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4798E344-DBAD-42CF-9FC1-6FE53A2E74B7}" type="slidenum">
              <a:rPr lang="en-US" altLang="en-US">
                <a:solidFill>
                  <a:srgbClr val="FFFFFF"/>
                </a:solidFill>
              </a:rPr>
              <a:pPr/>
              <a:t>19</a:t>
            </a:fld>
            <a:endParaRPr lang="en-US" altLang="en-US">
              <a:solidFill>
                <a:srgbClr val="FFFFFF"/>
              </a:solidFill>
            </a:endParaRPr>
          </a:p>
        </p:txBody>
      </p:sp>
      <p:sp>
        <p:nvSpPr>
          <p:cNvPr id="47111" name="Text Box 6"/>
          <p:cNvSpPr txBox="1">
            <a:spLocks noChangeArrowheads="1"/>
          </p:cNvSpPr>
          <p:nvPr/>
        </p:nvSpPr>
        <p:spPr bwMode="auto">
          <a:xfrm>
            <a:off x="107950" y="1700213"/>
            <a:ext cx="8207375" cy="3200400"/>
          </a:xfrm>
          <a:prstGeom prst="rect">
            <a:avLst/>
          </a:prstGeom>
          <a:noFill/>
          <a:ln>
            <a:solidFill>
              <a:schemeClr val="accent1"/>
            </a:solidFill>
          </a:ln>
          <a:extLst/>
        </p:spPr>
        <p:txBody>
          <a:bodyPr>
            <a:spAutoFit/>
          </a:bodyPr>
          <a:lstStyle>
            <a:lvl1pPr marL="465138" indent="-465138"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marL="0" indent="0" eaLnBrk="1" hangingPunct="1">
              <a:spcBef>
                <a:spcPct val="50000"/>
              </a:spcBef>
              <a:buClr>
                <a:schemeClr val="hlink"/>
              </a:buClr>
              <a:buSzPct val="150000"/>
              <a:defRPr/>
            </a:pPr>
            <a:endParaRPr lang="en-US" sz="2800" dirty="0" smtClean="0">
              <a:solidFill>
                <a:srgbClr val="FF0066"/>
              </a:solidFill>
            </a:endParaRPr>
          </a:p>
          <a:p>
            <a:pPr marL="457200" indent="-457200" algn="just" eaLnBrk="1" hangingPunct="1">
              <a:spcBef>
                <a:spcPct val="50000"/>
              </a:spcBef>
              <a:buClr>
                <a:schemeClr val="hlink"/>
              </a:buClr>
              <a:buSzPct val="150000"/>
              <a:buFont typeface="Courier New" pitchFamily="49" charset="0"/>
              <a:buChar char="o"/>
              <a:defRPr/>
            </a:pPr>
            <a:r>
              <a:rPr lang="en-US" sz="2400" dirty="0" smtClean="0">
                <a:solidFill>
                  <a:srgbClr val="FF0066"/>
                </a:solidFill>
                <a:latin typeface="Times New Roman" pitchFamily="18" charset="0"/>
                <a:cs typeface="Times New Roman" pitchFamily="18" charset="0"/>
              </a:rPr>
              <a:t>Compares</a:t>
            </a:r>
            <a:r>
              <a:rPr lang="en-US" sz="2400" dirty="0" smtClean="0">
                <a:latin typeface="Times New Roman" pitchFamily="18" charset="0"/>
                <a:cs typeface="Times New Roman" pitchFamily="18" charset="0"/>
              </a:rPr>
              <a:t> two </a:t>
            </a:r>
            <a:r>
              <a:rPr lang="en-US" sz="2400" i="1" dirty="0" smtClean="0">
                <a:latin typeface="Times New Roman" pitchFamily="18" charset="0"/>
                <a:cs typeface="Times New Roman" pitchFamily="18" charset="0"/>
              </a:rPr>
              <a:t>n</a:t>
            </a:r>
            <a:r>
              <a:rPr lang="en-US" sz="2400" dirty="0" smtClean="0">
                <a:latin typeface="Times New Roman" pitchFamily="18" charset="0"/>
                <a:cs typeface="Times New Roman" pitchFamily="18" charset="0"/>
              </a:rPr>
              <a:t>-bit binary values to determine which one is larger. </a:t>
            </a:r>
          </a:p>
          <a:p>
            <a:pPr algn="just" eaLnBrk="1" hangingPunct="1">
              <a:spcBef>
                <a:spcPct val="50000"/>
              </a:spcBef>
              <a:buClr>
                <a:schemeClr val="hlink"/>
              </a:buClr>
              <a:buSzPct val="150000"/>
              <a:buFont typeface="Courier New" pitchFamily="49" charset="0"/>
              <a:buChar char="o"/>
              <a:defRPr/>
            </a:pPr>
            <a:r>
              <a:rPr lang="en-US" sz="2400" dirty="0" smtClean="0">
                <a:latin typeface="Times New Roman" pitchFamily="18" charset="0"/>
                <a:cs typeface="Times New Roman" pitchFamily="18" charset="0"/>
              </a:rPr>
              <a:t>Inputs    : 2 single-bit inputs (X and Y). </a:t>
            </a:r>
          </a:p>
          <a:p>
            <a:pPr algn="just" eaLnBrk="1" hangingPunct="1">
              <a:spcBef>
                <a:spcPct val="50000"/>
              </a:spcBef>
              <a:buClr>
                <a:schemeClr val="hlink"/>
              </a:buClr>
              <a:buSzPct val="150000"/>
              <a:buFont typeface="Courier New" pitchFamily="49" charset="0"/>
              <a:buChar char="o"/>
              <a:defRPr/>
            </a:pPr>
            <a:r>
              <a:rPr lang="en-US" sz="2400" dirty="0" smtClean="0">
                <a:latin typeface="Times New Roman" pitchFamily="18" charset="0"/>
                <a:cs typeface="Times New Roman" pitchFamily="18" charset="0"/>
              </a:rPr>
              <a:t>Outputs : 3 lines: </a:t>
            </a:r>
            <a:r>
              <a:rPr lang="en-US" sz="2400" i="1" dirty="0" smtClean="0">
                <a:latin typeface="Times New Roman" pitchFamily="18" charset="0"/>
                <a:cs typeface="Times New Roman" pitchFamily="18" charset="0"/>
              </a:rPr>
              <a:t>X&gt;Y</a:t>
            </a: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X=Y</a:t>
            </a: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X&lt;Y</a:t>
            </a:r>
            <a:r>
              <a:rPr lang="en-US" sz="2400" dirty="0" smtClean="0">
                <a:latin typeface="Times New Roman" pitchFamily="18" charset="0"/>
                <a:cs typeface="Times New Roman" pitchFamily="18" charset="0"/>
              </a:rPr>
              <a:t>.</a:t>
            </a:r>
          </a:p>
          <a:p>
            <a:pPr eaLnBrk="1" hangingPunct="1">
              <a:spcBef>
                <a:spcPct val="50000"/>
              </a:spcBef>
              <a:buClr>
                <a:schemeClr val="hlink"/>
              </a:buClr>
              <a:buSzPct val="150000"/>
              <a:buFont typeface="Wingdings" pitchFamily="2" charset="2"/>
              <a:buChar char="§"/>
              <a:defRPr/>
            </a:pPr>
            <a:endParaRPr lang="en-US" sz="2800" dirty="0" smtClean="0"/>
          </a:p>
        </p:txBody>
      </p:sp>
    </p:spTree>
    <p:extLst>
      <p:ext uri="{BB962C8B-B14F-4D97-AF65-F5344CB8AC3E}">
        <p14:creationId xmlns:p14="http://schemas.microsoft.com/office/powerpoint/2010/main" val="2722030120"/>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Title 507905"/>
          <p:cNvSpPr>
            <a:spLocks noGrp="1"/>
          </p:cNvSpPr>
          <p:nvPr>
            <p:ph type="title"/>
          </p:nvPr>
        </p:nvSpPr>
        <p:spPr/>
        <p:txBody>
          <a:bodyPr lIns="63500" tIns="25400" rIns="63500" bIns="25400">
            <a:spAutoFit/>
          </a:bodyPr>
          <a:lstStyle/>
          <a:p>
            <a:r>
              <a:t>Decoders</a:t>
            </a:r>
          </a:p>
        </p:txBody>
      </p:sp>
      <p:sp>
        <p:nvSpPr>
          <p:cNvPr id="507907" name="Text Placeholder 507906"/>
          <p:cNvSpPr>
            <a:spLocks noGrp="1"/>
          </p:cNvSpPr>
          <p:nvPr>
            <p:ph type="body" idx="1"/>
          </p:nvPr>
        </p:nvSpPr>
        <p:spPr>
          <a:xfrm>
            <a:off x="107315" y="584835"/>
            <a:ext cx="8834755" cy="2297430"/>
          </a:xfrm>
        </p:spPr>
        <p:txBody>
          <a:bodyPr wrap="square" lIns="63500" tIns="25400" rIns="63500" bIns="25400">
            <a:spAutoFit/>
          </a:bodyPr>
          <a:lstStyle/>
          <a:p>
            <a:r>
              <a:t>Extract “</a:t>
            </a:r>
            <a:r>
              <a:rPr i="1">
                <a:solidFill>
                  <a:schemeClr val="accent1"/>
                </a:solidFill>
              </a:rPr>
              <a:t>Information</a:t>
            </a:r>
            <a:r>
              <a:t>” from the code</a:t>
            </a:r>
          </a:p>
          <a:p>
            <a:r>
              <a:t>Binary Decoder</a:t>
            </a:r>
          </a:p>
          <a:p>
            <a:pPr lvl="1"/>
            <a:r>
              <a:t>Example: 2-bit Binary Number</a:t>
            </a:r>
          </a:p>
        </p:txBody>
      </p:sp>
      <p:sp>
        <p:nvSpPr>
          <p:cNvPr id="507942" name="Litebulb"/>
          <p:cNvSpPr>
            <a:spLocks noChangeAspect="1" noEditPoints="1"/>
          </p:cNvSpPr>
          <p:nvPr/>
        </p:nvSpPr>
        <p:spPr>
          <a:xfrm>
            <a:off x="7451725" y="3911600"/>
            <a:ext cx="436563" cy="596900"/>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19050" cap="flat" cmpd="sng">
            <a:solidFill>
              <a:srgbClr val="000000"/>
            </a:solidFill>
            <a:prstDash val="solid"/>
            <a:miter/>
            <a:headEnd type="none" w="med" len="med"/>
            <a:tailEnd type="none" w="med" len="med"/>
          </a:ln>
        </p:spPr>
        <p:txBody>
          <a:bodyPr/>
          <a:lstStyle/>
          <a:p>
            <a:endParaRPr lang="en-US"/>
          </a:p>
        </p:txBody>
      </p:sp>
      <p:sp>
        <p:nvSpPr>
          <p:cNvPr id="507941" name="Litebulb"/>
          <p:cNvSpPr>
            <a:spLocks noChangeAspect="1" noEditPoints="1"/>
          </p:cNvSpPr>
          <p:nvPr/>
        </p:nvSpPr>
        <p:spPr>
          <a:xfrm>
            <a:off x="6372225" y="3911600"/>
            <a:ext cx="436563" cy="596900"/>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19050" cap="flat" cmpd="sng">
            <a:solidFill>
              <a:srgbClr val="000000"/>
            </a:solidFill>
            <a:prstDash val="solid"/>
            <a:miter/>
            <a:headEnd type="none" w="med" len="med"/>
            <a:tailEnd type="none" w="med" len="med"/>
          </a:ln>
        </p:spPr>
        <p:txBody>
          <a:bodyPr/>
          <a:lstStyle/>
          <a:p>
            <a:endParaRPr lang="en-US"/>
          </a:p>
        </p:txBody>
      </p:sp>
      <p:sp>
        <p:nvSpPr>
          <p:cNvPr id="507940" name="Litebulb"/>
          <p:cNvSpPr>
            <a:spLocks noChangeAspect="1" noEditPoints="1"/>
          </p:cNvSpPr>
          <p:nvPr/>
        </p:nvSpPr>
        <p:spPr>
          <a:xfrm>
            <a:off x="5292725" y="3911600"/>
            <a:ext cx="436563" cy="596900"/>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19050" cap="flat" cmpd="sng">
            <a:solidFill>
              <a:srgbClr val="000000"/>
            </a:solidFill>
            <a:prstDash val="solid"/>
            <a:miter/>
            <a:headEnd type="none" w="med" len="med"/>
            <a:tailEnd type="none" w="med" len="med"/>
          </a:ln>
        </p:spPr>
        <p:txBody>
          <a:bodyPr/>
          <a:lstStyle/>
          <a:p>
            <a:endParaRPr lang="en-US"/>
          </a:p>
        </p:txBody>
      </p:sp>
      <p:sp>
        <p:nvSpPr>
          <p:cNvPr id="507914" name="Litebulb"/>
          <p:cNvSpPr>
            <a:spLocks noChangeAspect="1" noEditPoints="1"/>
          </p:cNvSpPr>
          <p:nvPr/>
        </p:nvSpPr>
        <p:spPr>
          <a:xfrm>
            <a:off x="4211638" y="3911600"/>
            <a:ext cx="436562" cy="596900"/>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19050" cap="flat" cmpd="sng">
            <a:solidFill>
              <a:srgbClr val="000000"/>
            </a:solidFill>
            <a:prstDash val="solid"/>
            <a:miter/>
            <a:headEnd type="none" w="med" len="med"/>
            <a:tailEnd type="none" w="med" len="med"/>
          </a:ln>
        </p:spPr>
        <p:txBody>
          <a:bodyPr/>
          <a:lstStyle/>
          <a:p>
            <a:endParaRPr lang="en-US"/>
          </a:p>
        </p:txBody>
      </p:sp>
      <p:grpSp>
        <p:nvGrpSpPr>
          <p:cNvPr id="507988" name="Group 507987"/>
          <p:cNvGrpSpPr/>
          <p:nvPr/>
        </p:nvGrpSpPr>
        <p:grpSpPr>
          <a:xfrm>
            <a:off x="3832225" y="3068638"/>
            <a:ext cx="1460500" cy="1439862"/>
            <a:chOff x="2414" y="1933"/>
            <a:chExt cx="920" cy="907"/>
          </a:xfrm>
        </p:grpSpPr>
        <p:sp>
          <p:nvSpPr>
            <p:cNvPr id="507934" name="Straight Connector 507933"/>
            <p:cNvSpPr/>
            <p:nvPr/>
          </p:nvSpPr>
          <p:spPr>
            <a:xfrm flipH="1">
              <a:off x="3334" y="1933"/>
              <a:ext cx="0" cy="227"/>
            </a:xfrm>
            <a:prstGeom prst="line">
              <a:avLst/>
            </a:prstGeom>
            <a:ln w="28575" cap="flat" cmpd="sng">
              <a:solidFill>
                <a:schemeClr val="tx1"/>
              </a:solidFill>
              <a:prstDash val="solid"/>
              <a:headEnd type="none" w="med" len="med"/>
              <a:tailEnd type="none" w="med" len="med"/>
            </a:ln>
          </p:spPr>
        </p:sp>
        <p:sp>
          <p:nvSpPr>
            <p:cNvPr id="507923" name="Parallelogram 507922"/>
            <p:cNvSpPr/>
            <p:nvPr/>
          </p:nvSpPr>
          <p:spPr>
            <a:xfrm>
              <a:off x="2427" y="1933"/>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07943" name="Straight Connector 507942"/>
            <p:cNvSpPr/>
            <p:nvPr/>
          </p:nvSpPr>
          <p:spPr>
            <a:xfrm>
              <a:off x="2965" y="2500"/>
              <a:ext cx="0" cy="340"/>
            </a:xfrm>
            <a:prstGeom prst="line">
              <a:avLst/>
            </a:prstGeom>
            <a:ln w="28575" cap="flat" cmpd="sng">
              <a:solidFill>
                <a:schemeClr val="tx1"/>
              </a:solidFill>
              <a:prstDash val="solid"/>
              <a:headEnd type="none" w="med" len="med"/>
              <a:tailEnd type="none" w="med" len="med"/>
            </a:ln>
          </p:spPr>
        </p:sp>
        <p:sp>
          <p:nvSpPr>
            <p:cNvPr id="507960" name="Straight Connector 507959"/>
            <p:cNvSpPr/>
            <p:nvPr/>
          </p:nvSpPr>
          <p:spPr>
            <a:xfrm flipH="1">
              <a:off x="2965" y="2614"/>
              <a:ext cx="142" cy="226"/>
            </a:xfrm>
            <a:prstGeom prst="line">
              <a:avLst/>
            </a:prstGeom>
            <a:ln w="28575" cap="flat" cmpd="sng">
              <a:solidFill>
                <a:schemeClr val="tx1"/>
              </a:solidFill>
              <a:prstDash val="solid"/>
              <a:headEnd type="none" w="med" len="med"/>
              <a:tailEnd type="none" w="med" len="med"/>
            </a:ln>
          </p:spPr>
        </p:sp>
        <p:sp>
          <p:nvSpPr>
            <p:cNvPr id="507966" name="Right Triangle 507965"/>
            <p:cNvSpPr/>
            <p:nvPr/>
          </p:nvSpPr>
          <p:spPr>
            <a:xfrm rot="5400000">
              <a:off x="2357" y="2557"/>
              <a:ext cx="340" cy="226"/>
            </a:xfrm>
            <a:prstGeom prst="rtTriangle">
              <a:avLst/>
            </a:prstGeom>
            <a:solidFill>
              <a:srgbClr val="5F5F5F"/>
            </a:solidFill>
            <a:ln w="28575">
              <a:noFill/>
            </a:ln>
          </p:spPr>
          <p:txBody>
            <a:bodyPr/>
            <a:lstStyle/>
            <a:p>
              <a:endParaRPr lang="en-US"/>
            </a:p>
          </p:txBody>
        </p:sp>
      </p:grpSp>
      <p:grpSp>
        <p:nvGrpSpPr>
          <p:cNvPr id="507986" name="Group 507985"/>
          <p:cNvGrpSpPr/>
          <p:nvPr/>
        </p:nvGrpSpPr>
        <p:grpSpPr>
          <a:xfrm>
            <a:off x="3132138" y="4689475"/>
            <a:ext cx="4538662" cy="1079500"/>
            <a:chOff x="1973" y="2954"/>
            <a:chExt cx="2859" cy="680"/>
          </a:xfrm>
        </p:grpSpPr>
        <p:sp>
          <p:nvSpPr>
            <p:cNvPr id="507968" name="Straight Connector 507967"/>
            <p:cNvSpPr/>
            <p:nvPr/>
          </p:nvSpPr>
          <p:spPr>
            <a:xfrm>
              <a:off x="1973" y="2954"/>
              <a:ext cx="818" cy="0"/>
            </a:xfrm>
            <a:prstGeom prst="line">
              <a:avLst/>
            </a:prstGeom>
            <a:ln w="38100" cap="flat" cmpd="sng">
              <a:solidFill>
                <a:schemeClr val="accent1"/>
              </a:solidFill>
              <a:prstDash val="solid"/>
              <a:headEnd type="none" w="med" len="med"/>
              <a:tailEnd type="none" w="med" len="med"/>
            </a:ln>
          </p:spPr>
        </p:sp>
        <p:sp>
          <p:nvSpPr>
            <p:cNvPr id="507970" name="Straight Connector 507969"/>
            <p:cNvSpPr/>
            <p:nvPr/>
          </p:nvSpPr>
          <p:spPr>
            <a:xfrm>
              <a:off x="1973" y="3181"/>
              <a:ext cx="1498" cy="0"/>
            </a:xfrm>
            <a:prstGeom prst="line">
              <a:avLst/>
            </a:prstGeom>
            <a:ln w="38100" cap="flat" cmpd="sng">
              <a:solidFill>
                <a:schemeClr val="accent1"/>
              </a:solidFill>
              <a:prstDash val="solid"/>
              <a:headEnd type="none" w="med" len="med"/>
              <a:tailEnd type="none" w="med" len="med"/>
            </a:ln>
          </p:spPr>
        </p:sp>
        <p:sp>
          <p:nvSpPr>
            <p:cNvPr id="507971" name="Straight Connector 507970"/>
            <p:cNvSpPr/>
            <p:nvPr/>
          </p:nvSpPr>
          <p:spPr>
            <a:xfrm flipV="1">
              <a:off x="1973" y="3407"/>
              <a:ext cx="2178" cy="0"/>
            </a:xfrm>
            <a:prstGeom prst="line">
              <a:avLst/>
            </a:prstGeom>
            <a:ln w="38100" cap="flat" cmpd="sng">
              <a:solidFill>
                <a:schemeClr val="accent1"/>
              </a:solidFill>
              <a:prstDash val="solid"/>
              <a:headEnd type="none" w="med" len="med"/>
              <a:tailEnd type="none" w="med" len="med"/>
            </a:ln>
          </p:spPr>
        </p:sp>
        <p:sp>
          <p:nvSpPr>
            <p:cNvPr id="507972" name="Straight Connector 507971"/>
            <p:cNvSpPr/>
            <p:nvPr/>
          </p:nvSpPr>
          <p:spPr>
            <a:xfrm flipV="1">
              <a:off x="1973" y="3634"/>
              <a:ext cx="2859" cy="0"/>
            </a:xfrm>
            <a:prstGeom prst="line">
              <a:avLst/>
            </a:prstGeom>
            <a:ln w="38100" cap="flat" cmpd="sng">
              <a:solidFill>
                <a:schemeClr val="accent1"/>
              </a:solidFill>
              <a:prstDash val="solid"/>
              <a:headEnd type="none" w="med" len="med"/>
              <a:tailEnd type="none" w="med" len="med"/>
            </a:ln>
          </p:spPr>
        </p:sp>
      </p:grpSp>
      <p:grpSp>
        <p:nvGrpSpPr>
          <p:cNvPr id="507987" name="Group 507986"/>
          <p:cNvGrpSpPr/>
          <p:nvPr/>
        </p:nvGrpSpPr>
        <p:grpSpPr>
          <a:xfrm>
            <a:off x="4418013" y="4508500"/>
            <a:ext cx="3252787" cy="1260475"/>
            <a:chOff x="2783" y="2840"/>
            <a:chExt cx="2049" cy="794"/>
          </a:xfrm>
        </p:grpSpPr>
        <p:sp>
          <p:nvSpPr>
            <p:cNvPr id="507969" name="Straight Connector 507968"/>
            <p:cNvSpPr/>
            <p:nvPr/>
          </p:nvSpPr>
          <p:spPr>
            <a:xfrm flipH="1">
              <a:off x="2783" y="2840"/>
              <a:ext cx="0" cy="114"/>
            </a:xfrm>
            <a:prstGeom prst="line">
              <a:avLst/>
            </a:prstGeom>
            <a:ln w="38100" cap="flat" cmpd="sng">
              <a:solidFill>
                <a:schemeClr val="accent1"/>
              </a:solidFill>
              <a:prstDash val="solid"/>
              <a:headEnd type="none" w="med" len="med"/>
              <a:tailEnd type="none" w="med" len="med"/>
            </a:ln>
          </p:spPr>
        </p:sp>
        <p:sp>
          <p:nvSpPr>
            <p:cNvPr id="507973" name="Straight Connector 507972"/>
            <p:cNvSpPr/>
            <p:nvPr/>
          </p:nvSpPr>
          <p:spPr>
            <a:xfrm>
              <a:off x="4832" y="2840"/>
              <a:ext cx="0" cy="794"/>
            </a:xfrm>
            <a:prstGeom prst="line">
              <a:avLst/>
            </a:prstGeom>
            <a:ln w="38100" cap="flat" cmpd="sng">
              <a:solidFill>
                <a:schemeClr val="accent1"/>
              </a:solidFill>
              <a:prstDash val="solid"/>
              <a:headEnd type="none" w="med" len="med"/>
              <a:tailEnd type="none" w="med" len="med"/>
            </a:ln>
          </p:spPr>
        </p:sp>
        <p:sp>
          <p:nvSpPr>
            <p:cNvPr id="507974" name="Straight Connector 507973"/>
            <p:cNvSpPr/>
            <p:nvPr/>
          </p:nvSpPr>
          <p:spPr>
            <a:xfrm>
              <a:off x="4151" y="2840"/>
              <a:ext cx="0" cy="567"/>
            </a:xfrm>
            <a:prstGeom prst="line">
              <a:avLst/>
            </a:prstGeom>
            <a:ln w="38100" cap="flat" cmpd="sng">
              <a:solidFill>
                <a:schemeClr val="accent1"/>
              </a:solidFill>
              <a:prstDash val="solid"/>
              <a:headEnd type="none" w="med" len="med"/>
              <a:tailEnd type="none" w="med" len="med"/>
            </a:ln>
          </p:spPr>
        </p:sp>
        <p:sp>
          <p:nvSpPr>
            <p:cNvPr id="507975" name="Straight Connector 507974"/>
            <p:cNvSpPr/>
            <p:nvPr/>
          </p:nvSpPr>
          <p:spPr>
            <a:xfrm>
              <a:off x="3471" y="2840"/>
              <a:ext cx="0" cy="341"/>
            </a:xfrm>
            <a:prstGeom prst="line">
              <a:avLst/>
            </a:prstGeom>
            <a:ln w="38100" cap="flat" cmpd="sng">
              <a:solidFill>
                <a:schemeClr val="accent1"/>
              </a:solidFill>
              <a:prstDash val="solid"/>
              <a:headEnd type="none" w="med" len="med"/>
              <a:tailEnd type="none" w="med" len="med"/>
            </a:ln>
          </p:spPr>
        </p:sp>
      </p:grpSp>
      <p:grpSp>
        <p:nvGrpSpPr>
          <p:cNvPr id="507985" name="Group 507984"/>
          <p:cNvGrpSpPr/>
          <p:nvPr/>
        </p:nvGrpSpPr>
        <p:grpSpPr>
          <a:xfrm>
            <a:off x="741363" y="4329113"/>
            <a:ext cx="2390775" cy="1800225"/>
            <a:chOff x="467" y="2727"/>
            <a:chExt cx="1506" cy="1134"/>
          </a:xfrm>
        </p:grpSpPr>
        <p:sp>
          <p:nvSpPr>
            <p:cNvPr id="507967" name="Rounded Rectangle 507966"/>
            <p:cNvSpPr/>
            <p:nvPr/>
          </p:nvSpPr>
          <p:spPr>
            <a:xfrm>
              <a:off x="1066" y="2727"/>
              <a:ext cx="907" cy="1134"/>
            </a:xfrm>
            <a:prstGeom prst="roundRect">
              <a:avLst>
                <a:gd name="adj" fmla="val 16667"/>
              </a:avLst>
            </a:prstGeom>
            <a:solidFill>
              <a:srgbClr val="FFFF00"/>
            </a:solidFill>
            <a:ln w="28575" cap="flat" cmpd="sng">
              <a:solidFill>
                <a:srgbClr val="008000"/>
              </a:solidFill>
              <a:prstDash val="solid"/>
              <a:headEnd type="none" w="med" len="med"/>
              <a:tailEnd type="none" w="med" len="med"/>
            </a:ln>
          </p:spPr>
          <p:txBody>
            <a:bodyPr wrap="none" lIns="0" tIns="0" rIns="0" bIns="0" anchor="ctr" anchorCtr="0"/>
            <a:lstStyle/>
            <a:p>
              <a:pPr>
                <a:buClr>
                  <a:schemeClr val="bg1"/>
                </a:buClr>
              </a:pPr>
              <a:r>
                <a:rPr sz="2400" b="1">
                  <a:solidFill>
                    <a:schemeClr val="accent1"/>
                  </a:solidFill>
                  <a:latin typeface="Times New Roman" panose="02020603050405020304" pitchFamily="18" charset="0"/>
                  <a:cs typeface="Times New Roman" panose="02020603050405020304" pitchFamily="18" charset="0"/>
                </a:rPr>
                <a:t>Binary</a:t>
              </a:r>
              <a:br>
                <a:rPr sz="2400" b="1">
                  <a:solidFill>
                    <a:schemeClr val="accent1"/>
                  </a:solidFill>
                  <a:latin typeface="Times New Roman" panose="02020603050405020304" pitchFamily="18" charset="0"/>
                  <a:cs typeface="Times New Roman" panose="02020603050405020304" pitchFamily="18" charset="0"/>
                </a:rPr>
              </a:br>
              <a:r>
                <a:rPr sz="2400" b="1">
                  <a:solidFill>
                    <a:schemeClr val="accent1"/>
                  </a:solidFill>
                  <a:latin typeface="Times New Roman" panose="02020603050405020304" pitchFamily="18" charset="0"/>
                  <a:cs typeface="Times New Roman" panose="02020603050405020304" pitchFamily="18" charset="0"/>
                </a:rPr>
                <a:t>Decoder</a:t>
              </a:r>
              <a:endParaRPr sz="2400" b="1">
                <a:solidFill>
                  <a:schemeClr val="accent1"/>
                </a:solidFill>
                <a:latin typeface="Times New Roman" panose="02020603050405020304" pitchFamily="18" charset="0"/>
                <a:ea typeface="Times New Roman" panose="02020603050405020304" pitchFamily="18" charset="0"/>
              </a:endParaRPr>
            </a:p>
          </p:txBody>
        </p:sp>
        <p:sp>
          <p:nvSpPr>
            <p:cNvPr id="507976" name="Straight Connector 507975"/>
            <p:cNvSpPr/>
            <p:nvPr/>
          </p:nvSpPr>
          <p:spPr>
            <a:xfrm>
              <a:off x="725" y="3067"/>
              <a:ext cx="341" cy="0"/>
            </a:xfrm>
            <a:prstGeom prst="line">
              <a:avLst/>
            </a:prstGeom>
            <a:ln w="38100" cap="flat" cmpd="sng">
              <a:solidFill>
                <a:schemeClr val="accent2"/>
              </a:solidFill>
              <a:prstDash val="solid"/>
              <a:headEnd type="none" w="med" len="med"/>
              <a:tailEnd type="none" w="med" len="med"/>
            </a:ln>
          </p:spPr>
        </p:sp>
        <p:sp>
          <p:nvSpPr>
            <p:cNvPr id="507977" name="Straight Connector 507976"/>
            <p:cNvSpPr/>
            <p:nvPr/>
          </p:nvSpPr>
          <p:spPr>
            <a:xfrm>
              <a:off x="725" y="3521"/>
              <a:ext cx="341" cy="0"/>
            </a:xfrm>
            <a:prstGeom prst="line">
              <a:avLst/>
            </a:prstGeom>
            <a:ln w="38100" cap="flat" cmpd="sng">
              <a:solidFill>
                <a:schemeClr val="accent2"/>
              </a:solidFill>
              <a:prstDash val="solid"/>
              <a:headEnd type="none" w="med" len="med"/>
              <a:tailEnd type="none" w="med" len="med"/>
            </a:ln>
          </p:spPr>
        </p:sp>
        <p:sp>
          <p:nvSpPr>
            <p:cNvPr id="507978" name="Text Box 507977"/>
            <p:cNvSpPr txBox="1"/>
            <p:nvPr/>
          </p:nvSpPr>
          <p:spPr>
            <a:xfrm>
              <a:off x="467" y="2888"/>
              <a:ext cx="226" cy="690"/>
            </a:xfrm>
            <a:prstGeom prst="rect">
              <a:avLst/>
            </a:prstGeom>
            <a:noFill/>
            <a:ln w="28575">
              <a:noFill/>
            </a:ln>
          </p:spPr>
          <p:txBody>
            <a:bodyPr lIns="0" tIns="0" rIns="0" bIns="0">
              <a:spAutoFit/>
            </a:bodyPr>
            <a:lstStyle/>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x</a:t>
              </a:r>
              <a:r>
                <a:rPr sz="2400" b="1" i="1" baseline="-25000">
                  <a:latin typeface="Times New Roman" panose="02020603050405020304" pitchFamily="18" charset="0"/>
                  <a:cs typeface="Times New Roman" panose="02020603050405020304" pitchFamily="18" charset="0"/>
                </a:rPr>
                <a:t>1</a:t>
              </a:r>
            </a:p>
            <a:p>
              <a:pPr>
                <a:lnSpc>
                  <a:spcPct val="100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x</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grpSp>
      <p:sp>
        <p:nvSpPr>
          <p:cNvPr id="507981" name="Rounded Rectangular Callout 507980"/>
          <p:cNvSpPr/>
          <p:nvPr/>
        </p:nvSpPr>
        <p:spPr>
          <a:xfrm>
            <a:off x="7272338" y="1268413"/>
            <a:ext cx="1439862" cy="1081087"/>
          </a:xfrm>
          <a:prstGeom prst="wedgeRoundRectCallout">
            <a:avLst>
              <a:gd name="adj1" fmla="val -67972"/>
              <a:gd name="adj2" fmla="val 91116"/>
              <a:gd name="adj3" fmla="val 16667"/>
            </a:avLst>
          </a:prstGeom>
          <a:noFill/>
          <a:ln w="28575" cap="flat" cmpd="sng">
            <a:solidFill>
              <a:schemeClr val="accent2"/>
            </a:solidFill>
            <a:prstDash val="solid"/>
            <a:miter/>
            <a:headEnd type="none" w="med" len="med"/>
            <a:tailEnd type="none" w="med" len="med"/>
          </a:ln>
        </p:spPr>
        <p:txBody>
          <a:bodyPr lIns="0" tIns="0" rIns="0" bIns="0"/>
          <a:lstStyle/>
          <a:p>
            <a:pPr>
              <a:buClr>
                <a:schemeClr val="bg1"/>
              </a:buClr>
            </a:pPr>
            <a:r>
              <a:rPr sz="2400" b="1">
                <a:latin typeface="Times New Roman" panose="02020603050405020304" pitchFamily="18" charset="0"/>
                <a:cs typeface="Times New Roman" panose="02020603050405020304" pitchFamily="18" charset="0"/>
              </a:rPr>
              <a:t>Only </a:t>
            </a:r>
            <a:r>
              <a:rPr sz="2400" b="1" i="1">
                <a:solidFill>
                  <a:schemeClr val="accent1"/>
                </a:solidFill>
                <a:latin typeface="Times New Roman" panose="02020603050405020304" pitchFamily="18" charset="0"/>
                <a:cs typeface="Times New Roman" panose="02020603050405020304" pitchFamily="18" charset="0"/>
              </a:rPr>
              <a:t>one</a:t>
            </a:r>
            <a:r>
              <a:rPr sz="2400" b="1">
                <a:latin typeface="Times New Roman" panose="02020603050405020304" pitchFamily="18" charset="0"/>
                <a:cs typeface="Times New Roman" panose="02020603050405020304" pitchFamily="18" charset="0"/>
              </a:rPr>
              <a:t> lamp will turn on</a:t>
            </a:r>
            <a:endParaRPr sz="2400" b="1">
              <a:latin typeface="Times New Roman" panose="02020603050405020304" pitchFamily="18" charset="0"/>
              <a:ea typeface="Times New Roman" panose="02020603050405020304" pitchFamily="18" charset="0"/>
            </a:endParaRPr>
          </a:p>
        </p:txBody>
      </p:sp>
      <p:sp>
        <p:nvSpPr>
          <p:cNvPr id="507982" name="Text Box 507981"/>
          <p:cNvSpPr txBox="1"/>
          <p:nvPr/>
        </p:nvSpPr>
        <p:spPr>
          <a:xfrm>
            <a:off x="1214438" y="4470400"/>
            <a:ext cx="360362" cy="1095375"/>
          </a:xfrm>
          <a:prstGeom prst="rect">
            <a:avLst/>
          </a:prstGeom>
          <a:noFill/>
          <a:ln w="28575">
            <a:noFill/>
          </a:ln>
        </p:spPr>
        <p:txBody>
          <a:bodyPr lIns="0" tIns="0" rIns="0" bIns="0">
            <a:spAutoFit/>
          </a:bodyPr>
          <a:lstStyle/>
          <a:p>
            <a:pPr>
              <a:lnSpc>
                <a:spcPct val="100000"/>
              </a:lnSpc>
              <a:spcBef>
                <a:spcPct val="0"/>
              </a:spcBef>
              <a:buClr>
                <a:schemeClr val="bg1"/>
              </a:buClr>
            </a:pPr>
            <a:r>
              <a:rPr sz="2400" b="1">
                <a:solidFill>
                  <a:srgbClr val="CC00CC"/>
                </a:solidFill>
                <a:latin typeface="Times New Roman" panose="02020603050405020304" pitchFamily="18" charset="0"/>
                <a:cs typeface="Times New Roman" panose="02020603050405020304" pitchFamily="18" charset="0"/>
              </a:rPr>
              <a:t>0</a:t>
            </a:r>
          </a:p>
          <a:p>
            <a:pPr>
              <a:lnSpc>
                <a:spcPct val="100000"/>
              </a:lnSpc>
              <a:spcBef>
                <a:spcPct val="0"/>
              </a:spcBef>
              <a:buClr>
                <a:schemeClr val="bg1"/>
              </a:buClr>
            </a:pPr>
            <a:endParaRPr sz="2400" b="1">
              <a:solidFill>
                <a:srgbClr val="CC00CC"/>
              </a:solidFill>
              <a:latin typeface="Times New Roman" panose="02020603050405020304" pitchFamily="18" charset="0"/>
              <a:cs typeface="Times New Roman" panose="02020603050405020304" pitchFamily="18" charset="0"/>
            </a:endParaRPr>
          </a:p>
          <a:p>
            <a:pPr>
              <a:lnSpc>
                <a:spcPct val="100000"/>
              </a:lnSpc>
              <a:spcBef>
                <a:spcPct val="0"/>
              </a:spcBef>
              <a:buClr>
                <a:schemeClr val="bg1"/>
              </a:buClr>
            </a:pPr>
            <a:r>
              <a:rPr sz="2400" b="1">
                <a:solidFill>
                  <a:srgbClr val="CC00CC"/>
                </a:solidFill>
                <a:latin typeface="Times New Roman" panose="02020603050405020304" pitchFamily="18" charset="0"/>
                <a:cs typeface="Times New Roman" panose="02020603050405020304" pitchFamily="18" charset="0"/>
              </a:rPr>
              <a:t>0</a:t>
            </a:r>
            <a:endParaRPr sz="2400" b="1">
              <a:solidFill>
                <a:srgbClr val="CC00CC"/>
              </a:solidFill>
              <a:latin typeface="Times New Roman" panose="02020603050405020304" pitchFamily="18" charset="0"/>
              <a:ea typeface="Times New Roman" panose="02020603050405020304" pitchFamily="18" charset="0"/>
            </a:endParaRPr>
          </a:p>
        </p:txBody>
      </p:sp>
      <p:sp>
        <p:nvSpPr>
          <p:cNvPr id="507983" name="Text Box 507982"/>
          <p:cNvSpPr txBox="1"/>
          <p:nvPr/>
        </p:nvSpPr>
        <p:spPr>
          <a:xfrm>
            <a:off x="3132138" y="4329113"/>
            <a:ext cx="360362" cy="1460500"/>
          </a:xfrm>
          <a:prstGeom prst="rect">
            <a:avLst/>
          </a:prstGeom>
          <a:noFill/>
          <a:ln w="28575">
            <a:noFill/>
          </a:ln>
        </p:spPr>
        <p:txBody>
          <a:bodyPr lIns="0" tIns="0" rIns="0" bIns="0">
            <a:spAutoFit/>
          </a:bodyPr>
          <a:lstStyle/>
          <a:p>
            <a:pPr>
              <a:lnSpc>
                <a:spcPct val="100000"/>
              </a:lnSpc>
              <a:spcBef>
                <a:spcPct val="0"/>
              </a:spcBef>
              <a:buClr>
                <a:schemeClr val="bg1"/>
              </a:buClr>
            </a:pPr>
            <a:r>
              <a:rPr sz="2400" b="1">
                <a:solidFill>
                  <a:schemeClr val="accent2"/>
                </a:solidFill>
                <a:latin typeface="Times New Roman" panose="02020603050405020304" pitchFamily="18" charset="0"/>
                <a:cs typeface="Times New Roman" panose="02020603050405020304" pitchFamily="18" charset="0"/>
              </a:rPr>
              <a:t>1</a:t>
            </a:r>
          </a:p>
          <a:p>
            <a:pPr>
              <a:lnSpc>
                <a:spcPct val="100000"/>
              </a:lnSpc>
              <a:spcBef>
                <a:spcPct val="0"/>
              </a:spcBef>
              <a:buClr>
                <a:schemeClr val="bg1"/>
              </a:buClr>
            </a:pPr>
            <a:r>
              <a:rPr sz="2400" b="1">
                <a:solidFill>
                  <a:schemeClr val="accent2"/>
                </a:solidFill>
                <a:latin typeface="Times New Roman" panose="02020603050405020304" pitchFamily="18" charset="0"/>
                <a:cs typeface="Times New Roman" panose="02020603050405020304" pitchFamily="18" charset="0"/>
              </a:rPr>
              <a:t>0</a:t>
            </a:r>
          </a:p>
          <a:p>
            <a:pPr>
              <a:lnSpc>
                <a:spcPct val="100000"/>
              </a:lnSpc>
              <a:spcBef>
                <a:spcPct val="0"/>
              </a:spcBef>
              <a:buClr>
                <a:schemeClr val="bg1"/>
              </a:buClr>
            </a:pPr>
            <a:r>
              <a:rPr sz="2400" b="1">
                <a:solidFill>
                  <a:schemeClr val="accent2"/>
                </a:solidFill>
                <a:latin typeface="Times New Roman" panose="02020603050405020304" pitchFamily="18" charset="0"/>
                <a:cs typeface="Times New Roman" panose="02020603050405020304" pitchFamily="18" charset="0"/>
              </a:rPr>
              <a:t>0</a:t>
            </a:r>
          </a:p>
          <a:p>
            <a:pPr>
              <a:lnSpc>
                <a:spcPct val="100000"/>
              </a:lnSpc>
              <a:spcBef>
                <a:spcPct val="0"/>
              </a:spcBef>
              <a:buClr>
                <a:schemeClr val="bg1"/>
              </a:buClr>
            </a:pPr>
            <a:r>
              <a:rPr sz="2400" b="1">
                <a:solidFill>
                  <a:schemeClr val="accent2"/>
                </a:solidFill>
                <a:latin typeface="Times New Roman" panose="02020603050405020304" pitchFamily="18" charset="0"/>
                <a:cs typeface="Times New Roman" panose="02020603050405020304" pitchFamily="18" charset="0"/>
              </a:rPr>
              <a:t>0</a:t>
            </a:r>
            <a:endParaRPr sz="2400" b="1">
              <a:solidFill>
                <a:schemeClr val="accent2"/>
              </a:solidFill>
              <a:latin typeface="Times New Roman" panose="02020603050405020304" pitchFamily="18" charset="0"/>
              <a:ea typeface="Times New Roman" panose="02020603050405020304" pitchFamily="18" charset="0"/>
            </a:endParaRPr>
          </a:p>
        </p:txBody>
      </p:sp>
      <p:grpSp>
        <p:nvGrpSpPr>
          <p:cNvPr id="507989" name="Group 507988"/>
          <p:cNvGrpSpPr/>
          <p:nvPr/>
        </p:nvGrpSpPr>
        <p:grpSpPr>
          <a:xfrm>
            <a:off x="4911725" y="3068638"/>
            <a:ext cx="1460500" cy="1439862"/>
            <a:chOff x="2414" y="1933"/>
            <a:chExt cx="920" cy="907"/>
          </a:xfrm>
        </p:grpSpPr>
        <p:sp>
          <p:nvSpPr>
            <p:cNvPr id="507990" name="Straight Connector 507989"/>
            <p:cNvSpPr/>
            <p:nvPr/>
          </p:nvSpPr>
          <p:spPr>
            <a:xfrm flipH="1">
              <a:off x="3334" y="1933"/>
              <a:ext cx="0" cy="227"/>
            </a:xfrm>
            <a:prstGeom prst="line">
              <a:avLst/>
            </a:prstGeom>
            <a:ln w="28575" cap="flat" cmpd="sng">
              <a:solidFill>
                <a:schemeClr val="tx1"/>
              </a:solidFill>
              <a:prstDash val="solid"/>
              <a:headEnd type="none" w="med" len="med"/>
              <a:tailEnd type="none" w="med" len="med"/>
            </a:ln>
          </p:spPr>
        </p:sp>
        <p:sp>
          <p:nvSpPr>
            <p:cNvPr id="507991" name="Parallelogram 507990"/>
            <p:cNvSpPr/>
            <p:nvPr/>
          </p:nvSpPr>
          <p:spPr>
            <a:xfrm>
              <a:off x="2427" y="1933"/>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07992" name="Straight Connector 507991"/>
            <p:cNvSpPr/>
            <p:nvPr/>
          </p:nvSpPr>
          <p:spPr>
            <a:xfrm>
              <a:off x="2965" y="2500"/>
              <a:ext cx="0" cy="340"/>
            </a:xfrm>
            <a:prstGeom prst="line">
              <a:avLst/>
            </a:prstGeom>
            <a:ln w="28575" cap="flat" cmpd="sng">
              <a:solidFill>
                <a:schemeClr val="tx1"/>
              </a:solidFill>
              <a:prstDash val="solid"/>
              <a:headEnd type="none" w="med" len="med"/>
              <a:tailEnd type="none" w="med" len="med"/>
            </a:ln>
          </p:spPr>
        </p:sp>
        <p:sp>
          <p:nvSpPr>
            <p:cNvPr id="507993" name="Straight Connector 507992"/>
            <p:cNvSpPr/>
            <p:nvPr/>
          </p:nvSpPr>
          <p:spPr>
            <a:xfrm flipH="1">
              <a:off x="2965" y="2614"/>
              <a:ext cx="142" cy="226"/>
            </a:xfrm>
            <a:prstGeom prst="line">
              <a:avLst/>
            </a:prstGeom>
            <a:ln w="28575" cap="flat" cmpd="sng">
              <a:solidFill>
                <a:schemeClr val="tx1"/>
              </a:solidFill>
              <a:prstDash val="solid"/>
              <a:headEnd type="none" w="med" len="med"/>
              <a:tailEnd type="none" w="med" len="med"/>
            </a:ln>
          </p:spPr>
        </p:sp>
        <p:sp>
          <p:nvSpPr>
            <p:cNvPr id="507994" name="Right Triangle 507993"/>
            <p:cNvSpPr/>
            <p:nvPr/>
          </p:nvSpPr>
          <p:spPr>
            <a:xfrm rot="5400000">
              <a:off x="2357" y="2557"/>
              <a:ext cx="340" cy="226"/>
            </a:xfrm>
            <a:prstGeom prst="rtTriangle">
              <a:avLst/>
            </a:prstGeom>
            <a:solidFill>
              <a:srgbClr val="5F5F5F"/>
            </a:solidFill>
            <a:ln w="28575">
              <a:noFill/>
            </a:ln>
          </p:spPr>
          <p:txBody>
            <a:bodyPr/>
            <a:lstStyle/>
            <a:p>
              <a:endParaRPr lang="en-US"/>
            </a:p>
          </p:txBody>
        </p:sp>
      </p:grpSp>
      <p:sp>
        <p:nvSpPr>
          <p:cNvPr id="507928" name="Rectangles 507927"/>
          <p:cNvSpPr/>
          <p:nvPr/>
        </p:nvSpPr>
        <p:spPr>
          <a:xfrm>
            <a:off x="5278438" y="3167063"/>
            <a:ext cx="730250" cy="647700"/>
          </a:xfrm>
          <a:prstGeom prst="rect">
            <a:avLst/>
          </a:prstGeom>
        </p:spPr>
        <p:txBody>
          <a:bodyPr wrap="none" fromWordArt="1">
            <a:prstTxWarp prst="textPlain">
              <a:avLst>
                <a:gd name="adj" fmla="val 38477"/>
              </a:avLst>
            </a:prstTxWarp>
            <a:normAutofit fontScale="97500"/>
          </a:bodyPr>
          <a:lstStyle/>
          <a:p>
            <a:pPr algn="ctr" eaLnBrk="1" hangingPunct="1">
              <a:lnSpc>
                <a:spcPct val="100000"/>
              </a:lnSpc>
              <a:spcBef>
                <a:spcPct val="0"/>
              </a:spcBef>
            </a:pP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1</a:t>
            </a:r>
          </a:p>
        </p:txBody>
      </p:sp>
      <p:sp>
        <p:nvSpPr>
          <p:cNvPr id="507925" name="Rectangles 507924"/>
          <p:cNvSpPr/>
          <p:nvPr/>
        </p:nvSpPr>
        <p:spPr>
          <a:xfrm>
            <a:off x="4194175" y="3165475"/>
            <a:ext cx="730250" cy="647700"/>
          </a:xfrm>
          <a:prstGeom prst="rect">
            <a:avLst/>
          </a:prstGeom>
        </p:spPr>
        <p:txBody>
          <a:bodyPr wrap="none" fromWordArt="1">
            <a:prstTxWarp prst="textPlain">
              <a:avLst>
                <a:gd name="adj" fmla="val 31958"/>
              </a:avLst>
            </a:prstTxWarp>
            <a:normAutofit fontScale="97500"/>
          </a:bodyPr>
          <a:lstStyle/>
          <a:p>
            <a:pPr algn="ctr" eaLnBrk="1" hangingPunct="1">
              <a:lnSpc>
                <a:spcPct val="100000"/>
              </a:lnSpc>
              <a:spcBef>
                <a:spcPct val="0"/>
              </a:spcBef>
            </a:pP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0</a:t>
            </a:r>
          </a:p>
        </p:txBody>
      </p:sp>
      <p:grpSp>
        <p:nvGrpSpPr>
          <p:cNvPr id="507995" name="Group 507994"/>
          <p:cNvGrpSpPr/>
          <p:nvPr/>
        </p:nvGrpSpPr>
        <p:grpSpPr>
          <a:xfrm>
            <a:off x="5991225" y="3068638"/>
            <a:ext cx="1460500" cy="1439862"/>
            <a:chOff x="2414" y="1933"/>
            <a:chExt cx="920" cy="907"/>
          </a:xfrm>
        </p:grpSpPr>
        <p:sp>
          <p:nvSpPr>
            <p:cNvPr id="507996" name="Straight Connector 507995"/>
            <p:cNvSpPr/>
            <p:nvPr/>
          </p:nvSpPr>
          <p:spPr>
            <a:xfrm flipH="1">
              <a:off x="3334" y="1933"/>
              <a:ext cx="0" cy="227"/>
            </a:xfrm>
            <a:prstGeom prst="line">
              <a:avLst/>
            </a:prstGeom>
            <a:ln w="28575" cap="flat" cmpd="sng">
              <a:solidFill>
                <a:schemeClr val="tx1"/>
              </a:solidFill>
              <a:prstDash val="solid"/>
              <a:headEnd type="none" w="med" len="med"/>
              <a:tailEnd type="none" w="med" len="med"/>
            </a:ln>
          </p:spPr>
        </p:sp>
        <p:sp>
          <p:nvSpPr>
            <p:cNvPr id="507997" name="Parallelogram 507996"/>
            <p:cNvSpPr/>
            <p:nvPr/>
          </p:nvSpPr>
          <p:spPr>
            <a:xfrm>
              <a:off x="2427" y="1933"/>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07998" name="Straight Connector 507997"/>
            <p:cNvSpPr/>
            <p:nvPr/>
          </p:nvSpPr>
          <p:spPr>
            <a:xfrm>
              <a:off x="2965" y="2500"/>
              <a:ext cx="0" cy="340"/>
            </a:xfrm>
            <a:prstGeom prst="line">
              <a:avLst/>
            </a:prstGeom>
            <a:ln w="28575" cap="flat" cmpd="sng">
              <a:solidFill>
                <a:schemeClr val="tx1"/>
              </a:solidFill>
              <a:prstDash val="solid"/>
              <a:headEnd type="none" w="med" len="med"/>
              <a:tailEnd type="none" w="med" len="med"/>
            </a:ln>
          </p:spPr>
        </p:sp>
        <p:sp>
          <p:nvSpPr>
            <p:cNvPr id="507999" name="Straight Connector 507998"/>
            <p:cNvSpPr/>
            <p:nvPr/>
          </p:nvSpPr>
          <p:spPr>
            <a:xfrm flipH="1">
              <a:off x="2965" y="2614"/>
              <a:ext cx="142" cy="226"/>
            </a:xfrm>
            <a:prstGeom prst="line">
              <a:avLst/>
            </a:prstGeom>
            <a:ln w="28575" cap="flat" cmpd="sng">
              <a:solidFill>
                <a:schemeClr val="tx1"/>
              </a:solidFill>
              <a:prstDash val="solid"/>
              <a:headEnd type="none" w="med" len="med"/>
              <a:tailEnd type="none" w="med" len="med"/>
            </a:ln>
          </p:spPr>
        </p:sp>
        <p:sp>
          <p:nvSpPr>
            <p:cNvPr id="508000" name="Right Triangle 507999"/>
            <p:cNvSpPr/>
            <p:nvPr/>
          </p:nvSpPr>
          <p:spPr>
            <a:xfrm rot="5400000">
              <a:off x="2357" y="2557"/>
              <a:ext cx="340" cy="226"/>
            </a:xfrm>
            <a:prstGeom prst="rtTriangle">
              <a:avLst/>
            </a:prstGeom>
            <a:solidFill>
              <a:srgbClr val="5F5F5F"/>
            </a:solidFill>
            <a:ln w="28575">
              <a:noFill/>
            </a:ln>
          </p:spPr>
          <p:txBody>
            <a:bodyPr/>
            <a:lstStyle/>
            <a:p>
              <a:endParaRPr lang="en-US"/>
            </a:p>
          </p:txBody>
        </p:sp>
      </p:grpSp>
      <p:sp>
        <p:nvSpPr>
          <p:cNvPr id="507937" name="Rectangles 507936"/>
          <p:cNvSpPr/>
          <p:nvPr/>
        </p:nvSpPr>
        <p:spPr>
          <a:xfrm>
            <a:off x="6357938" y="3167063"/>
            <a:ext cx="730250" cy="647700"/>
          </a:xfrm>
          <a:prstGeom prst="rect">
            <a:avLst/>
          </a:prstGeom>
        </p:spPr>
        <p:txBody>
          <a:bodyPr wrap="none" fromWordArt="1">
            <a:prstTxWarp prst="textPlain">
              <a:avLst>
                <a:gd name="adj" fmla="val 38477"/>
              </a:avLst>
            </a:prstTxWarp>
            <a:normAutofit fontScale="97500"/>
          </a:bodyPr>
          <a:lstStyle/>
          <a:p>
            <a:pPr algn="ctr" eaLnBrk="1" hangingPunct="1">
              <a:lnSpc>
                <a:spcPct val="100000"/>
              </a:lnSpc>
              <a:spcBef>
                <a:spcPct val="0"/>
              </a:spcBef>
            </a:pP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2</a:t>
            </a:r>
          </a:p>
        </p:txBody>
      </p:sp>
      <p:grpSp>
        <p:nvGrpSpPr>
          <p:cNvPr id="508007" name="Group 508006"/>
          <p:cNvGrpSpPr/>
          <p:nvPr/>
        </p:nvGrpSpPr>
        <p:grpSpPr>
          <a:xfrm>
            <a:off x="7072313" y="3068638"/>
            <a:ext cx="1460500" cy="1439862"/>
            <a:chOff x="4455" y="1933"/>
            <a:chExt cx="920" cy="907"/>
          </a:xfrm>
        </p:grpSpPr>
        <p:sp>
          <p:nvSpPr>
            <p:cNvPr id="508002" name="Straight Connector 508001"/>
            <p:cNvSpPr/>
            <p:nvPr/>
          </p:nvSpPr>
          <p:spPr>
            <a:xfrm flipH="1">
              <a:off x="5375" y="1933"/>
              <a:ext cx="0" cy="340"/>
            </a:xfrm>
            <a:prstGeom prst="line">
              <a:avLst/>
            </a:prstGeom>
            <a:ln w="28575" cap="flat" cmpd="sng">
              <a:solidFill>
                <a:schemeClr val="tx1"/>
              </a:solidFill>
              <a:prstDash val="solid"/>
              <a:headEnd type="none" w="med" len="med"/>
              <a:tailEnd type="none" w="med" len="med"/>
            </a:ln>
          </p:spPr>
        </p:sp>
        <p:sp>
          <p:nvSpPr>
            <p:cNvPr id="508003" name="Parallelogram 508002"/>
            <p:cNvSpPr/>
            <p:nvPr/>
          </p:nvSpPr>
          <p:spPr>
            <a:xfrm>
              <a:off x="4468" y="1933"/>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08004" name="Straight Connector 508003"/>
            <p:cNvSpPr/>
            <p:nvPr/>
          </p:nvSpPr>
          <p:spPr>
            <a:xfrm>
              <a:off x="5006" y="2500"/>
              <a:ext cx="0" cy="340"/>
            </a:xfrm>
            <a:prstGeom prst="line">
              <a:avLst/>
            </a:prstGeom>
            <a:ln w="28575" cap="flat" cmpd="sng">
              <a:solidFill>
                <a:schemeClr val="tx1"/>
              </a:solidFill>
              <a:prstDash val="solid"/>
              <a:headEnd type="none" w="med" len="med"/>
              <a:tailEnd type="none" w="med" len="med"/>
            </a:ln>
          </p:spPr>
        </p:sp>
        <p:sp>
          <p:nvSpPr>
            <p:cNvPr id="508005" name="Straight Connector 508004"/>
            <p:cNvSpPr/>
            <p:nvPr/>
          </p:nvSpPr>
          <p:spPr>
            <a:xfrm flipH="1">
              <a:off x="5006" y="2273"/>
              <a:ext cx="369" cy="567"/>
            </a:xfrm>
            <a:prstGeom prst="line">
              <a:avLst/>
            </a:prstGeom>
            <a:ln w="28575" cap="flat" cmpd="sng">
              <a:solidFill>
                <a:schemeClr val="tx1"/>
              </a:solidFill>
              <a:prstDash val="solid"/>
              <a:headEnd type="none" w="med" len="med"/>
              <a:tailEnd type="none" w="med" len="med"/>
            </a:ln>
          </p:spPr>
        </p:sp>
        <p:sp>
          <p:nvSpPr>
            <p:cNvPr id="508006" name="Right Triangle 508005"/>
            <p:cNvSpPr/>
            <p:nvPr/>
          </p:nvSpPr>
          <p:spPr>
            <a:xfrm rot="5400000">
              <a:off x="4398" y="2557"/>
              <a:ext cx="340" cy="226"/>
            </a:xfrm>
            <a:prstGeom prst="rtTriangle">
              <a:avLst/>
            </a:prstGeom>
            <a:solidFill>
              <a:srgbClr val="5F5F5F"/>
            </a:solidFill>
            <a:ln w="28575">
              <a:noFill/>
            </a:ln>
          </p:spPr>
          <p:txBody>
            <a:bodyPr/>
            <a:lstStyle/>
            <a:p>
              <a:endParaRPr lang="en-US"/>
            </a:p>
          </p:txBody>
        </p:sp>
      </p:grpSp>
      <p:sp>
        <p:nvSpPr>
          <p:cNvPr id="507939" name="Rectangles 507938"/>
          <p:cNvSpPr/>
          <p:nvPr/>
        </p:nvSpPr>
        <p:spPr>
          <a:xfrm>
            <a:off x="7439025" y="3167063"/>
            <a:ext cx="730250" cy="647700"/>
          </a:xfrm>
          <a:prstGeom prst="rect">
            <a:avLst/>
          </a:prstGeom>
        </p:spPr>
        <p:txBody>
          <a:bodyPr wrap="none" fromWordArt="1">
            <a:prstTxWarp prst="textPlain">
              <a:avLst>
                <a:gd name="adj" fmla="val 38477"/>
              </a:avLst>
            </a:prstTxWarp>
            <a:normAutofit fontScale="97500"/>
          </a:bodyPr>
          <a:lstStyle/>
          <a:p>
            <a:pPr algn="ctr" eaLnBrk="1" hangingPunct="1">
              <a:lnSpc>
                <a:spcPct val="100000"/>
              </a:lnSpc>
              <a:spcBef>
                <a:spcPct val="0"/>
              </a:spcBef>
            </a:pP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3</a:t>
            </a:r>
          </a:p>
        </p:txBody>
      </p:sp>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20</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07907">
                                            <p:txEl>
                                              <p:pRg st="0" end="0"/>
                                            </p:txEl>
                                          </p:spTgt>
                                        </p:tgtEl>
                                        <p:attrNameLst>
                                          <p:attrName>style.visibility</p:attrName>
                                        </p:attrNameLst>
                                      </p:cBhvr>
                                      <p:to>
                                        <p:strVal val="visible"/>
                                      </p:to>
                                    </p:set>
                                    <p:animEffect transition="in" filter="wipe(left)">
                                      <p:cBhvr>
                                        <p:cTn id="7" dur="500"/>
                                        <p:tgtEl>
                                          <p:spTgt spid="5079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07907">
                                            <p:txEl>
                                              <p:pRg st="1" end="1"/>
                                            </p:txEl>
                                          </p:spTgt>
                                        </p:tgtEl>
                                        <p:attrNameLst>
                                          <p:attrName>style.visibility</p:attrName>
                                        </p:attrNameLst>
                                      </p:cBhvr>
                                      <p:to>
                                        <p:strVal val="visible"/>
                                      </p:to>
                                    </p:set>
                                    <p:animEffect transition="in" filter="wipe(left)">
                                      <p:cBhvr>
                                        <p:cTn id="12" dur="500"/>
                                        <p:tgtEl>
                                          <p:spTgt spid="507907">
                                            <p:txEl>
                                              <p:pRg st="1" end="1"/>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07907">
                                            <p:txEl>
                                              <p:pRg st="2" end="2"/>
                                            </p:txEl>
                                          </p:spTgt>
                                        </p:tgtEl>
                                        <p:attrNameLst>
                                          <p:attrName>style.visibility</p:attrName>
                                        </p:attrNameLst>
                                      </p:cBhvr>
                                      <p:to>
                                        <p:strVal val="visible"/>
                                      </p:to>
                                    </p:set>
                                    <p:animEffect transition="in" filter="wipe(left)">
                                      <p:cBhvr>
                                        <p:cTn id="16" dur="500"/>
                                        <p:tgtEl>
                                          <p:spTgt spid="507907">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07985"/>
                                        </p:tgtEl>
                                        <p:attrNameLst>
                                          <p:attrName>style.visibility</p:attrName>
                                        </p:attrNameLst>
                                      </p:cBhvr>
                                      <p:to>
                                        <p:strVal val="visible"/>
                                      </p:to>
                                    </p:set>
                                    <p:animEffect transition="in" filter="wipe(left)">
                                      <p:cBhvr>
                                        <p:cTn id="21" dur="500"/>
                                        <p:tgtEl>
                                          <p:spTgt spid="507985"/>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507986"/>
                                        </p:tgtEl>
                                        <p:attrNameLst>
                                          <p:attrName>style.visibility</p:attrName>
                                        </p:attrNameLst>
                                      </p:cBhvr>
                                      <p:to>
                                        <p:strVal val="visible"/>
                                      </p:to>
                                    </p:set>
                                    <p:animEffect transition="in" filter="wipe(left)">
                                      <p:cBhvr>
                                        <p:cTn id="25" dur="500"/>
                                        <p:tgtEl>
                                          <p:spTgt spid="507986"/>
                                        </p:tgtEl>
                                      </p:cBhvr>
                                    </p:animEffect>
                                  </p:childTnLst>
                                </p:cTn>
                              </p:par>
                            </p:childTnLst>
                          </p:cTn>
                        </p:par>
                        <p:par>
                          <p:cTn id="26" fill="hold">
                            <p:stCondLst>
                              <p:cond delay="1000"/>
                            </p:stCondLst>
                            <p:childTnLst>
                              <p:par>
                                <p:cTn id="27" presetID="22" presetClass="entr" presetSubtype="4" fill="hold" nodeType="afterEffect">
                                  <p:stCondLst>
                                    <p:cond delay="0"/>
                                  </p:stCondLst>
                                  <p:childTnLst>
                                    <p:set>
                                      <p:cBhvr>
                                        <p:cTn id="28" dur="1" fill="hold">
                                          <p:stCondLst>
                                            <p:cond delay="0"/>
                                          </p:stCondLst>
                                        </p:cTn>
                                        <p:tgtEl>
                                          <p:spTgt spid="507987"/>
                                        </p:tgtEl>
                                        <p:attrNameLst>
                                          <p:attrName>style.visibility</p:attrName>
                                        </p:attrNameLst>
                                      </p:cBhvr>
                                      <p:to>
                                        <p:strVal val="visible"/>
                                      </p:to>
                                    </p:set>
                                    <p:animEffect transition="in" filter="wipe(down)">
                                      <p:cBhvr>
                                        <p:cTn id="29" dur="500"/>
                                        <p:tgtEl>
                                          <p:spTgt spid="507987"/>
                                        </p:tgtEl>
                                      </p:cBhvr>
                                    </p:animEffect>
                                  </p:childTnLst>
                                </p:cTn>
                              </p:par>
                            </p:childTnLst>
                          </p:cTn>
                        </p:par>
                        <p:par>
                          <p:cTn id="30" fill="hold">
                            <p:stCondLst>
                              <p:cond delay="1500"/>
                            </p:stCondLst>
                            <p:childTnLst>
                              <p:par>
                                <p:cTn id="31" presetID="22" presetClass="entr" presetSubtype="4" fill="hold" nodeType="afterEffect">
                                  <p:stCondLst>
                                    <p:cond delay="0"/>
                                  </p:stCondLst>
                                  <p:childTnLst>
                                    <p:set>
                                      <p:cBhvr>
                                        <p:cTn id="32" dur="1" fill="hold">
                                          <p:stCondLst>
                                            <p:cond delay="0"/>
                                          </p:stCondLst>
                                        </p:cTn>
                                        <p:tgtEl>
                                          <p:spTgt spid="507914"/>
                                        </p:tgtEl>
                                        <p:attrNameLst>
                                          <p:attrName>style.visibility</p:attrName>
                                        </p:attrNameLst>
                                      </p:cBhvr>
                                      <p:to>
                                        <p:strVal val="visible"/>
                                      </p:to>
                                    </p:set>
                                    <p:animEffect transition="in" filter="wipe(down)">
                                      <p:cBhvr>
                                        <p:cTn id="33" dur="500"/>
                                        <p:tgtEl>
                                          <p:spTgt spid="507914"/>
                                        </p:tgtEl>
                                      </p:cBhvr>
                                    </p:animEffect>
                                  </p:childTnLst>
                                </p:cTn>
                              </p:par>
                              <p:par>
                                <p:cTn id="34" presetID="22" presetClass="entr" presetSubtype="4" fill="hold" nodeType="withEffect">
                                  <p:stCondLst>
                                    <p:cond delay="0"/>
                                  </p:stCondLst>
                                  <p:childTnLst>
                                    <p:set>
                                      <p:cBhvr>
                                        <p:cTn id="35" dur="1" fill="hold">
                                          <p:stCondLst>
                                            <p:cond delay="0"/>
                                          </p:stCondLst>
                                        </p:cTn>
                                        <p:tgtEl>
                                          <p:spTgt spid="507940"/>
                                        </p:tgtEl>
                                        <p:attrNameLst>
                                          <p:attrName>style.visibility</p:attrName>
                                        </p:attrNameLst>
                                      </p:cBhvr>
                                      <p:to>
                                        <p:strVal val="visible"/>
                                      </p:to>
                                    </p:set>
                                    <p:animEffect transition="in" filter="wipe(down)">
                                      <p:cBhvr>
                                        <p:cTn id="36" dur="500"/>
                                        <p:tgtEl>
                                          <p:spTgt spid="507940"/>
                                        </p:tgtEl>
                                      </p:cBhvr>
                                    </p:animEffect>
                                  </p:childTnLst>
                                </p:cTn>
                              </p:par>
                              <p:par>
                                <p:cTn id="37" presetID="22" presetClass="entr" presetSubtype="4" fill="hold" nodeType="withEffect">
                                  <p:stCondLst>
                                    <p:cond delay="0"/>
                                  </p:stCondLst>
                                  <p:childTnLst>
                                    <p:set>
                                      <p:cBhvr>
                                        <p:cTn id="38" dur="1" fill="hold">
                                          <p:stCondLst>
                                            <p:cond delay="0"/>
                                          </p:stCondLst>
                                        </p:cTn>
                                        <p:tgtEl>
                                          <p:spTgt spid="507941"/>
                                        </p:tgtEl>
                                        <p:attrNameLst>
                                          <p:attrName>style.visibility</p:attrName>
                                        </p:attrNameLst>
                                      </p:cBhvr>
                                      <p:to>
                                        <p:strVal val="visible"/>
                                      </p:to>
                                    </p:set>
                                    <p:animEffect transition="in" filter="wipe(down)">
                                      <p:cBhvr>
                                        <p:cTn id="39" dur="500"/>
                                        <p:tgtEl>
                                          <p:spTgt spid="507941"/>
                                        </p:tgtEl>
                                      </p:cBhvr>
                                    </p:animEffect>
                                  </p:childTnLst>
                                </p:cTn>
                              </p:par>
                              <p:par>
                                <p:cTn id="40" presetID="22" presetClass="entr" presetSubtype="4" fill="hold" nodeType="withEffect">
                                  <p:stCondLst>
                                    <p:cond delay="0"/>
                                  </p:stCondLst>
                                  <p:childTnLst>
                                    <p:set>
                                      <p:cBhvr>
                                        <p:cTn id="41" dur="1" fill="hold">
                                          <p:stCondLst>
                                            <p:cond delay="0"/>
                                          </p:stCondLst>
                                        </p:cTn>
                                        <p:tgtEl>
                                          <p:spTgt spid="507942"/>
                                        </p:tgtEl>
                                        <p:attrNameLst>
                                          <p:attrName>style.visibility</p:attrName>
                                        </p:attrNameLst>
                                      </p:cBhvr>
                                      <p:to>
                                        <p:strVal val="visible"/>
                                      </p:to>
                                    </p:set>
                                    <p:animEffect transition="in" filter="wipe(down)">
                                      <p:cBhvr>
                                        <p:cTn id="42" dur="500"/>
                                        <p:tgtEl>
                                          <p:spTgt spid="507942"/>
                                        </p:tgtEl>
                                      </p:cBhvr>
                                    </p:animEffect>
                                  </p:childTnLst>
                                </p:cTn>
                              </p:par>
                            </p:childTnLst>
                          </p:cTn>
                        </p:par>
                        <p:par>
                          <p:cTn id="43" fill="hold">
                            <p:stCondLst>
                              <p:cond delay="2000"/>
                            </p:stCondLst>
                            <p:childTnLst>
                              <p:par>
                                <p:cTn id="44" presetID="22" presetClass="entr" presetSubtype="4" fill="hold" nodeType="afterEffect">
                                  <p:stCondLst>
                                    <p:cond delay="0"/>
                                  </p:stCondLst>
                                  <p:childTnLst>
                                    <p:set>
                                      <p:cBhvr>
                                        <p:cTn id="45" dur="1" fill="hold">
                                          <p:stCondLst>
                                            <p:cond delay="0"/>
                                          </p:stCondLst>
                                        </p:cTn>
                                        <p:tgtEl>
                                          <p:spTgt spid="507988"/>
                                        </p:tgtEl>
                                        <p:attrNameLst>
                                          <p:attrName>style.visibility</p:attrName>
                                        </p:attrNameLst>
                                      </p:cBhvr>
                                      <p:to>
                                        <p:strVal val="visible"/>
                                      </p:to>
                                    </p:set>
                                    <p:animEffect transition="in" filter="wipe(down)">
                                      <p:cBhvr>
                                        <p:cTn id="46" dur="500"/>
                                        <p:tgtEl>
                                          <p:spTgt spid="507988"/>
                                        </p:tgtEl>
                                      </p:cBhvr>
                                    </p:animEffect>
                                  </p:childTnLst>
                                </p:cTn>
                              </p:par>
                              <p:par>
                                <p:cTn id="47" presetID="22" presetClass="entr" presetSubtype="4" fill="hold" nodeType="withEffect">
                                  <p:stCondLst>
                                    <p:cond delay="0"/>
                                  </p:stCondLst>
                                  <p:childTnLst>
                                    <p:set>
                                      <p:cBhvr>
                                        <p:cTn id="48" dur="1" fill="hold">
                                          <p:stCondLst>
                                            <p:cond delay="0"/>
                                          </p:stCondLst>
                                        </p:cTn>
                                        <p:tgtEl>
                                          <p:spTgt spid="507925"/>
                                        </p:tgtEl>
                                        <p:attrNameLst>
                                          <p:attrName>style.visibility</p:attrName>
                                        </p:attrNameLst>
                                      </p:cBhvr>
                                      <p:to>
                                        <p:strVal val="visible"/>
                                      </p:to>
                                    </p:set>
                                    <p:animEffect transition="in" filter="wipe(down)">
                                      <p:cBhvr>
                                        <p:cTn id="49" dur="500"/>
                                        <p:tgtEl>
                                          <p:spTgt spid="507925"/>
                                        </p:tgtEl>
                                      </p:cBhvr>
                                    </p:animEffect>
                                  </p:childTnLst>
                                </p:cTn>
                              </p:par>
                              <p:par>
                                <p:cTn id="50" presetID="22" presetClass="entr" presetSubtype="4" fill="hold" nodeType="withEffect">
                                  <p:stCondLst>
                                    <p:cond delay="0"/>
                                  </p:stCondLst>
                                  <p:childTnLst>
                                    <p:set>
                                      <p:cBhvr>
                                        <p:cTn id="51" dur="1" fill="hold">
                                          <p:stCondLst>
                                            <p:cond delay="0"/>
                                          </p:stCondLst>
                                        </p:cTn>
                                        <p:tgtEl>
                                          <p:spTgt spid="507989"/>
                                        </p:tgtEl>
                                        <p:attrNameLst>
                                          <p:attrName>style.visibility</p:attrName>
                                        </p:attrNameLst>
                                      </p:cBhvr>
                                      <p:to>
                                        <p:strVal val="visible"/>
                                      </p:to>
                                    </p:set>
                                    <p:animEffect transition="in" filter="wipe(down)">
                                      <p:cBhvr>
                                        <p:cTn id="52" dur="500"/>
                                        <p:tgtEl>
                                          <p:spTgt spid="507989"/>
                                        </p:tgtEl>
                                      </p:cBhvr>
                                    </p:animEffect>
                                  </p:childTnLst>
                                </p:cTn>
                              </p:par>
                              <p:par>
                                <p:cTn id="53" presetID="22" presetClass="entr" presetSubtype="4" fill="hold" nodeType="withEffect">
                                  <p:stCondLst>
                                    <p:cond delay="0"/>
                                  </p:stCondLst>
                                  <p:childTnLst>
                                    <p:set>
                                      <p:cBhvr>
                                        <p:cTn id="54" dur="1" fill="hold">
                                          <p:stCondLst>
                                            <p:cond delay="0"/>
                                          </p:stCondLst>
                                        </p:cTn>
                                        <p:tgtEl>
                                          <p:spTgt spid="507928"/>
                                        </p:tgtEl>
                                        <p:attrNameLst>
                                          <p:attrName>style.visibility</p:attrName>
                                        </p:attrNameLst>
                                      </p:cBhvr>
                                      <p:to>
                                        <p:strVal val="visible"/>
                                      </p:to>
                                    </p:set>
                                    <p:animEffect transition="in" filter="wipe(down)">
                                      <p:cBhvr>
                                        <p:cTn id="55" dur="500"/>
                                        <p:tgtEl>
                                          <p:spTgt spid="507928"/>
                                        </p:tgtEl>
                                      </p:cBhvr>
                                    </p:animEffect>
                                  </p:childTnLst>
                                </p:cTn>
                              </p:par>
                              <p:par>
                                <p:cTn id="56" presetID="22" presetClass="entr" presetSubtype="4" fill="hold" nodeType="withEffect">
                                  <p:stCondLst>
                                    <p:cond delay="0"/>
                                  </p:stCondLst>
                                  <p:childTnLst>
                                    <p:set>
                                      <p:cBhvr>
                                        <p:cTn id="57" dur="1" fill="hold">
                                          <p:stCondLst>
                                            <p:cond delay="0"/>
                                          </p:stCondLst>
                                        </p:cTn>
                                        <p:tgtEl>
                                          <p:spTgt spid="507995"/>
                                        </p:tgtEl>
                                        <p:attrNameLst>
                                          <p:attrName>style.visibility</p:attrName>
                                        </p:attrNameLst>
                                      </p:cBhvr>
                                      <p:to>
                                        <p:strVal val="visible"/>
                                      </p:to>
                                    </p:set>
                                    <p:animEffect transition="in" filter="wipe(down)">
                                      <p:cBhvr>
                                        <p:cTn id="58" dur="500"/>
                                        <p:tgtEl>
                                          <p:spTgt spid="507995"/>
                                        </p:tgtEl>
                                      </p:cBhvr>
                                    </p:animEffect>
                                  </p:childTnLst>
                                </p:cTn>
                              </p:par>
                              <p:par>
                                <p:cTn id="59" presetID="22" presetClass="entr" presetSubtype="4" fill="hold" nodeType="withEffect">
                                  <p:stCondLst>
                                    <p:cond delay="0"/>
                                  </p:stCondLst>
                                  <p:childTnLst>
                                    <p:set>
                                      <p:cBhvr>
                                        <p:cTn id="60" dur="1" fill="hold">
                                          <p:stCondLst>
                                            <p:cond delay="0"/>
                                          </p:stCondLst>
                                        </p:cTn>
                                        <p:tgtEl>
                                          <p:spTgt spid="507937"/>
                                        </p:tgtEl>
                                        <p:attrNameLst>
                                          <p:attrName>style.visibility</p:attrName>
                                        </p:attrNameLst>
                                      </p:cBhvr>
                                      <p:to>
                                        <p:strVal val="visible"/>
                                      </p:to>
                                    </p:set>
                                    <p:animEffect transition="in" filter="wipe(down)">
                                      <p:cBhvr>
                                        <p:cTn id="61" dur="500"/>
                                        <p:tgtEl>
                                          <p:spTgt spid="507937"/>
                                        </p:tgtEl>
                                      </p:cBhvr>
                                    </p:animEffect>
                                  </p:childTnLst>
                                </p:cTn>
                              </p:par>
                              <p:par>
                                <p:cTn id="62" presetID="22" presetClass="entr" presetSubtype="4" fill="hold" nodeType="withEffect">
                                  <p:stCondLst>
                                    <p:cond delay="0"/>
                                  </p:stCondLst>
                                  <p:childTnLst>
                                    <p:set>
                                      <p:cBhvr>
                                        <p:cTn id="63" dur="1" fill="hold">
                                          <p:stCondLst>
                                            <p:cond delay="0"/>
                                          </p:stCondLst>
                                        </p:cTn>
                                        <p:tgtEl>
                                          <p:spTgt spid="508007"/>
                                        </p:tgtEl>
                                        <p:attrNameLst>
                                          <p:attrName>style.visibility</p:attrName>
                                        </p:attrNameLst>
                                      </p:cBhvr>
                                      <p:to>
                                        <p:strVal val="visible"/>
                                      </p:to>
                                    </p:set>
                                    <p:animEffect transition="in" filter="wipe(down)">
                                      <p:cBhvr>
                                        <p:cTn id="64" dur="500"/>
                                        <p:tgtEl>
                                          <p:spTgt spid="508007"/>
                                        </p:tgtEl>
                                      </p:cBhvr>
                                    </p:animEffect>
                                  </p:childTnLst>
                                </p:cTn>
                              </p:par>
                              <p:par>
                                <p:cTn id="65" presetID="22" presetClass="entr" presetSubtype="4" fill="hold" nodeType="withEffect">
                                  <p:stCondLst>
                                    <p:cond delay="0"/>
                                  </p:stCondLst>
                                  <p:childTnLst>
                                    <p:set>
                                      <p:cBhvr>
                                        <p:cTn id="66" dur="1" fill="hold">
                                          <p:stCondLst>
                                            <p:cond delay="0"/>
                                          </p:stCondLst>
                                        </p:cTn>
                                        <p:tgtEl>
                                          <p:spTgt spid="507939"/>
                                        </p:tgtEl>
                                        <p:attrNameLst>
                                          <p:attrName>style.visibility</p:attrName>
                                        </p:attrNameLst>
                                      </p:cBhvr>
                                      <p:to>
                                        <p:strVal val="visible"/>
                                      </p:to>
                                    </p:set>
                                    <p:animEffect transition="in" filter="wipe(down)">
                                      <p:cBhvr>
                                        <p:cTn id="67" dur="500"/>
                                        <p:tgtEl>
                                          <p:spTgt spid="507939"/>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mph" presetSubtype="2" fill="hold" nodeType="clickEffect">
                                  <p:stCondLst>
                                    <p:cond delay="0"/>
                                  </p:stCondLst>
                                  <p:childTnLst>
                                    <p:animClr clrSpc="rgb" dir="cw">
                                      <p:cBhvr>
                                        <p:cTn id="71" dur="500" fill="hold"/>
                                        <p:tgtEl>
                                          <p:spTgt spid="507925"/>
                                        </p:tgtEl>
                                        <p:attrNameLst>
                                          <p:attrName>fillcolor</p:attrName>
                                        </p:attrNameLst>
                                      </p:cBhvr>
                                      <p:to>
                                        <a:schemeClr val="tx1"/>
                                      </p:to>
                                    </p:animClr>
                                    <p:set>
                                      <p:cBhvr>
                                        <p:cTn id="72" dur="500" fill="hold"/>
                                        <p:tgtEl>
                                          <p:spTgt spid="507925"/>
                                        </p:tgtEl>
                                        <p:attrNameLst>
                                          <p:attrName>fill.type</p:attrName>
                                        </p:attrNameLst>
                                      </p:cBhvr>
                                      <p:to>
                                        <p:strVal val="solid"/>
                                      </p:to>
                                    </p:set>
                                    <p:set>
                                      <p:cBhvr>
                                        <p:cTn id="73" dur="500" fill="hold"/>
                                        <p:tgtEl>
                                          <p:spTgt spid="507925"/>
                                        </p:tgtEl>
                                        <p:attrNameLst>
                                          <p:attrName>fill.on</p:attrName>
                                        </p:attrNameLst>
                                      </p:cBhvr>
                                      <p:to>
                                        <p:strVal val="true"/>
                                      </p:to>
                                    </p:set>
                                  </p:childTnLst>
                                </p:cTn>
                              </p:par>
                              <p:par>
                                <p:cTn id="74" presetID="1" presetClass="emph" presetSubtype="2" fill="hold" nodeType="withEffect">
                                  <p:stCondLst>
                                    <p:cond delay="0"/>
                                  </p:stCondLst>
                                  <p:childTnLst>
                                    <p:animClr clrSpc="rgb" dir="cw">
                                      <p:cBhvr>
                                        <p:cTn id="75" dur="500" fill="hold"/>
                                        <p:tgtEl>
                                          <p:spTgt spid="507928"/>
                                        </p:tgtEl>
                                        <p:attrNameLst>
                                          <p:attrName>fillcolor</p:attrName>
                                        </p:attrNameLst>
                                      </p:cBhvr>
                                      <p:to>
                                        <a:schemeClr val="tx1"/>
                                      </p:to>
                                    </p:animClr>
                                    <p:set>
                                      <p:cBhvr>
                                        <p:cTn id="76" dur="500" fill="hold"/>
                                        <p:tgtEl>
                                          <p:spTgt spid="507928"/>
                                        </p:tgtEl>
                                        <p:attrNameLst>
                                          <p:attrName>fill.type</p:attrName>
                                        </p:attrNameLst>
                                      </p:cBhvr>
                                      <p:to>
                                        <p:strVal val="solid"/>
                                      </p:to>
                                    </p:set>
                                    <p:set>
                                      <p:cBhvr>
                                        <p:cTn id="77" dur="500" fill="hold"/>
                                        <p:tgtEl>
                                          <p:spTgt spid="507928"/>
                                        </p:tgtEl>
                                        <p:attrNameLst>
                                          <p:attrName>fill.on</p:attrName>
                                        </p:attrNameLst>
                                      </p:cBhvr>
                                      <p:to>
                                        <p:strVal val="true"/>
                                      </p:to>
                                    </p:set>
                                  </p:childTnLst>
                                </p:cTn>
                              </p:par>
                              <p:par>
                                <p:cTn id="78" presetID="1" presetClass="emph" presetSubtype="2" fill="hold" nodeType="withEffect">
                                  <p:stCondLst>
                                    <p:cond delay="0"/>
                                  </p:stCondLst>
                                  <p:childTnLst>
                                    <p:animClr clrSpc="rgb" dir="cw">
                                      <p:cBhvr>
                                        <p:cTn id="79" dur="500" fill="hold"/>
                                        <p:tgtEl>
                                          <p:spTgt spid="507937"/>
                                        </p:tgtEl>
                                        <p:attrNameLst>
                                          <p:attrName>fillcolor</p:attrName>
                                        </p:attrNameLst>
                                      </p:cBhvr>
                                      <p:to>
                                        <a:schemeClr val="tx1"/>
                                      </p:to>
                                    </p:animClr>
                                    <p:set>
                                      <p:cBhvr>
                                        <p:cTn id="80" dur="500" fill="hold"/>
                                        <p:tgtEl>
                                          <p:spTgt spid="507937"/>
                                        </p:tgtEl>
                                        <p:attrNameLst>
                                          <p:attrName>fill.type</p:attrName>
                                        </p:attrNameLst>
                                      </p:cBhvr>
                                      <p:to>
                                        <p:strVal val="solid"/>
                                      </p:to>
                                    </p:set>
                                    <p:set>
                                      <p:cBhvr>
                                        <p:cTn id="81" dur="500" fill="hold"/>
                                        <p:tgtEl>
                                          <p:spTgt spid="507937"/>
                                        </p:tgtEl>
                                        <p:attrNameLst>
                                          <p:attrName>fill.on</p:attrName>
                                        </p:attrNameLst>
                                      </p:cBhvr>
                                      <p:to>
                                        <p:strVal val="true"/>
                                      </p:to>
                                    </p:set>
                                  </p:childTnLst>
                                </p:cTn>
                              </p:par>
                              <p:par>
                                <p:cTn id="82" presetID="1" presetClass="emph" presetSubtype="2" fill="hold" nodeType="withEffect">
                                  <p:stCondLst>
                                    <p:cond delay="0"/>
                                  </p:stCondLst>
                                  <p:childTnLst>
                                    <p:animClr clrSpc="rgb" dir="cw">
                                      <p:cBhvr>
                                        <p:cTn id="83" dur="500" fill="hold"/>
                                        <p:tgtEl>
                                          <p:spTgt spid="507939"/>
                                        </p:tgtEl>
                                        <p:attrNameLst>
                                          <p:attrName>fillcolor</p:attrName>
                                        </p:attrNameLst>
                                      </p:cBhvr>
                                      <p:to>
                                        <a:schemeClr val="tx1"/>
                                      </p:to>
                                    </p:animClr>
                                    <p:set>
                                      <p:cBhvr>
                                        <p:cTn id="84" dur="500" fill="hold"/>
                                        <p:tgtEl>
                                          <p:spTgt spid="507939"/>
                                        </p:tgtEl>
                                        <p:attrNameLst>
                                          <p:attrName>fill.type</p:attrName>
                                        </p:attrNameLst>
                                      </p:cBhvr>
                                      <p:to>
                                        <p:strVal val="solid"/>
                                      </p:to>
                                    </p:set>
                                    <p:set>
                                      <p:cBhvr>
                                        <p:cTn id="85" dur="500" fill="hold"/>
                                        <p:tgtEl>
                                          <p:spTgt spid="507939"/>
                                        </p:tgtEl>
                                        <p:attrNameLst>
                                          <p:attrName>fill.on</p:attrName>
                                        </p:attrNameLst>
                                      </p:cBhvr>
                                      <p:to>
                                        <p:strVal val="true"/>
                                      </p:to>
                                    </p:set>
                                  </p:childTnLst>
                                </p:cTn>
                              </p:par>
                            </p:childTnLst>
                          </p:cTn>
                        </p:par>
                        <p:par>
                          <p:cTn id="86" fill="hold">
                            <p:stCondLst>
                              <p:cond delay="500"/>
                            </p:stCondLst>
                            <p:childTnLst>
                              <p:par>
                                <p:cTn id="87" presetID="2" presetClass="entr" presetSubtype="8" fill="hold" grpId="0" nodeType="afterEffect">
                                  <p:stCondLst>
                                    <p:cond delay="0"/>
                                  </p:stCondLst>
                                  <p:childTnLst>
                                    <p:set>
                                      <p:cBhvr>
                                        <p:cTn id="88" dur="1" fill="hold">
                                          <p:stCondLst>
                                            <p:cond delay="0"/>
                                          </p:stCondLst>
                                        </p:cTn>
                                        <p:tgtEl>
                                          <p:spTgt spid="507982"/>
                                        </p:tgtEl>
                                        <p:attrNameLst>
                                          <p:attrName>style.visibility</p:attrName>
                                        </p:attrNameLst>
                                      </p:cBhvr>
                                      <p:to>
                                        <p:strVal val="visible"/>
                                      </p:to>
                                    </p:set>
                                    <p:anim calcmode="lin" valueType="num">
                                      <p:cBhvr additive="base">
                                        <p:cTn id="89" dur="500" fill="hold"/>
                                        <p:tgtEl>
                                          <p:spTgt spid="507982"/>
                                        </p:tgtEl>
                                        <p:attrNameLst>
                                          <p:attrName>ppt_x</p:attrName>
                                        </p:attrNameLst>
                                      </p:cBhvr>
                                      <p:tavLst>
                                        <p:tav tm="0">
                                          <p:val>
                                            <p:strVal val="0-#ppt_w/2"/>
                                          </p:val>
                                        </p:tav>
                                        <p:tav tm="100000">
                                          <p:val>
                                            <p:strVal val="#ppt_x"/>
                                          </p:val>
                                        </p:tav>
                                      </p:tavLst>
                                    </p:anim>
                                    <p:anim calcmode="lin" valueType="num">
                                      <p:cBhvr additive="base">
                                        <p:cTn id="90" dur="500" fill="hold"/>
                                        <p:tgtEl>
                                          <p:spTgt spid="507982"/>
                                        </p:tgtEl>
                                        <p:attrNameLst>
                                          <p:attrName>ppt_y</p:attrName>
                                        </p:attrNameLst>
                                      </p:cBhvr>
                                      <p:tavLst>
                                        <p:tav tm="0">
                                          <p:val>
                                            <p:strVal val="#ppt_y"/>
                                          </p:val>
                                        </p:tav>
                                        <p:tav tm="100000">
                                          <p:val>
                                            <p:strVal val="#ppt_y"/>
                                          </p:val>
                                        </p:tav>
                                      </p:tavLst>
                                    </p:anim>
                                  </p:childTnLst>
                                </p:cTn>
                              </p:par>
                            </p:childTnLst>
                          </p:cTn>
                        </p:par>
                        <p:par>
                          <p:cTn id="91" fill="hold">
                            <p:stCondLst>
                              <p:cond delay="1000"/>
                            </p:stCondLst>
                            <p:childTnLst>
                              <p:par>
                                <p:cTn id="92" presetID="22" presetClass="entr" presetSubtype="8" fill="hold" grpId="0" nodeType="afterEffect">
                                  <p:stCondLst>
                                    <p:cond delay="0"/>
                                  </p:stCondLst>
                                  <p:childTnLst>
                                    <p:set>
                                      <p:cBhvr>
                                        <p:cTn id="93" dur="1" fill="hold">
                                          <p:stCondLst>
                                            <p:cond delay="0"/>
                                          </p:stCondLst>
                                        </p:cTn>
                                        <p:tgtEl>
                                          <p:spTgt spid="507983"/>
                                        </p:tgtEl>
                                        <p:attrNameLst>
                                          <p:attrName>style.visibility</p:attrName>
                                        </p:attrNameLst>
                                      </p:cBhvr>
                                      <p:to>
                                        <p:strVal val="visible"/>
                                      </p:to>
                                    </p:set>
                                    <p:animEffect transition="in" filter="wipe(left)">
                                      <p:cBhvr>
                                        <p:cTn id="94" dur="500"/>
                                        <p:tgtEl>
                                          <p:spTgt spid="507983"/>
                                        </p:tgtEl>
                                      </p:cBhvr>
                                    </p:animEffect>
                                  </p:childTnLst>
                                </p:cTn>
                              </p:par>
                            </p:childTnLst>
                          </p:cTn>
                        </p:par>
                        <p:par>
                          <p:cTn id="95" fill="hold">
                            <p:stCondLst>
                              <p:cond delay="1500"/>
                            </p:stCondLst>
                            <p:childTnLst>
                              <p:par>
                                <p:cTn id="96" presetID="1" presetClass="emph" presetSubtype="2" fill="hold" nodeType="afterEffect">
                                  <p:stCondLst>
                                    <p:cond delay="0"/>
                                  </p:stCondLst>
                                  <p:childTnLst>
                                    <p:animClr clrSpc="rgb" dir="cw">
                                      <p:cBhvr>
                                        <p:cTn id="97" dur="1000" fill="hold"/>
                                        <p:tgtEl>
                                          <p:spTgt spid="507914"/>
                                        </p:tgtEl>
                                        <p:attrNameLst>
                                          <p:attrName>fillcolor</p:attrName>
                                        </p:attrNameLst>
                                      </p:cBhvr>
                                      <p:to>
                                        <a:schemeClr val="accent1"/>
                                      </p:to>
                                    </p:animClr>
                                    <p:set>
                                      <p:cBhvr>
                                        <p:cTn id="98" dur="1000" fill="hold"/>
                                        <p:tgtEl>
                                          <p:spTgt spid="507914"/>
                                        </p:tgtEl>
                                        <p:attrNameLst>
                                          <p:attrName>fill.type</p:attrName>
                                        </p:attrNameLst>
                                      </p:cBhvr>
                                      <p:to>
                                        <p:strVal val="solid"/>
                                      </p:to>
                                    </p:set>
                                    <p:set>
                                      <p:cBhvr>
                                        <p:cTn id="99" dur="1000" fill="hold"/>
                                        <p:tgtEl>
                                          <p:spTgt spid="507914"/>
                                        </p:tgtEl>
                                        <p:attrNameLst>
                                          <p:attrName>fill.on</p:attrName>
                                        </p:attrNameLst>
                                      </p:cBhvr>
                                      <p:to>
                                        <p:strVal val="true"/>
                                      </p:to>
                                    </p:set>
                                  </p:childTnLst>
                                </p:cTn>
                              </p:par>
                              <p:par>
                                <p:cTn id="100" presetID="1" presetClass="emph" presetSubtype="2" fill="hold" nodeType="withEffect">
                                  <p:stCondLst>
                                    <p:cond delay="0"/>
                                  </p:stCondLst>
                                  <p:childTnLst>
                                    <p:animClr clrSpc="rgb" dir="cw">
                                      <p:cBhvr>
                                        <p:cTn id="101" dur="1000" fill="hold"/>
                                        <p:tgtEl>
                                          <p:spTgt spid="507925"/>
                                        </p:tgtEl>
                                        <p:attrNameLst>
                                          <p:attrName>fillcolor</p:attrName>
                                        </p:attrNameLst>
                                      </p:cBhvr>
                                      <p:to>
                                        <a:schemeClr val="accent1"/>
                                      </p:to>
                                    </p:animClr>
                                    <p:set>
                                      <p:cBhvr>
                                        <p:cTn id="102" dur="1000" fill="hold"/>
                                        <p:tgtEl>
                                          <p:spTgt spid="507925"/>
                                        </p:tgtEl>
                                        <p:attrNameLst>
                                          <p:attrName>fill.type</p:attrName>
                                        </p:attrNameLst>
                                      </p:cBhvr>
                                      <p:to>
                                        <p:strVal val="solid"/>
                                      </p:to>
                                    </p:set>
                                    <p:set>
                                      <p:cBhvr>
                                        <p:cTn id="103" dur="1000" fill="hold"/>
                                        <p:tgtEl>
                                          <p:spTgt spid="507925"/>
                                        </p:tgtEl>
                                        <p:attrNameLst>
                                          <p:attrName>fill.on</p:attrName>
                                        </p:attrNameLst>
                                      </p:cBhvr>
                                      <p:to>
                                        <p:strVal val="true"/>
                                      </p:to>
                                    </p:set>
                                  </p:childTnLst>
                                </p:cTn>
                              </p:par>
                            </p:childTnLst>
                          </p:cTn>
                        </p:par>
                        <p:par>
                          <p:cTn id="104" fill="hold">
                            <p:stCondLst>
                              <p:cond delay="2500"/>
                            </p:stCondLst>
                            <p:childTnLst>
                              <p:par>
                                <p:cTn id="105" presetID="22" presetClass="entr" presetSubtype="4" fill="hold" grpId="0" nodeType="afterEffect">
                                  <p:stCondLst>
                                    <p:cond delay="0"/>
                                  </p:stCondLst>
                                  <p:childTnLst>
                                    <p:set>
                                      <p:cBhvr>
                                        <p:cTn id="106" dur="1" fill="hold">
                                          <p:stCondLst>
                                            <p:cond delay="0"/>
                                          </p:stCondLst>
                                        </p:cTn>
                                        <p:tgtEl>
                                          <p:spTgt spid="507981"/>
                                        </p:tgtEl>
                                        <p:attrNameLst>
                                          <p:attrName>style.visibility</p:attrName>
                                        </p:attrNameLst>
                                      </p:cBhvr>
                                      <p:to>
                                        <p:strVal val="visible"/>
                                      </p:to>
                                    </p:set>
                                    <p:animEffect transition="in" filter="wipe(down)">
                                      <p:cBhvr>
                                        <p:cTn id="107" dur="500"/>
                                        <p:tgtEl>
                                          <p:spTgt spid="507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81" grpId="0" animBg="1"/>
      <p:bldP spid="507982" grpId="0"/>
      <p:bldP spid="50798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2945" tIns="41473" rIns="82945" bIns="41473"/>
          <a:lstStyle>
            <a:lvl1pPr eaLnBrk="0">
              <a:tabLst>
                <a:tab pos="656650" algn="l"/>
                <a:tab pos="1313299" algn="l"/>
                <a:tab pos="1969949" algn="l"/>
              </a:tabLst>
              <a:defRPr>
                <a:solidFill>
                  <a:schemeClr val="tx1"/>
                </a:solidFill>
                <a:latin typeface="Arial" pitchFamily="34" charset="0"/>
                <a:cs typeface="Lucida Sans Unicode" pitchFamily="34" charset="0"/>
              </a:defRPr>
            </a:lvl1pPr>
            <a:lvl2pPr eaLnBrk="0">
              <a:tabLst>
                <a:tab pos="656650" algn="l"/>
                <a:tab pos="1313299" algn="l"/>
                <a:tab pos="1969949" algn="l"/>
              </a:tabLst>
              <a:defRPr>
                <a:solidFill>
                  <a:schemeClr val="tx1"/>
                </a:solidFill>
                <a:latin typeface="Arial" pitchFamily="34" charset="0"/>
                <a:cs typeface="Lucida Sans Unicode" pitchFamily="34" charset="0"/>
              </a:defRPr>
            </a:lvl2pPr>
            <a:lvl3pPr eaLnBrk="0">
              <a:tabLst>
                <a:tab pos="656650" algn="l"/>
                <a:tab pos="1313299" algn="l"/>
                <a:tab pos="1969949" algn="l"/>
              </a:tabLst>
              <a:defRPr>
                <a:solidFill>
                  <a:schemeClr val="tx1"/>
                </a:solidFill>
                <a:latin typeface="Arial" pitchFamily="34" charset="0"/>
                <a:cs typeface="Lucida Sans Unicode" pitchFamily="34" charset="0"/>
              </a:defRPr>
            </a:lvl3pPr>
            <a:lvl4pPr eaLnBrk="0">
              <a:tabLst>
                <a:tab pos="656650" algn="l"/>
                <a:tab pos="1313299" algn="l"/>
                <a:tab pos="1969949" algn="l"/>
              </a:tabLst>
              <a:defRPr>
                <a:solidFill>
                  <a:schemeClr val="tx1"/>
                </a:solidFill>
                <a:latin typeface="Arial" pitchFamily="34" charset="0"/>
                <a:cs typeface="Lucida Sans Unicode" pitchFamily="34" charset="0"/>
              </a:defRPr>
            </a:lvl4pPr>
            <a:lvl5pPr eaLnBrk="0">
              <a:tabLst>
                <a:tab pos="656650" algn="l"/>
                <a:tab pos="1313299" algn="l"/>
                <a:tab pos="1969949" algn="l"/>
              </a:tabLst>
              <a:defRPr>
                <a:solidFill>
                  <a:schemeClr val="tx1"/>
                </a:solidFill>
                <a:latin typeface="Arial" pitchFamily="34" charset="0"/>
                <a:cs typeface="Lucida Sans Unicode" pitchFamily="34" charset="0"/>
              </a:defRPr>
            </a:lvl5pPr>
            <a:lvl6pPr marL="2280994"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6pPr>
            <a:lvl7pPr marL="2695720"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7pPr>
            <a:lvl8pPr marL="3110446"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8pPr>
            <a:lvl9pPr marL="3525172"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9pPr>
          </a:lstStyle>
          <a:p>
            <a:pPr eaLnBrk="1">
              <a:buFont typeface="Times New Roman" pitchFamily="18" charset="0"/>
              <a:buNone/>
            </a:pPr>
            <a:fld id="{DB18BC23-EB23-43A7-891A-6F49C64F843C}" type="slidenum">
              <a:rPr lang="en-US" smtClean="0">
                <a:solidFill>
                  <a:srgbClr val="000000"/>
                </a:solidFill>
                <a:latin typeface="Times New Roman" pitchFamily="18" charset="0"/>
              </a:rPr>
              <a:pPr eaLnBrk="1">
                <a:buFont typeface="Times New Roman" pitchFamily="18" charset="0"/>
                <a:buNone/>
              </a:pPr>
              <a:t>21</a:t>
            </a:fld>
            <a:endParaRPr lang="en-US" smtClean="0">
              <a:solidFill>
                <a:srgbClr val="000000"/>
              </a:solidFill>
              <a:latin typeface="Times New Roman" pitchFamily="18" charset="0"/>
            </a:endParaRPr>
          </a:p>
        </p:txBody>
      </p:sp>
      <p:sp>
        <p:nvSpPr>
          <p:cNvPr id="14341" name="Rectangle 1"/>
          <p:cNvSpPr>
            <a:spLocks noGrp="1" noChangeArrowheads="1"/>
          </p:cNvSpPr>
          <p:nvPr>
            <p:ph type="title"/>
          </p:nvPr>
        </p:nvSpPr>
        <p:spPr>
          <a:xfrm>
            <a:off x="467544" y="0"/>
            <a:ext cx="8228160" cy="1144921"/>
          </a:xfrm>
        </p:spPr>
        <p:txBody>
          <a:bodyPr lIns="82945" tIns="35203" rIns="82945" bIns="41473"/>
          <a:lstStyle/>
          <a:p>
            <a:pPr eaLnBrk="1">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dirty="0" smtClean="0"/>
              <a:t>Decoders</a:t>
            </a:r>
          </a:p>
        </p:txBody>
      </p:sp>
      <p:sp>
        <p:nvSpPr>
          <p:cNvPr id="14342" name="Rectangle 2"/>
          <p:cNvSpPr>
            <a:spLocks noGrp="1" noChangeArrowheads="1"/>
          </p:cNvSpPr>
          <p:nvPr>
            <p:ph type="body" idx="1"/>
          </p:nvPr>
        </p:nvSpPr>
        <p:spPr>
          <a:xfrm>
            <a:off x="107504" y="532604"/>
            <a:ext cx="9036496" cy="4452501"/>
          </a:xfrm>
        </p:spPr>
        <p:txBody>
          <a:bodyPr/>
          <a:lstStyle/>
          <a:p>
            <a:pPr marL="391686" indent="-293764" eaLnBrk="1">
              <a:buClr>
                <a:srgbClr val="FF6633"/>
              </a:buClr>
              <a:buSzPct val="45000"/>
              <a:buFont typeface="Wingdings" pitchFamily="2"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400" dirty="0" smtClean="0"/>
              <a:t>A decoder has</a:t>
            </a:r>
          </a:p>
          <a:p>
            <a:pPr marL="1566743" lvl="1" indent="-519848" eaLnBrk="1">
              <a:buClr>
                <a:srgbClr val="FF6633"/>
              </a:buClr>
              <a:buSzPct val="75000"/>
              <a:buFont typeface="Symbol" pitchFamily="18"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000" dirty="0" smtClean="0"/>
              <a:t>N inputs</a:t>
            </a:r>
          </a:p>
          <a:p>
            <a:pPr marL="1566743" lvl="1" indent="-519848" eaLnBrk="1">
              <a:buClr>
                <a:srgbClr val="FF6633"/>
              </a:buClr>
              <a:buSzPct val="75000"/>
              <a:buFont typeface="Symbol" pitchFamily="18"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000" dirty="0" smtClean="0"/>
              <a:t>2</a:t>
            </a:r>
            <a:r>
              <a:rPr lang="en-US" sz="2000" baseline="40000" dirty="0" smtClean="0"/>
              <a:t>N</a:t>
            </a:r>
            <a:r>
              <a:rPr lang="en-US" sz="2000" dirty="0" smtClean="0"/>
              <a:t> outputs</a:t>
            </a:r>
          </a:p>
          <a:p>
            <a:pPr marL="580170" indent="-342900" eaLnBrk="1">
              <a:buClr>
                <a:srgbClr val="FF6633"/>
              </a:buClr>
              <a:buSzPct val="75000"/>
              <a:buFont typeface="Wingdings" pitchFamily="2" charset="2"/>
              <a:buChar char="Ø"/>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400" dirty="0" smtClean="0"/>
              <a:t>A decoder selects one of 2</a:t>
            </a:r>
            <a:r>
              <a:rPr lang="en-US" sz="2400" baseline="40000" dirty="0" smtClean="0"/>
              <a:t>N</a:t>
            </a:r>
            <a:r>
              <a:rPr lang="en-US" sz="2400" dirty="0" smtClean="0"/>
              <a:t> outputs by decoding the binary value on the N inputs</a:t>
            </a:r>
            <a:r>
              <a:rPr lang="en-US" dirty="0" smtClean="0"/>
              <a:t>.</a:t>
            </a:r>
          </a:p>
          <a:p>
            <a:pPr marL="440822" indent="-342900" eaLnBrk="1">
              <a:buClr>
                <a:srgbClr val="FF6633"/>
              </a:buClr>
              <a:buSzPct val="45000"/>
              <a:buFont typeface="Wingdings" pitchFamily="2" charset="2"/>
              <a:buChar char="Ø"/>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000" dirty="0" smtClean="0"/>
              <a:t>The decoder generates all of the </a:t>
            </a:r>
            <a:r>
              <a:rPr lang="en-US" sz="2000" dirty="0" err="1" smtClean="0"/>
              <a:t>minterms</a:t>
            </a:r>
            <a:r>
              <a:rPr lang="en-US" sz="2000" dirty="0" smtClean="0"/>
              <a:t> of the N input variables.</a:t>
            </a:r>
          </a:p>
          <a:p>
            <a:pPr marL="440822" indent="-342900" eaLnBrk="1">
              <a:buClr>
                <a:srgbClr val="FF6633"/>
              </a:buClr>
              <a:buSzPct val="45000"/>
              <a:buFont typeface="Wingdings" pitchFamily="2" charset="2"/>
              <a:buChar char="Ø"/>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000" dirty="0" smtClean="0"/>
              <a:t>Exactly one output will be active for each combination of the inputs.</a:t>
            </a:r>
          </a:p>
        </p:txBody>
      </p:sp>
      <p:sp>
        <p:nvSpPr>
          <p:cNvPr id="14343" name="Text Box 3"/>
          <p:cNvSpPr txBox="1">
            <a:spLocks noChangeArrowheads="1"/>
          </p:cNvSpPr>
          <p:nvPr/>
        </p:nvSpPr>
        <p:spPr bwMode="auto">
          <a:xfrm>
            <a:off x="4929224" y="5271731"/>
            <a:ext cx="2580480" cy="313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1639" tIns="55221" rIns="81639" bIns="40820"/>
          <a:lstStyle>
            <a:lvl1pPr eaLnBrk="0">
              <a:tabLst>
                <a:tab pos="723900" algn="l"/>
                <a:tab pos="1447800" algn="l"/>
                <a:tab pos="2171700" algn="l"/>
              </a:tabLst>
              <a:defRPr>
                <a:solidFill>
                  <a:schemeClr val="tx1"/>
                </a:solidFill>
                <a:latin typeface="Arial" pitchFamily="34" charset="0"/>
                <a:cs typeface="Lucida Sans Unicode" pitchFamily="34" charset="0"/>
              </a:defRPr>
            </a:lvl1pPr>
            <a:lvl2pPr eaLnBrk="0">
              <a:tabLst>
                <a:tab pos="723900" algn="l"/>
                <a:tab pos="1447800" algn="l"/>
                <a:tab pos="2171700" algn="l"/>
              </a:tabLst>
              <a:defRPr>
                <a:solidFill>
                  <a:schemeClr val="tx1"/>
                </a:solidFill>
                <a:latin typeface="Arial" pitchFamily="34" charset="0"/>
                <a:cs typeface="Lucida Sans Unicode" pitchFamily="34" charset="0"/>
              </a:defRPr>
            </a:lvl2pPr>
            <a:lvl3pPr eaLnBrk="0">
              <a:tabLst>
                <a:tab pos="723900" algn="l"/>
                <a:tab pos="1447800" algn="l"/>
                <a:tab pos="2171700" algn="l"/>
              </a:tabLst>
              <a:defRPr>
                <a:solidFill>
                  <a:schemeClr val="tx1"/>
                </a:solidFill>
                <a:latin typeface="Arial" pitchFamily="34" charset="0"/>
                <a:cs typeface="Lucida Sans Unicode" pitchFamily="34" charset="0"/>
              </a:defRPr>
            </a:lvl3pPr>
            <a:lvl4pPr eaLnBrk="0">
              <a:tabLst>
                <a:tab pos="723900" algn="l"/>
                <a:tab pos="1447800" algn="l"/>
                <a:tab pos="2171700" algn="l"/>
              </a:tabLst>
              <a:defRPr>
                <a:solidFill>
                  <a:schemeClr val="tx1"/>
                </a:solidFill>
                <a:latin typeface="Arial" pitchFamily="34" charset="0"/>
                <a:cs typeface="Lucida Sans Unicode" pitchFamily="34" charset="0"/>
              </a:defRPr>
            </a:lvl4pPr>
            <a:lvl5pPr eaLnBrk="0">
              <a:tabLst>
                <a:tab pos="723900" algn="l"/>
                <a:tab pos="1447800" algn="l"/>
                <a:tab pos="2171700" algn="l"/>
              </a:tabLst>
              <a:defRPr>
                <a:solidFill>
                  <a:schemeClr val="tx1"/>
                </a:solidFill>
                <a:latin typeface="Arial"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Lst>
              <a:defRPr>
                <a:solidFill>
                  <a:schemeClr val="tx1"/>
                </a:solidFill>
                <a:latin typeface="Arial"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Lst>
              <a:defRPr>
                <a:solidFill>
                  <a:schemeClr val="tx1"/>
                </a:solidFill>
                <a:latin typeface="Arial"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Lst>
              <a:defRPr>
                <a:solidFill>
                  <a:schemeClr val="tx1"/>
                </a:solidFill>
                <a:latin typeface="Arial"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Lst>
              <a:defRPr>
                <a:solidFill>
                  <a:schemeClr val="tx1"/>
                </a:solidFill>
                <a:latin typeface="Arial" pitchFamily="34" charset="0"/>
                <a:cs typeface="Lucida Sans Unicode" pitchFamily="34" charset="0"/>
              </a:defRPr>
            </a:lvl9pPr>
          </a:lstStyle>
          <a:p>
            <a:pPr eaLnBrk="1"/>
            <a:r>
              <a:rPr lang="en-US" dirty="0">
                <a:solidFill>
                  <a:srgbClr val="800000"/>
                </a:solidFill>
              </a:rPr>
              <a:t>What does “active” mean?</a:t>
            </a:r>
          </a:p>
        </p:txBody>
      </p:sp>
      <p:sp>
        <p:nvSpPr>
          <p:cNvPr id="14344" name="Oval 4"/>
          <p:cNvSpPr>
            <a:spLocks noChangeArrowheads="1"/>
          </p:cNvSpPr>
          <p:nvPr/>
        </p:nvSpPr>
        <p:spPr bwMode="auto">
          <a:xfrm>
            <a:off x="3671900" y="4440765"/>
            <a:ext cx="828093" cy="622145"/>
          </a:xfrm>
          <a:prstGeom prst="ellipse">
            <a:avLst/>
          </a:prstGeom>
          <a:noFill/>
          <a:ln w="18360">
            <a:solidFill>
              <a:srgbClr val="800000"/>
            </a:solidFill>
            <a:round/>
            <a:headEnd/>
            <a:tailEnd/>
          </a:ln>
          <a:extLst>
            <a:ext uri="{909E8E84-426E-40DD-AFC4-6F175D3DCCD1}">
              <a14:hiddenFill xmlns:a14="http://schemas.microsoft.com/office/drawing/2010/main">
                <a:solidFill>
                  <a:srgbClr val="FFFFFF"/>
                </a:solidFill>
              </a14:hiddenFill>
            </a:ext>
          </a:extLst>
        </p:spPr>
        <p:txBody>
          <a:bodyPr wrap="none" lIns="82945" tIns="41473" rIns="82945" bIns="41473" anchor="ctr"/>
          <a:lstStyle/>
          <a:p>
            <a:endParaRPr lang="en-US"/>
          </a:p>
        </p:txBody>
      </p:sp>
      <p:sp>
        <p:nvSpPr>
          <p:cNvPr id="14345" name="Line 5"/>
          <p:cNvSpPr>
            <a:spLocks noChangeShapeType="1"/>
          </p:cNvSpPr>
          <p:nvPr/>
        </p:nvSpPr>
        <p:spPr bwMode="auto">
          <a:xfrm flipH="1" flipV="1">
            <a:off x="4499993" y="5011064"/>
            <a:ext cx="417600" cy="417644"/>
          </a:xfrm>
          <a:prstGeom prst="line">
            <a:avLst/>
          </a:prstGeom>
          <a:noFill/>
          <a:ln w="9525">
            <a:solidFill>
              <a:srgbClr val="800000"/>
            </a:solidFill>
            <a:round/>
            <a:headEnd/>
            <a:tailEnd type="triangle" w="med" len="med"/>
          </a:ln>
          <a:extLst>
            <a:ext uri="{909E8E84-426E-40DD-AFC4-6F175D3DCCD1}">
              <a14:hiddenFill xmlns:a14="http://schemas.microsoft.com/office/drawing/2010/main">
                <a:noFill/>
              </a14:hiddenFill>
            </a:ext>
          </a:extLst>
        </p:spPr>
        <p:txBody>
          <a:bodyPr lIns="82945" tIns="41473" rIns="82945" bIns="41473"/>
          <a:lstStyle/>
          <a:p>
            <a:endParaRPr lang="en-US"/>
          </a:p>
        </p:txBody>
      </p:sp>
    </p:spTree>
    <p:extLst>
      <p:ext uri="{BB962C8B-B14F-4D97-AF65-F5344CB8AC3E}">
        <p14:creationId xmlns:p14="http://schemas.microsoft.com/office/powerpoint/2010/main" val="292396252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Title 509953"/>
          <p:cNvSpPr>
            <a:spLocks noGrp="1"/>
          </p:cNvSpPr>
          <p:nvPr>
            <p:ph type="title"/>
          </p:nvPr>
        </p:nvSpPr>
        <p:spPr/>
        <p:txBody>
          <a:bodyPr lIns="63500" tIns="25400" rIns="63500" bIns="25400">
            <a:spAutoFit/>
          </a:bodyPr>
          <a:lstStyle/>
          <a:p>
            <a:r>
              <a:t>Decoders</a:t>
            </a:r>
          </a:p>
        </p:txBody>
      </p:sp>
      <p:sp>
        <p:nvSpPr>
          <p:cNvPr id="509955" name="Text Placeholder 509954"/>
          <p:cNvSpPr>
            <a:spLocks noGrp="1"/>
          </p:cNvSpPr>
          <p:nvPr>
            <p:ph type="body" idx="1"/>
          </p:nvPr>
        </p:nvSpPr>
        <p:spPr>
          <a:xfrm>
            <a:off x="110808" y="621030"/>
            <a:ext cx="8280400" cy="477838"/>
          </a:xfrm>
        </p:spPr>
        <p:txBody>
          <a:bodyPr lIns="63500" tIns="25400" rIns="63500" bIns="25400">
            <a:spAutoFit/>
          </a:bodyPr>
          <a:lstStyle/>
          <a:p>
            <a:r>
              <a:t>2-to-4 Line Decoder</a:t>
            </a:r>
          </a:p>
        </p:txBody>
      </p:sp>
      <p:graphicFrame>
        <p:nvGraphicFramePr>
          <p:cNvPr id="509988" name="Table 509987"/>
          <p:cNvGraphicFramePr/>
          <p:nvPr/>
        </p:nvGraphicFramePr>
        <p:xfrm>
          <a:off x="1150938" y="4149725"/>
          <a:ext cx="2881313" cy="2159000"/>
        </p:xfrm>
        <a:graphic>
          <a:graphicData uri="http://schemas.openxmlformats.org/drawingml/2006/table">
            <a:tbl>
              <a:tblPr/>
              <a:tblGrid>
                <a:gridCol w="1079500"/>
                <a:gridCol w="1801813"/>
              </a:tblGrid>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 I</a:t>
                      </a:r>
                      <a:r>
                        <a:rPr i="1" baseline="-25000">
                          <a:solidFill>
                            <a:srgbClr val="FFFF00"/>
                          </a:solidFill>
                        </a:rPr>
                        <a:t>1</a:t>
                      </a:r>
                      <a:r>
                        <a:rPr i="1">
                          <a:solidFill>
                            <a:srgbClr val="FFFF00"/>
                          </a:solidFill>
                        </a:rPr>
                        <a:t>  I</a:t>
                      </a:r>
                      <a:r>
                        <a:rPr i="1" baseline="-25000">
                          <a:solidFill>
                            <a:srgbClr val="FFFF00"/>
                          </a:solidFill>
                        </a:rPr>
                        <a:t>0</a:t>
                      </a:r>
                      <a:endParaRPr lang="en-US" i="1" baseline="-25000">
                        <a:solidFill>
                          <a:srgbClr val="FFFF00"/>
                        </a:solidFill>
                      </a:endParaRPr>
                    </a:p>
                  </a:txBody>
                  <a:tcPr marL="0" marR="0" marT="0" marB="0">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Y</a:t>
                      </a:r>
                      <a:r>
                        <a:rPr i="1" baseline="-25000">
                          <a:solidFill>
                            <a:srgbClr val="FFFF00"/>
                          </a:solidFill>
                        </a:rPr>
                        <a:t>3</a:t>
                      </a:r>
                      <a:r>
                        <a:rPr i="1">
                          <a:solidFill>
                            <a:srgbClr val="FFFF00"/>
                          </a:solidFill>
                        </a:rPr>
                        <a:t>  Y</a:t>
                      </a:r>
                      <a:r>
                        <a:rPr i="1" baseline="-25000">
                          <a:solidFill>
                            <a:srgbClr val="FFFF00"/>
                          </a:solidFill>
                        </a:rPr>
                        <a:t>2</a:t>
                      </a:r>
                      <a:r>
                        <a:rPr i="1">
                          <a:solidFill>
                            <a:srgbClr val="FFFF00"/>
                          </a:solidFill>
                        </a:rPr>
                        <a:t>  Y</a:t>
                      </a:r>
                      <a:r>
                        <a:rPr i="1" baseline="-25000">
                          <a:solidFill>
                            <a:srgbClr val="FFFF00"/>
                          </a:solidFill>
                        </a:rPr>
                        <a:t>1</a:t>
                      </a:r>
                      <a:r>
                        <a:rPr i="1">
                          <a:solidFill>
                            <a:srgbClr val="FFFF00"/>
                          </a:solidFill>
                        </a:rPr>
                        <a:t>  Y</a:t>
                      </a:r>
                      <a:r>
                        <a:rPr i="1" baseline="-25000">
                          <a:solidFill>
                            <a:srgbClr val="FFFF00"/>
                          </a:solidFill>
                        </a:rPr>
                        <a:t>0</a:t>
                      </a:r>
                      <a:endParaRPr lang="en-US" i="1" baseline="-25000">
                        <a:solidFill>
                          <a:srgbClr val="FFFF00"/>
                        </a:solidFill>
                      </a:endParaRPr>
                    </a:p>
                  </a:txBody>
                  <a:tcPr marL="0" marR="0" marT="0" marB="0">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0   0   0   </a:t>
                      </a:r>
                      <a:r>
                        <a:rPr>
                          <a:solidFill>
                            <a:schemeClr val="accent1"/>
                          </a:solidFill>
                        </a:rPr>
                        <a:t>1</a:t>
                      </a:r>
                      <a:endParaRPr lang="en-US">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0  1</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0   0   </a:t>
                      </a:r>
                      <a:r>
                        <a:rPr>
                          <a:solidFill>
                            <a:schemeClr val="accent1"/>
                          </a:solidFill>
                        </a:rPr>
                        <a:t>1   </a:t>
                      </a:r>
                      <a:r>
                        <a:rPr>
                          <a:solidFill>
                            <a:schemeClr val="tx1"/>
                          </a:solidFill>
                        </a:rPr>
                        <a:t>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1  0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a:t>
                      </a:r>
                      <a:r>
                        <a:rPr>
                          <a:solidFill>
                            <a:schemeClr val="accent1"/>
                          </a:solidFill>
                        </a:rPr>
                        <a:t>1   </a:t>
                      </a:r>
                      <a:r>
                        <a:rPr>
                          <a:solidFill>
                            <a:schemeClr val="tx1"/>
                          </a:solidFill>
                        </a:rPr>
                        <a:t>0   0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1  1</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1  </a:t>
                      </a:r>
                      <a:r>
                        <a:rPr>
                          <a:solidFill>
                            <a:schemeClr val="tx1"/>
                          </a:solidFill>
                        </a:rPr>
                        <a:t> 0   0   0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pSp>
        <p:nvGrpSpPr>
          <p:cNvPr id="509994" name="Group 509993"/>
          <p:cNvGrpSpPr/>
          <p:nvPr/>
        </p:nvGrpSpPr>
        <p:grpSpPr>
          <a:xfrm>
            <a:off x="1150938" y="1989138"/>
            <a:ext cx="2882900" cy="1800225"/>
            <a:chOff x="725" y="1253"/>
            <a:chExt cx="1816" cy="1134"/>
          </a:xfrm>
        </p:grpSpPr>
        <p:sp>
          <p:nvSpPr>
            <p:cNvPr id="509957" name="Rounded Rectangle 509956"/>
            <p:cNvSpPr/>
            <p:nvPr/>
          </p:nvSpPr>
          <p:spPr>
            <a:xfrm flipH="1" flipV="1">
              <a:off x="1066" y="1253"/>
              <a:ext cx="1134" cy="1134"/>
            </a:xfrm>
            <a:prstGeom prst="roundRect">
              <a:avLst>
                <a:gd name="adj" fmla="val 16667"/>
              </a:avLst>
            </a:prstGeom>
            <a:solidFill>
              <a:srgbClr val="FFFF00"/>
            </a:solidFill>
            <a:ln w="28575" cap="flat" cmpd="sng">
              <a:solidFill>
                <a:srgbClr val="008000"/>
              </a:solidFill>
              <a:prstDash val="solid"/>
              <a:headEnd type="none" w="med" len="med"/>
              <a:tailEnd type="none" w="med" len="med"/>
            </a:ln>
          </p:spPr>
          <p:txBody>
            <a:bodyPr vert="eaVert" wrap="none" lIns="0" tIns="0" rIns="0" bIns="0" anchor="ctr" anchorCtr="1"/>
            <a:lstStyle/>
            <a:p>
              <a:pPr>
                <a:buClr>
                  <a:schemeClr val="bg1"/>
                </a:buClr>
              </a:pPr>
              <a:r>
                <a:rPr sz="2400" b="1">
                  <a:solidFill>
                    <a:schemeClr val="accent1"/>
                  </a:solidFill>
                  <a:latin typeface="Times New Roman" panose="02020603050405020304" pitchFamily="18" charset="0"/>
                  <a:cs typeface="Times New Roman" panose="02020603050405020304" pitchFamily="18" charset="0"/>
                </a:rPr>
                <a:t>Binary</a:t>
              </a:r>
              <a:br>
                <a:rPr sz="2400" b="1">
                  <a:solidFill>
                    <a:schemeClr val="accent1"/>
                  </a:solidFill>
                  <a:latin typeface="Times New Roman" panose="02020603050405020304" pitchFamily="18" charset="0"/>
                  <a:cs typeface="Times New Roman" panose="02020603050405020304" pitchFamily="18" charset="0"/>
                </a:rPr>
              </a:br>
              <a:r>
                <a:rPr sz="2400" b="1">
                  <a:solidFill>
                    <a:schemeClr val="accent1"/>
                  </a:solidFill>
                  <a:latin typeface="Times New Roman" panose="02020603050405020304" pitchFamily="18" charset="0"/>
                  <a:cs typeface="Times New Roman" panose="02020603050405020304" pitchFamily="18" charset="0"/>
                </a:rPr>
                <a:t>Decoder</a:t>
              </a:r>
              <a:endParaRPr sz="2400" b="1">
                <a:solidFill>
                  <a:schemeClr val="accent1"/>
                </a:solidFill>
                <a:latin typeface="Times New Roman" panose="02020603050405020304" pitchFamily="18" charset="0"/>
                <a:ea typeface="Times New Roman" panose="02020603050405020304" pitchFamily="18" charset="0"/>
              </a:endParaRPr>
            </a:p>
          </p:txBody>
        </p:sp>
        <p:sp>
          <p:nvSpPr>
            <p:cNvPr id="509958" name="Straight Connector 509957"/>
            <p:cNvSpPr/>
            <p:nvPr/>
          </p:nvSpPr>
          <p:spPr>
            <a:xfrm>
              <a:off x="725" y="1593"/>
              <a:ext cx="341" cy="0"/>
            </a:xfrm>
            <a:prstGeom prst="line">
              <a:avLst/>
            </a:prstGeom>
            <a:ln w="38100" cap="flat" cmpd="sng">
              <a:solidFill>
                <a:schemeClr val="accent2"/>
              </a:solidFill>
              <a:prstDash val="solid"/>
              <a:headEnd type="none" w="med" len="med"/>
              <a:tailEnd type="none" w="med" len="med"/>
            </a:ln>
          </p:spPr>
        </p:sp>
        <p:sp>
          <p:nvSpPr>
            <p:cNvPr id="509959" name="Straight Connector 509958"/>
            <p:cNvSpPr/>
            <p:nvPr/>
          </p:nvSpPr>
          <p:spPr>
            <a:xfrm>
              <a:off x="725" y="2047"/>
              <a:ext cx="341" cy="0"/>
            </a:xfrm>
            <a:prstGeom prst="line">
              <a:avLst/>
            </a:prstGeom>
            <a:ln w="38100" cap="flat" cmpd="sng">
              <a:solidFill>
                <a:schemeClr val="accent2"/>
              </a:solidFill>
              <a:prstDash val="solid"/>
              <a:headEnd type="none" w="med" len="med"/>
              <a:tailEnd type="none" w="med" len="med"/>
            </a:ln>
          </p:spPr>
        </p:sp>
        <p:sp>
          <p:nvSpPr>
            <p:cNvPr id="509960" name="Text Box 509959"/>
            <p:cNvSpPr txBox="1"/>
            <p:nvPr/>
          </p:nvSpPr>
          <p:spPr>
            <a:xfrm>
              <a:off x="1066" y="1470"/>
              <a:ext cx="226" cy="690"/>
            </a:xfrm>
            <a:prstGeom prst="rect">
              <a:avLst/>
            </a:prstGeom>
            <a:noFill/>
            <a:ln w="28575">
              <a:noFill/>
            </a:ln>
          </p:spPr>
          <p:txBody>
            <a:bodyPr lIns="0" tIns="0" rIns="0" bIns="0">
              <a:spAutoFit/>
            </a:bodyPr>
            <a:lstStyle/>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1</a:t>
              </a:r>
            </a:p>
            <a:p>
              <a:pPr>
                <a:lnSpc>
                  <a:spcPct val="100000"/>
                </a:lnSpc>
                <a:spcBef>
                  <a:spcPct val="0"/>
                </a:spcBef>
                <a:buClr>
                  <a:schemeClr val="bg1"/>
                </a:buClr>
              </a:pPr>
              <a:endParaRPr sz="2400" b="1" i="1">
                <a:latin typeface="Times New Roman" panose="02020603050405020304" pitchFamily="18" charset="0"/>
                <a:cs typeface="Times New Roman" panose="02020603050405020304" pitchFamily="18" charset="0"/>
              </a:endParaRP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09989" name="Straight Connector 509988"/>
            <p:cNvSpPr/>
            <p:nvPr/>
          </p:nvSpPr>
          <p:spPr>
            <a:xfrm>
              <a:off x="2200" y="1480"/>
              <a:ext cx="341" cy="0"/>
            </a:xfrm>
            <a:prstGeom prst="line">
              <a:avLst/>
            </a:prstGeom>
            <a:ln w="38100" cap="flat" cmpd="sng">
              <a:solidFill>
                <a:schemeClr val="accent2"/>
              </a:solidFill>
              <a:prstDash val="solid"/>
              <a:headEnd type="none" w="med" len="med"/>
              <a:tailEnd type="none" w="med" len="med"/>
            </a:ln>
          </p:spPr>
        </p:sp>
        <p:sp>
          <p:nvSpPr>
            <p:cNvPr id="509990" name="Text Box 509989"/>
            <p:cNvSpPr txBox="1"/>
            <p:nvPr/>
          </p:nvSpPr>
          <p:spPr>
            <a:xfrm>
              <a:off x="1965" y="1313"/>
              <a:ext cx="226" cy="920"/>
            </a:xfrm>
            <a:prstGeom prst="rect">
              <a:avLst/>
            </a:prstGeom>
            <a:noFill/>
            <a:ln w="28575">
              <a:noFill/>
            </a:ln>
          </p:spPr>
          <p:txBody>
            <a:bodyPr lIns="0" tIns="0" rIns="0" bIns="0">
              <a:spAutoFit/>
            </a:bodyPr>
            <a:lstStyle/>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3</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2</a:t>
              </a:r>
            </a:p>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1</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09991" name="Straight Connector 509990"/>
            <p:cNvSpPr/>
            <p:nvPr/>
          </p:nvSpPr>
          <p:spPr>
            <a:xfrm>
              <a:off x="2200" y="1706"/>
              <a:ext cx="341" cy="0"/>
            </a:xfrm>
            <a:prstGeom prst="line">
              <a:avLst/>
            </a:prstGeom>
            <a:ln w="38100" cap="flat" cmpd="sng">
              <a:solidFill>
                <a:schemeClr val="accent2"/>
              </a:solidFill>
              <a:prstDash val="solid"/>
              <a:headEnd type="none" w="med" len="med"/>
              <a:tailEnd type="none" w="med" len="med"/>
            </a:ln>
          </p:spPr>
        </p:sp>
        <p:sp>
          <p:nvSpPr>
            <p:cNvPr id="509992" name="Straight Connector 509991"/>
            <p:cNvSpPr/>
            <p:nvPr/>
          </p:nvSpPr>
          <p:spPr>
            <a:xfrm>
              <a:off x="2200" y="1932"/>
              <a:ext cx="341" cy="0"/>
            </a:xfrm>
            <a:prstGeom prst="line">
              <a:avLst/>
            </a:prstGeom>
            <a:ln w="38100" cap="flat" cmpd="sng">
              <a:solidFill>
                <a:schemeClr val="accent2"/>
              </a:solidFill>
              <a:prstDash val="solid"/>
              <a:headEnd type="none" w="med" len="med"/>
              <a:tailEnd type="none" w="med" len="med"/>
            </a:ln>
          </p:spPr>
        </p:sp>
        <p:sp>
          <p:nvSpPr>
            <p:cNvPr id="509993" name="Straight Connector 509992"/>
            <p:cNvSpPr/>
            <p:nvPr/>
          </p:nvSpPr>
          <p:spPr>
            <a:xfrm>
              <a:off x="2200" y="2158"/>
              <a:ext cx="341" cy="0"/>
            </a:xfrm>
            <a:prstGeom prst="line">
              <a:avLst/>
            </a:prstGeom>
            <a:ln w="38100" cap="flat" cmpd="sng">
              <a:solidFill>
                <a:schemeClr val="accent2"/>
              </a:solidFill>
              <a:prstDash val="solid"/>
              <a:headEnd type="none" w="med" len="med"/>
              <a:tailEnd type="none" w="med" len="med"/>
            </a:ln>
          </p:spPr>
        </p:sp>
      </p:grpSp>
      <p:graphicFrame>
        <p:nvGraphicFramePr>
          <p:cNvPr id="509995" name="Object 509994"/>
          <p:cNvGraphicFramePr/>
          <p:nvPr/>
        </p:nvGraphicFramePr>
        <p:xfrm>
          <a:off x="4572000" y="1268413"/>
          <a:ext cx="3959225" cy="3894137"/>
        </p:xfrm>
        <a:graphic>
          <a:graphicData uri="http://schemas.openxmlformats.org/presentationml/2006/ole">
            <mc:AlternateContent xmlns:mc="http://schemas.openxmlformats.org/markup-compatibility/2006">
              <mc:Choice xmlns:v="urn:schemas-microsoft-com:vml" Requires="v">
                <p:oleObj spid="_x0000_s23743" r:id="rId4" imgW="3010535" imgH="2954020" progId="Visio.Drawing.11">
                  <p:embed/>
                </p:oleObj>
              </mc:Choice>
              <mc:Fallback>
                <p:oleObj r:id="rId4" imgW="3010535" imgH="2954020" progId="Visio.Drawing.11">
                  <p:embed/>
                  <p:pic>
                    <p:nvPicPr>
                      <p:cNvPr id="0" name="Picture 3108"/>
                      <p:cNvPicPr/>
                      <p:nvPr/>
                    </p:nvPicPr>
                    <p:blipFill>
                      <a:blip r:embed="rId5"/>
                      <a:stretch>
                        <a:fillRect/>
                      </a:stretch>
                    </p:blipFill>
                    <p:spPr>
                      <a:xfrm>
                        <a:off x="4572000" y="1268413"/>
                        <a:ext cx="3959225" cy="3894137"/>
                      </a:xfrm>
                      <a:prstGeom prst="rect">
                        <a:avLst/>
                      </a:prstGeom>
                      <a:noFill/>
                      <a:ln w="38100">
                        <a:noFill/>
                        <a:miter/>
                      </a:ln>
                    </p:spPr>
                  </p:pic>
                </p:oleObj>
              </mc:Fallback>
            </mc:AlternateContent>
          </a:graphicData>
        </a:graphic>
      </p:graphicFrame>
      <p:graphicFrame>
        <p:nvGraphicFramePr>
          <p:cNvPr id="509997" name="Object 509996"/>
          <p:cNvGraphicFramePr/>
          <p:nvPr/>
        </p:nvGraphicFramePr>
        <p:xfrm>
          <a:off x="4765675" y="5229225"/>
          <a:ext cx="1284288" cy="514350"/>
        </p:xfrm>
        <a:graphic>
          <a:graphicData uri="http://schemas.openxmlformats.org/presentationml/2006/ole">
            <mc:AlternateContent xmlns:mc="http://schemas.openxmlformats.org/markup-compatibility/2006">
              <mc:Choice xmlns:v="urn:schemas-microsoft-com:vml" Requires="v">
                <p:oleObj spid="_x0000_s23744" r:id="rId6" imgW="571500" imgH="228600" progId="Equation.3">
                  <p:embed/>
                </p:oleObj>
              </mc:Choice>
              <mc:Fallback>
                <p:oleObj r:id="rId6" imgW="571500" imgH="228600" progId="Equation.3">
                  <p:embed/>
                  <p:pic>
                    <p:nvPicPr>
                      <p:cNvPr id="0" name="Picture 3109"/>
                      <p:cNvPicPr/>
                      <p:nvPr/>
                    </p:nvPicPr>
                    <p:blipFill>
                      <a:blip r:embed="rId7"/>
                      <a:stretch>
                        <a:fillRect/>
                      </a:stretch>
                    </p:blipFill>
                    <p:spPr>
                      <a:xfrm>
                        <a:off x="4765675" y="5229225"/>
                        <a:ext cx="1284288" cy="514350"/>
                      </a:xfrm>
                      <a:prstGeom prst="rect">
                        <a:avLst/>
                      </a:prstGeom>
                      <a:noFill/>
                      <a:ln w="38100">
                        <a:noFill/>
                        <a:miter/>
                      </a:ln>
                    </p:spPr>
                  </p:pic>
                </p:oleObj>
              </mc:Fallback>
            </mc:AlternateContent>
          </a:graphicData>
        </a:graphic>
      </p:graphicFrame>
      <p:graphicFrame>
        <p:nvGraphicFramePr>
          <p:cNvPr id="509998" name="Object 509997"/>
          <p:cNvGraphicFramePr/>
          <p:nvPr/>
        </p:nvGraphicFramePr>
        <p:xfrm>
          <a:off x="7107238" y="5214938"/>
          <a:ext cx="1284287" cy="542925"/>
        </p:xfrm>
        <a:graphic>
          <a:graphicData uri="http://schemas.openxmlformats.org/presentationml/2006/ole">
            <mc:AlternateContent xmlns:mc="http://schemas.openxmlformats.org/markup-compatibility/2006">
              <mc:Choice xmlns:v="urn:schemas-microsoft-com:vml" Requires="v">
                <p:oleObj spid="_x0000_s23745" r:id="rId8" imgW="571500" imgH="241300" progId="Equation.3">
                  <p:embed/>
                </p:oleObj>
              </mc:Choice>
              <mc:Fallback>
                <p:oleObj r:id="rId8" imgW="571500" imgH="241300" progId="Equation.3">
                  <p:embed/>
                  <p:pic>
                    <p:nvPicPr>
                      <p:cNvPr id="0" name="Picture 3104"/>
                      <p:cNvPicPr/>
                      <p:nvPr/>
                    </p:nvPicPr>
                    <p:blipFill>
                      <a:blip r:embed="rId9"/>
                      <a:stretch>
                        <a:fillRect/>
                      </a:stretch>
                    </p:blipFill>
                    <p:spPr>
                      <a:xfrm>
                        <a:off x="7107238" y="5214938"/>
                        <a:ext cx="1284287" cy="542925"/>
                      </a:xfrm>
                      <a:prstGeom prst="rect">
                        <a:avLst/>
                      </a:prstGeom>
                      <a:noFill/>
                      <a:ln w="38100">
                        <a:noFill/>
                        <a:miter/>
                      </a:ln>
                    </p:spPr>
                  </p:pic>
                </p:oleObj>
              </mc:Fallback>
            </mc:AlternateContent>
          </a:graphicData>
        </a:graphic>
      </p:graphicFrame>
      <p:graphicFrame>
        <p:nvGraphicFramePr>
          <p:cNvPr id="509999" name="Object 509998"/>
          <p:cNvGraphicFramePr/>
          <p:nvPr/>
        </p:nvGraphicFramePr>
        <p:xfrm>
          <a:off x="4779963" y="5754688"/>
          <a:ext cx="1255712" cy="542925"/>
        </p:xfrm>
        <a:graphic>
          <a:graphicData uri="http://schemas.openxmlformats.org/presentationml/2006/ole">
            <mc:AlternateContent xmlns:mc="http://schemas.openxmlformats.org/markup-compatibility/2006">
              <mc:Choice xmlns:v="urn:schemas-microsoft-com:vml" Requires="v">
                <p:oleObj spid="_x0000_s23746" r:id="rId10" imgW="558800" imgH="241300" progId="Equation.3">
                  <p:embed/>
                </p:oleObj>
              </mc:Choice>
              <mc:Fallback>
                <p:oleObj r:id="rId10" imgW="558800" imgH="241300" progId="Equation.3">
                  <p:embed/>
                  <p:pic>
                    <p:nvPicPr>
                      <p:cNvPr id="0" name="Picture 3110"/>
                      <p:cNvPicPr/>
                      <p:nvPr/>
                    </p:nvPicPr>
                    <p:blipFill>
                      <a:blip r:embed="rId11"/>
                      <a:stretch>
                        <a:fillRect/>
                      </a:stretch>
                    </p:blipFill>
                    <p:spPr>
                      <a:xfrm>
                        <a:off x="4779963" y="5754688"/>
                        <a:ext cx="1255712" cy="542925"/>
                      </a:xfrm>
                      <a:prstGeom prst="rect">
                        <a:avLst/>
                      </a:prstGeom>
                      <a:noFill/>
                      <a:ln w="38100">
                        <a:noFill/>
                        <a:miter/>
                      </a:ln>
                    </p:spPr>
                  </p:pic>
                </p:oleObj>
              </mc:Fallback>
            </mc:AlternateContent>
          </a:graphicData>
        </a:graphic>
      </p:graphicFrame>
      <p:graphicFrame>
        <p:nvGraphicFramePr>
          <p:cNvPr id="510000" name="Object 509999"/>
          <p:cNvGraphicFramePr/>
          <p:nvPr/>
        </p:nvGraphicFramePr>
        <p:xfrm>
          <a:off x="7107238" y="5754688"/>
          <a:ext cx="1284287" cy="542925"/>
        </p:xfrm>
        <a:graphic>
          <a:graphicData uri="http://schemas.openxmlformats.org/presentationml/2006/ole">
            <mc:AlternateContent xmlns:mc="http://schemas.openxmlformats.org/markup-compatibility/2006">
              <mc:Choice xmlns:v="urn:schemas-microsoft-com:vml" Requires="v">
                <p:oleObj spid="_x0000_s23747" r:id="rId12" imgW="571500" imgH="241300" progId="Equation.3">
                  <p:embed/>
                </p:oleObj>
              </mc:Choice>
              <mc:Fallback>
                <p:oleObj r:id="rId12" imgW="571500" imgH="241300" progId="Equation.3">
                  <p:embed/>
                  <p:pic>
                    <p:nvPicPr>
                      <p:cNvPr id="0" name="Picture 3111"/>
                      <p:cNvPicPr/>
                      <p:nvPr/>
                    </p:nvPicPr>
                    <p:blipFill>
                      <a:blip r:embed="rId13"/>
                      <a:stretch>
                        <a:fillRect/>
                      </a:stretch>
                    </p:blipFill>
                    <p:spPr>
                      <a:xfrm>
                        <a:off x="7107238" y="5754688"/>
                        <a:ext cx="1284287" cy="542925"/>
                      </a:xfrm>
                      <a:prstGeom prst="rect">
                        <a:avLst/>
                      </a:prstGeom>
                      <a:noFill/>
                      <a:ln w="38100">
                        <a:noFill/>
                        <a:miter/>
                      </a:ln>
                    </p:spPr>
                  </p:pic>
                </p:oleObj>
              </mc:Fallback>
            </mc:AlternateContent>
          </a:graphicData>
        </a:graphic>
      </p:graphicFrame>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22</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09955">
                                            <p:txEl>
                                              <p:pRg st="0" end="0"/>
                                            </p:txEl>
                                          </p:spTgt>
                                        </p:tgtEl>
                                        <p:attrNameLst>
                                          <p:attrName>style.visibility</p:attrName>
                                        </p:attrNameLst>
                                      </p:cBhvr>
                                      <p:to>
                                        <p:strVal val="visible"/>
                                      </p:to>
                                    </p:set>
                                    <p:animEffect transition="in" filter="wipe(left)">
                                      <p:cBhvr>
                                        <p:cTn id="7" dur="500"/>
                                        <p:tgtEl>
                                          <p:spTgt spid="509955">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09994"/>
                                        </p:tgtEl>
                                        <p:attrNameLst>
                                          <p:attrName>style.visibility</p:attrName>
                                        </p:attrNameLst>
                                      </p:cBhvr>
                                      <p:to>
                                        <p:strVal val="visible"/>
                                      </p:to>
                                    </p:set>
                                    <p:animEffect transition="in" filter="wipe(left)">
                                      <p:cBhvr>
                                        <p:cTn id="11" dur="500"/>
                                        <p:tgtEl>
                                          <p:spTgt spid="509994"/>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509988"/>
                                        </p:tgtEl>
                                        <p:attrNameLst>
                                          <p:attrName>style.visibility</p:attrName>
                                        </p:attrNameLst>
                                      </p:cBhvr>
                                      <p:to>
                                        <p:strVal val="visible"/>
                                      </p:to>
                                    </p:set>
                                    <p:animEffect transition="in" filter="wipe(up)">
                                      <p:cBhvr>
                                        <p:cTn id="15" dur="500"/>
                                        <p:tgtEl>
                                          <p:spTgt spid="50998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09997"/>
                                        </p:tgtEl>
                                        <p:attrNameLst>
                                          <p:attrName>style.visibility</p:attrName>
                                        </p:attrNameLst>
                                      </p:cBhvr>
                                      <p:to>
                                        <p:strVal val="visible"/>
                                      </p:to>
                                    </p:set>
                                    <p:animEffect transition="in" filter="wipe(left)">
                                      <p:cBhvr>
                                        <p:cTn id="20" dur="500"/>
                                        <p:tgtEl>
                                          <p:spTgt spid="509997"/>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509998"/>
                                        </p:tgtEl>
                                        <p:attrNameLst>
                                          <p:attrName>style.visibility</p:attrName>
                                        </p:attrNameLst>
                                      </p:cBhvr>
                                      <p:to>
                                        <p:strVal val="visible"/>
                                      </p:to>
                                    </p:set>
                                    <p:animEffect transition="in" filter="wipe(left)">
                                      <p:cBhvr>
                                        <p:cTn id="24" dur="500"/>
                                        <p:tgtEl>
                                          <p:spTgt spid="509998"/>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509999"/>
                                        </p:tgtEl>
                                        <p:attrNameLst>
                                          <p:attrName>style.visibility</p:attrName>
                                        </p:attrNameLst>
                                      </p:cBhvr>
                                      <p:to>
                                        <p:strVal val="visible"/>
                                      </p:to>
                                    </p:set>
                                    <p:animEffect transition="in" filter="wipe(left)">
                                      <p:cBhvr>
                                        <p:cTn id="28" dur="500"/>
                                        <p:tgtEl>
                                          <p:spTgt spid="509999"/>
                                        </p:tgtEl>
                                      </p:cBhvr>
                                    </p:animEffect>
                                  </p:childTnLst>
                                </p:cTn>
                              </p:par>
                            </p:childTnLst>
                          </p:cTn>
                        </p:par>
                        <p:par>
                          <p:cTn id="29" fill="hold">
                            <p:stCondLst>
                              <p:cond delay="1500"/>
                            </p:stCondLst>
                            <p:childTnLst>
                              <p:par>
                                <p:cTn id="30" presetID="22" presetClass="entr" presetSubtype="8" fill="hold" nodeType="afterEffect">
                                  <p:stCondLst>
                                    <p:cond delay="0"/>
                                  </p:stCondLst>
                                  <p:childTnLst>
                                    <p:set>
                                      <p:cBhvr>
                                        <p:cTn id="31" dur="1" fill="hold">
                                          <p:stCondLst>
                                            <p:cond delay="0"/>
                                          </p:stCondLst>
                                        </p:cTn>
                                        <p:tgtEl>
                                          <p:spTgt spid="510000"/>
                                        </p:tgtEl>
                                        <p:attrNameLst>
                                          <p:attrName>style.visibility</p:attrName>
                                        </p:attrNameLst>
                                      </p:cBhvr>
                                      <p:to>
                                        <p:strVal val="visible"/>
                                      </p:to>
                                    </p:set>
                                    <p:animEffect transition="in" filter="wipe(left)">
                                      <p:cBhvr>
                                        <p:cTn id="32" dur="500"/>
                                        <p:tgtEl>
                                          <p:spTgt spid="51000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09995"/>
                                        </p:tgtEl>
                                        <p:attrNameLst>
                                          <p:attrName>style.visibility</p:attrName>
                                        </p:attrNameLst>
                                      </p:cBhvr>
                                      <p:to>
                                        <p:strVal val="visible"/>
                                      </p:to>
                                    </p:set>
                                    <p:animEffect transition="in" filter="wipe(left)">
                                      <p:cBhvr>
                                        <p:cTn id="37" dur="500"/>
                                        <p:tgtEl>
                                          <p:spTgt spid="5099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Title 512001"/>
          <p:cNvSpPr>
            <a:spLocks noGrp="1"/>
          </p:cNvSpPr>
          <p:nvPr>
            <p:ph type="title"/>
          </p:nvPr>
        </p:nvSpPr>
        <p:spPr/>
        <p:txBody>
          <a:bodyPr lIns="63500" tIns="25400" rIns="63500" bIns="25400">
            <a:spAutoFit/>
          </a:bodyPr>
          <a:lstStyle/>
          <a:p>
            <a:r>
              <a:t>Decoders</a:t>
            </a:r>
          </a:p>
        </p:txBody>
      </p:sp>
      <p:sp>
        <p:nvSpPr>
          <p:cNvPr id="512003" name="Text Placeholder 512002"/>
          <p:cNvSpPr>
            <a:spLocks noGrp="1"/>
          </p:cNvSpPr>
          <p:nvPr>
            <p:ph type="body" idx="1"/>
          </p:nvPr>
        </p:nvSpPr>
        <p:spPr>
          <a:xfrm>
            <a:off x="106998" y="621030"/>
            <a:ext cx="8280400" cy="477838"/>
          </a:xfrm>
        </p:spPr>
        <p:txBody>
          <a:bodyPr lIns="63500" tIns="25400" rIns="63500" bIns="25400">
            <a:spAutoFit/>
          </a:bodyPr>
          <a:lstStyle/>
          <a:p>
            <a:r>
              <a:t>“</a:t>
            </a:r>
            <a:r>
              <a:rPr i="1">
                <a:solidFill>
                  <a:srgbClr val="CC00CC"/>
                </a:solidFill>
              </a:rPr>
              <a:t>Enable</a:t>
            </a:r>
            <a:r>
              <a:t>” Control</a:t>
            </a:r>
          </a:p>
        </p:txBody>
      </p:sp>
      <p:grpSp>
        <p:nvGrpSpPr>
          <p:cNvPr id="512067" name="Group 512066"/>
          <p:cNvGrpSpPr/>
          <p:nvPr/>
        </p:nvGrpSpPr>
        <p:grpSpPr>
          <a:xfrm>
            <a:off x="1150938" y="1706563"/>
            <a:ext cx="2882900" cy="1800225"/>
            <a:chOff x="725" y="1026"/>
            <a:chExt cx="1816" cy="1134"/>
          </a:xfrm>
        </p:grpSpPr>
        <p:sp>
          <p:nvSpPr>
            <p:cNvPr id="512005" name="Rounded Rectangle 512004"/>
            <p:cNvSpPr/>
            <p:nvPr/>
          </p:nvSpPr>
          <p:spPr>
            <a:xfrm flipH="1" flipV="1">
              <a:off x="1066" y="1026"/>
              <a:ext cx="1134" cy="1134"/>
            </a:xfrm>
            <a:prstGeom prst="roundRect">
              <a:avLst>
                <a:gd name="adj" fmla="val 16667"/>
              </a:avLst>
            </a:prstGeom>
            <a:solidFill>
              <a:srgbClr val="FFFF00"/>
            </a:solidFill>
            <a:ln w="28575" cap="flat" cmpd="sng">
              <a:solidFill>
                <a:srgbClr val="008000"/>
              </a:solidFill>
              <a:prstDash val="solid"/>
              <a:headEnd type="none" w="med" len="med"/>
              <a:tailEnd type="none" w="med" len="med"/>
            </a:ln>
          </p:spPr>
          <p:txBody>
            <a:bodyPr vert="eaVert" wrap="none" lIns="0" tIns="0" rIns="0" bIns="0" anchor="ctr" anchorCtr="1"/>
            <a:lstStyle/>
            <a:p>
              <a:pPr>
                <a:buClr>
                  <a:schemeClr val="bg1"/>
                </a:buClr>
              </a:pPr>
              <a:r>
                <a:rPr sz="2400" b="1">
                  <a:solidFill>
                    <a:schemeClr val="accent1"/>
                  </a:solidFill>
                  <a:latin typeface="Times New Roman" panose="02020603050405020304" pitchFamily="18" charset="0"/>
                  <a:cs typeface="Times New Roman" panose="02020603050405020304" pitchFamily="18" charset="0"/>
                </a:rPr>
                <a:t>Binary</a:t>
              </a:r>
              <a:br>
                <a:rPr sz="2400" b="1">
                  <a:solidFill>
                    <a:schemeClr val="accent1"/>
                  </a:solidFill>
                  <a:latin typeface="Times New Roman" panose="02020603050405020304" pitchFamily="18" charset="0"/>
                  <a:cs typeface="Times New Roman" panose="02020603050405020304" pitchFamily="18" charset="0"/>
                </a:rPr>
              </a:br>
              <a:r>
                <a:rPr sz="2400" b="1">
                  <a:solidFill>
                    <a:schemeClr val="accent1"/>
                  </a:solidFill>
                  <a:latin typeface="Times New Roman" panose="02020603050405020304" pitchFamily="18" charset="0"/>
                  <a:cs typeface="Times New Roman" panose="02020603050405020304" pitchFamily="18" charset="0"/>
                </a:rPr>
                <a:t>Decoder</a:t>
              </a:r>
              <a:endParaRPr sz="2400" b="1">
                <a:solidFill>
                  <a:schemeClr val="accent1"/>
                </a:solidFill>
                <a:latin typeface="Times New Roman" panose="02020603050405020304" pitchFamily="18" charset="0"/>
                <a:ea typeface="Times New Roman" panose="02020603050405020304" pitchFamily="18" charset="0"/>
              </a:endParaRPr>
            </a:p>
          </p:txBody>
        </p:sp>
        <p:sp>
          <p:nvSpPr>
            <p:cNvPr id="512006" name="Straight Connector 512005"/>
            <p:cNvSpPr/>
            <p:nvPr/>
          </p:nvSpPr>
          <p:spPr>
            <a:xfrm>
              <a:off x="725" y="1366"/>
              <a:ext cx="341" cy="0"/>
            </a:xfrm>
            <a:prstGeom prst="line">
              <a:avLst/>
            </a:prstGeom>
            <a:ln w="38100" cap="flat" cmpd="sng">
              <a:solidFill>
                <a:schemeClr val="accent2"/>
              </a:solidFill>
              <a:prstDash val="solid"/>
              <a:headEnd type="none" w="med" len="med"/>
              <a:tailEnd type="none" w="med" len="med"/>
            </a:ln>
          </p:spPr>
        </p:sp>
        <p:sp>
          <p:nvSpPr>
            <p:cNvPr id="512007" name="Straight Connector 512006"/>
            <p:cNvSpPr/>
            <p:nvPr/>
          </p:nvSpPr>
          <p:spPr>
            <a:xfrm>
              <a:off x="725" y="1593"/>
              <a:ext cx="341" cy="0"/>
            </a:xfrm>
            <a:prstGeom prst="line">
              <a:avLst/>
            </a:prstGeom>
            <a:ln w="38100" cap="flat" cmpd="sng">
              <a:solidFill>
                <a:schemeClr val="accent2"/>
              </a:solidFill>
              <a:prstDash val="solid"/>
              <a:headEnd type="none" w="med" len="med"/>
              <a:tailEnd type="none" w="med" len="med"/>
            </a:ln>
          </p:spPr>
        </p:sp>
        <p:sp>
          <p:nvSpPr>
            <p:cNvPr id="512008" name="Text Box 512007"/>
            <p:cNvSpPr txBox="1"/>
            <p:nvPr/>
          </p:nvSpPr>
          <p:spPr>
            <a:xfrm>
              <a:off x="1066" y="1243"/>
              <a:ext cx="226" cy="690"/>
            </a:xfrm>
            <a:prstGeom prst="rect">
              <a:avLst/>
            </a:prstGeom>
            <a:noFill/>
            <a:ln w="28575">
              <a:noFill/>
            </a:ln>
          </p:spPr>
          <p:txBody>
            <a:bodyPr lIns="0" tIns="0" rIns="0" bIns="0">
              <a:spAutoFit/>
            </a:bodyPr>
            <a:lstStyle/>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1</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0</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E</a:t>
              </a:r>
              <a:endParaRPr sz="2400" b="1" i="1">
                <a:latin typeface="Times New Roman" panose="02020603050405020304" pitchFamily="18" charset="0"/>
                <a:ea typeface="Times New Roman" panose="02020603050405020304" pitchFamily="18" charset="0"/>
              </a:endParaRPr>
            </a:p>
          </p:txBody>
        </p:sp>
        <p:sp>
          <p:nvSpPr>
            <p:cNvPr id="512009" name="Straight Connector 512008"/>
            <p:cNvSpPr/>
            <p:nvPr/>
          </p:nvSpPr>
          <p:spPr>
            <a:xfrm>
              <a:off x="2200" y="1253"/>
              <a:ext cx="341" cy="0"/>
            </a:xfrm>
            <a:prstGeom prst="line">
              <a:avLst/>
            </a:prstGeom>
            <a:ln w="38100" cap="flat" cmpd="sng">
              <a:solidFill>
                <a:schemeClr val="accent2"/>
              </a:solidFill>
              <a:prstDash val="solid"/>
              <a:headEnd type="none" w="med" len="med"/>
              <a:tailEnd type="none" w="med" len="med"/>
            </a:ln>
          </p:spPr>
        </p:sp>
        <p:sp>
          <p:nvSpPr>
            <p:cNvPr id="512010" name="Text Box 512009"/>
            <p:cNvSpPr txBox="1"/>
            <p:nvPr/>
          </p:nvSpPr>
          <p:spPr>
            <a:xfrm>
              <a:off x="1965" y="1086"/>
              <a:ext cx="226" cy="920"/>
            </a:xfrm>
            <a:prstGeom prst="rect">
              <a:avLst/>
            </a:prstGeom>
            <a:noFill/>
            <a:ln w="28575">
              <a:noFill/>
            </a:ln>
          </p:spPr>
          <p:txBody>
            <a:bodyPr lIns="0" tIns="0" rIns="0" bIns="0">
              <a:spAutoFit/>
            </a:bodyPr>
            <a:lstStyle/>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3</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2</a:t>
              </a:r>
            </a:p>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1</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12011" name="Straight Connector 512010"/>
            <p:cNvSpPr/>
            <p:nvPr/>
          </p:nvSpPr>
          <p:spPr>
            <a:xfrm>
              <a:off x="2200" y="1479"/>
              <a:ext cx="341" cy="0"/>
            </a:xfrm>
            <a:prstGeom prst="line">
              <a:avLst/>
            </a:prstGeom>
            <a:ln w="38100" cap="flat" cmpd="sng">
              <a:solidFill>
                <a:schemeClr val="accent2"/>
              </a:solidFill>
              <a:prstDash val="solid"/>
              <a:headEnd type="none" w="med" len="med"/>
              <a:tailEnd type="none" w="med" len="med"/>
            </a:ln>
          </p:spPr>
        </p:sp>
        <p:sp>
          <p:nvSpPr>
            <p:cNvPr id="512012" name="Straight Connector 512011"/>
            <p:cNvSpPr/>
            <p:nvPr/>
          </p:nvSpPr>
          <p:spPr>
            <a:xfrm>
              <a:off x="2200" y="1705"/>
              <a:ext cx="341" cy="0"/>
            </a:xfrm>
            <a:prstGeom prst="line">
              <a:avLst/>
            </a:prstGeom>
            <a:ln w="38100" cap="flat" cmpd="sng">
              <a:solidFill>
                <a:schemeClr val="accent2"/>
              </a:solidFill>
              <a:prstDash val="solid"/>
              <a:headEnd type="none" w="med" len="med"/>
              <a:tailEnd type="none" w="med" len="med"/>
            </a:ln>
          </p:spPr>
        </p:sp>
        <p:sp>
          <p:nvSpPr>
            <p:cNvPr id="512013" name="Straight Connector 512012"/>
            <p:cNvSpPr/>
            <p:nvPr/>
          </p:nvSpPr>
          <p:spPr>
            <a:xfrm>
              <a:off x="2200" y="1931"/>
              <a:ext cx="341" cy="0"/>
            </a:xfrm>
            <a:prstGeom prst="line">
              <a:avLst/>
            </a:prstGeom>
            <a:ln w="38100" cap="flat" cmpd="sng">
              <a:solidFill>
                <a:schemeClr val="accent2"/>
              </a:solidFill>
              <a:prstDash val="solid"/>
              <a:headEnd type="none" w="med" len="med"/>
              <a:tailEnd type="none" w="med" len="med"/>
            </a:ln>
          </p:spPr>
        </p:sp>
        <p:sp>
          <p:nvSpPr>
            <p:cNvPr id="512014" name="Straight Connector 512013"/>
            <p:cNvSpPr/>
            <p:nvPr/>
          </p:nvSpPr>
          <p:spPr>
            <a:xfrm>
              <a:off x="725" y="1820"/>
              <a:ext cx="341" cy="0"/>
            </a:xfrm>
            <a:prstGeom prst="line">
              <a:avLst/>
            </a:prstGeom>
            <a:ln w="38100" cap="flat" cmpd="sng">
              <a:solidFill>
                <a:schemeClr val="accent2"/>
              </a:solidFill>
              <a:prstDash val="solid"/>
              <a:headEnd type="none" w="med" len="med"/>
              <a:tailEnd type="none" w="med" len="med"/>
            </a:ln>
          </p:spPr>
        </p:sp>
      </p:grpSp>
      <p:graphicFrame>
        <p:nvGraphicFramePr>
          <p:cNvPr id="512066" name="Table 512065"/>
          <p:cNvGraphicFramePr/>
          <p:nvPr/>
        </p:nvGraphicFramePr>
        <p:xfrm>
          <a:off x="971550" y="3789363"/>
          <a:ext cx="3421063" cy="2590800"/>
        </p:xfrm>
        <a:graphic>
          <a:graphicData uri="http://schemas.openxmlformats.org/drawingml/2006/table">
            <a:tbl>
              <a:tblPr/>
              <a:tblGrid>
                <a:gridCol w="541338"/>
                <a:gridCol w="900112"/>
                <a:gridCol w="1979613"/>
              </a:tblGrid>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E </a:t>
                      </a:r>
                      <a:endParaRPr lang="en-US" i="1" baseline="-25000">
                        <a:solidFill>
                          <a:srgbClr val="FFFF00"/>
                        </a:solidFill>
                      </a:endParaRPr>
                    </a:p>
                  </a:txBody>
                  <a:tcPr marL="0" marR="0" marT="0" marB="0">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I</a:t>
                      </a:r>
                      <a:r>
                        <a:rPr i="1" baseline="-25000">
                          <a:solidFill>
                            <a:srgbClr val="FFFF00"/>
                          </a:solidFill>
                        </a:rPr>
                        <a:t>1</a:t>
                      </a:r>
                      <a:r>
                        <a:rPr i="1">
                          <a:solidFill>
                            <a:srgbClr val="FFFF00"/>
                          </a:solidFill>
                        </a:rPr>
                        <a:t>  I</a:t>
                      </a:r>
                      <a:r>
                        <a:rPr i="1" baseline="-25000">
                          <a:solidFill>
                            <a:srgbClr val="FFFF00"/>
                          </a:solidFill>
                        </a:rPr>
                        <a:t>0</a:t>
                      </a:r>
                      <a:endParaRPr lang="en-US" i="1" baseline="-25000">
                        <a:solidFill>
                          <a:srgbClr val="FFFF00"/>
                        </a:solidFill>
                      </a:endParaRPr>
                    </a:p>
                  </a:txBody>
                  <a:tcPr marL="0" marR="0" marT="0" marB="0">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Y</a:t>
                      </a:r>
                      <a:r>
                        <a:rPr i="1" baseline="-25000">
                          <a:solidFill>
                            <a:srgbClr val="FFFF00"/>
                          </a:solidFill>
                        </a:rPr>
                        <a:t>3</a:t>
                      </a:r>
                      <a:r>
                        <a:rPr i="1">
                          <a:solidFill>
                            <a:srgbClr val="FFFF00"/>
                          </a:solidFill>
                        </a:rPr>
                        <a:t>  Y</a:t>
                      </a:r>
                      <a:r>
                        <a:rPr i="1" baseline="-25000">
                          <a:solidFill>
                            <a:srgbClr val="FFFF00"/>
                          </a:solidFill>
                        </a:rPr>
                        <a:t>2</a:t>
                      </a:r>
                      <a:r>
                        <a:rPr i="1">
                          <a:solidFill>
                            <a:srgbClr val="FFFF00"/>
                          </a:solidFill>
                        </a:rPr>
                        <a:t>  Y</a:t>
                      </a:r>
                      <a:r>
                        <a:rPr i="1" baseline="-25000">
                          <a:solidFill>
                            <a:srgbClr val="FFFF00"/>
                          </a:solidFill>
                        </a:rPr>
                        <a:t>1</a:t>
                      </a:r>
                      <a:r>
                        <a:rPr i="1">
                          <a:solidFill>
                            <a:srgbClr val="FFFF00"/>
                          </a:solidFill>
                        </a:rPr>
                        <a:t>  Y</a:t>
                      </a:r>
                      <a:r>
                        <a:rPr i="1" baseline="-25000">
                          <a:solidFill>
                            <a:srgbClr val="FFFF00"/>
                          </a:solidFill>
                        </a:rPr>
                        <a:t>0</a:t>
                      </a:r>
                      <a:endParaRPr lang="en-US" i="1" baseline="-25000">
                        <a:solidFill>
                          <a:srgbClr val="FFFF00"/>
                        </a:solidFill>
                      </a:endParaRPr>
                    </a:p>
                  </a:txBody>
                  <a:tcPr marL="0" marR="0" marT="0" marB="0">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x  x</a:t>
                      </a:r>
                      <a:endParaRPr lang="en-US"/>
                    </a:p>
                  </a:txBody>
                  <a:tcPr marL="0" marR="0" marT="0" marB="0" anchor="ctr">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0   0   0   0 </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rgbClr val="CC00CC"/>
                          </a:solidFill>
                        </a:rPr>
                        <a:t>1</a:t>
                      </a:r>
                      <a:endParaRPr lang="en-US">
                        <a:solidFill>
                          <a:srgbClr val="CC00CC"/>
                        </a:solidFill>
                      </a:endParaRPr>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0  0</a:t>
                      </a:r>
                      <a:endParaRPr lang="en-US"/>
                    </a:p>
                  </a:txBody>
                  <a:tcPr marL="0" marR="0" marT="0" marB="0" anchor="ctr">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0   0   0   </a:t>
                      </a:r>
                      <a:r>
                        <a:rPr>
                          <a:solidFill>
                            <a:schemeClr val="accent1"/>
                          </a:solidFill>
                        </a:rPr>
                        <a:t>1</a:t>
                      </a:r>
                      <a:endParaRPr lang="en-US">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rgbClr val="CC00CC"/>
                          </a:solidFill>
                        </a:rPr>
                        <a:t>1</a:t>
                      </a:r>
                      <a:endParaRPr lang="en-US">
                        <a:solidFill>
                          <a:srgbClr val="CC00CC"/>
                        </a:solidFill>
                      </a:endParaRPr>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0  1</a:t>
                      </a:r>
                      <a:endParaRPr lang="en-US"/>
                    </a:p>
                  </a:txBody>
                  <a:tcPr marL="0" marR="0" marT="0" marB="0" anchor="ctr">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0   0   </a:t>
                      </a:r>
                      <a:r>
                        <a:rPr>
                          <a:solidFill>
                            <a:schemeClr val="accent1"/>
                          </a:solidFill>
                        </a:rPr>
                        <a:t>1   </a:t>
                      </a:r>
                      <a:r>
                        <a:rPr>
                          <a:solidFill>
                            <a:schemeClr val="tx1"/>
                          </a:solidFill>
                        </a:rPr>
                        <a:t>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rgbClr val="CC00CC"/>
                          </a:solidFill>
                        </a:rPr>
                        <a:t>1</a:t>
                      </a:r>
                      <a:endParaRPr lang="en-US">
                        <a:solidFill>
                          <a:srgbClr val="CC00CC"/>
                        </a:solidFill>
                      </a:endParaRPr>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1  0</a:t>
                      </a:r>
                      <a:endParaRPr lang="en-US"/>
                    </a:p>
                  </a:txBody>
                  <a:tcPr marL="0" marR="0" marT="0" marB="0" anchor="ctr">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a:t>
                      </a:r>
                      <a:r>
                        <a:rPr>
                          <a:solidFill>
                            <a:schemeClr val="accent1"/>
                          </a:solidFill>
                        </a:rPr>
                        <a:t>1   </a:t>
                      </a:r>
                      <a:r>
                        <a:rPr>
                          <a:solidFill>
                            <a:schemeClr val="tx1"/>
                          </a:solidFill>
                        </a:rPr>
                        <a:t>0   0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rgbClr val="CC00CC"/>
                          </a:solidFill>
                        </a:rPr>
                        <a:t>1</a:t>
                      </a:r>
                      <a:endParaRPr lang="en-US">
                        <a:solidFill>
                          <a:srgbClr val="CC00CC"/>
                        </a:solidFill>
                      </a:endParaRPr>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1  1</a:t>
                      </a:r>
                      <a:endParaRPr lang="en-US"/>
                    </a:p>
                  </a:txBody>
                  <a:tcPr marL="0" marR="0" marT="0" marB="0" anchor="ctr">
                    <a:lnL w="381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1  </a:t>
                      </a:r>
                      <a:r>
                        <a:rPr>
                          <a:solidFill>
                            <a:schemeClr val="tx1"/>
                          </a:solidFill>
                        </a:rPr>
                        <a:t> 0   0   0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512068" name="Object 512067"/>
          <p:cNvGraphicFramePr/>
          <p:nvPr/>
        </p:nvGraphicFramePr>
        <p:xfrm>
          <a:off x="4667250" y="1195388"/>
          <a:ext cx="4303713" cy="4286250"/>
        </p:xfrm>
        <a:graphic>
          <a:graphicData uri="http://schemas.openxmlformats.org/presentationml/2006/ole">
            <mc:AlternateContent xmlns:mc="http://schemas.openxmlformats.org/markup-compatibility/2006">
              <mc:Choice xmlns:v="urn:schemas-microsoft-com:vml" Requires="v">
                <p:oleObj spid="_x0000_s39946" r:id="rId4" imgW="3207385" imgH="3193415" progId="Visio.Drawing.11">
                  <p:embed/>
                </p:oleObj>
              </mc:Choice>
              <mc:Fallback>
                <p:oleObj r:id="rId4" imgW="3207385" imgH="3193415" progId="Visio.Drawing.11">
                  <p:embed/>
                  <p:pic>
                    <p:nvPicPr>
                      <p:cNvPr id="0" name=""/>
                      <p:cNvPicPr/>
                      <p:nvPr/>
                    </p:nvPicPr>
                    <p:blipFill>
                      <a:blip r:embed="rId5"/>
                      <a:stretch>
                        <a:fillRect/>
                      </a:stretch>
                    </p:blipFill>
                    <p:spPr>
                      <a:xfrm>
                        <a:off x="4667250" y="1195388"/>
                        <a:ext cx="4303713" cy="4286250"/>
                      </a:xfrm>
                      <a:prstGeom prst="rect">
                        <a:avLst/>
                      </a:prstGeom>
                      <a:noFill/>
                      <a:ln w="38100">
                        <a:noFill/>
                        <a:miter/>
                      </a:ln>
                    </p:spPr>
                  </p:pic>
                </p:oleObj>
              </mc:Fallback>
            </mc:AlternateContent>
          </a:graphicData>
        </a:graphic>
      </p:graphicFrame>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23</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extLst>
      <p:ext uri="{BB962C8B-B14F-4D97-AF65-F5344CB8AC3E}">
        <p14:creationId xmlns:p14="http://schemas.microsoft.com/office/powerpoint/2010/main" val="2325199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12003">
                                            <p:txEl>
                                              <p:pRg st="0" end="0"/>
                                            </p:txEl>
                                          </p:spTgt>
                                        </p:tgtEl>
                                        <p:attrNameLst>
                                          <p:attrName>style.visibility</p:attrName>
                                        </p:attrNameLst>
                                      </p:cBhvr>
                                      <p:to>
                                        <p:strVal val="visible"/>
                                      </p:to>
                                    </p:set>
                                    <p:animEffect transition="in" filter="wipe(left)">
                                      <p:cBhvr>
                                        <p:cTn id="7" dur="500"/>
                                        <p:tgtEl>
                                          <p:spTgt spid="51200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12067"/>
                                        </p:tgtEl>
                                        <p:attrNameLst>
                                          <p:attrName>style.visibility</p:attrName>
                                        </p:attrNameLst>
                                      </p:cBhvr>
                                      <p:to>
                                        <p:strVal val="visible"/>
                                      </p:to>
                                    </p:set>
                                    <p:animEffect transition="in" filter="wipe(left)">
                                      <p:cBhvr>
                                        <p:cTn id="11" dur="500"/>
                                        <p:tgtEl>
                                          <p:spTgt spid="512067"/>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512066"/>
                                        </p:tgtEl>
                                        <p:attrNameLst>
                                          <p:attrName>style.visibility</p:attrName>
                                        </p:attrNameLst>
                                      </p:cBhvr>
                                      <p:to>
                                        <p:strVal val="visible"/>
                                      </p:to>
                                    </p:set>
                                    <p:animEffect transition="in" filter="wipe(up)">
                                      <p:cBhvr>
                                        <p:cTn id="15" dur="500"/>
                                        <p:tgtEl>
                                          <p:spTgt spid="51206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12068"/>
                                        </p:tgtEl>
                                        <p:attrNameLst>
                                          <p:attrName>style.visibility</p:attrName>
                                        </p:attrNameLst>
                                      </p:cBhvr>
                                      <p:to>
                                        <p:strVal val="visible"/>
                                      </p:to>
                                    </p:set>
                                    <p:animEffect transition="in" filter="wipe(left)">
                                      <p:cBhvr>
                                        <p:cTn id="20" dur="500"/>
                                        <p:tgtEl>
                                          <p:spTgt spid="512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Title 510977"/>
          <p:cNvSpPr>
            <a:spLocks noGrp="1"/>
          </p:cNvSpPr>
          <p:nvPr>
            <p:ph type="title"/>
          </p:nvPr>
        </p:nvSpPr>
        <p:spPr/>
        <p:txBody>
          <a:bodyPr lIns="63500" tIns="25400" rIns="63500" bIns="25400">
            <a:spAutoFit/>
          </a:bodyPr>
          <a:lstStyle/>
          <a:p>
            <a:r>
              <a:t>Decoders</a:t>
            </a:r>
          </a:p>
        </p:txBody>
      </p:sp>
      <p:sp>
        <p:nvSpPr>
          <p:cNvPr id="510979" name="Text Placeholder 510978"/>
          <p:cNvSpPr>
            <a:spLocks noGrp="1"/>
          </p:cNvSpPr>
          <p:nvPr>
            <p:ph type="body" idx="1"/>
          </p:nvPr>
        </p:nvSpPr>
        <p:spPr>
          <a:xfrm>
            <a:off x="106998" y="621030"/>
            <a:ext cx="8280400" cy="477838"/>
          </a:xfrm>
        </p:spPr>
        <p:txBody>
          <a:bodyPr lIns="63500" tIns="25400" rIns="63500" bIns="25400">
            <a:spAutoFit/>
          </a:bodyPr>
          <a:lstStyle/>
          <a:p>
            <a:r>
              <a:t>3-to-8 Line Decoder</a:t>
            </a:r>
          </a:p>
        </p:txBody>
      </p:sp>
      <p:grpSp>
        <p:nvGrpSpPr>
          <p:cNvPr id="511021" name="Group 511020"/>
          <p:cNvGrpSpPr/>
          <p:nvPr/>
        </p:nvGrpSpPr>
        <p:grpSpPr>
          <a:xfrm>
            <a:off x="792163" y="1989138"/>
            <a:ext cx="2882900" cy="3421062"/>
            <a:chOff x="725" y="1026"/>
            <a:chExt cx="1816" cy="2155"/>
          </a:xfrm>
        </p:grpSpPr>
        <p:sp>
          <p:nvSpPr>
            <p:cNvPr id="511005" name="Rounded Rectangle 511004"/>
            <p:cNvSpPr/>
            <p:nvPr/>
          </p:nvSpPr>
          <p:spPr>
            <a:xfrm flipH="1" flipV="1">
              <a:off x="1066" y="1026"/>
              <a:ext cx="1134" cy="2155"/>
            </a:xfrm>
            <a:prstGeom prst="roundRect">
              <a:avLst>
                <a:gd name="adj" fmla="val 16667"/>
              </a:avLst>
            </a:prstGeom>
            <a:solidFill>
              <a:srgbClr val="FFFF00"/>
            </a:solidFill>
            <a:ln w="28575" cap="flat" cmpd="sng">
              <a:solidFill>
                <a:srgbClr val="008000"/>
              </a:solidFill>
              <a:prstDash val="solid"/>
              <a:headEnd type="none" w="med" len="med"/>
              <a:tailEnd type="none" w="med" len="med"/>
            </a:ln>
          </p:spPr>
          <p:txBody>
            <a:bodyPr vert="eaVert" wrap="none" lIns="0" tIns="0" rIns="0" bIns="0" anchor="ctr" anchorCtr="1"/>
            <a:lstStyle/>
            <a:p>
              <a:pPr>
                <a:buClr>
                  <a:schemeClr val="bg1"/>
                </a:buClr>
              </a:pPr>
              <a:r>
                <a:rPr sz="2400" b="1">
                  <a:solidFill>
                    <a:schemeClr val="accent1"/>
                  </a:solidFill>
                  <a:latin typeface="Times New Roman" panose="02020603050405020304" pitchFamily="18" charset="0"/>
                  <a:cs typeface="Times New Roman" panose="02020603050405020304" pitchFamily="18" charset="0"/>
                </a:rPr>
                <a:t>Binary</a:t>
              </a:r>
              <a:br>
                <a:rPr sz="2400" b="1">
                  <a:solidFill>
                    <a:schemeClr val="accent1"/>
                  </a:solidFill>
                  <a:latin typeface="Times New Roman" panose="02020603050405020304" pitchFamily="18" charset="0"/>
                  <a:cs typeface="Times New Roman" panose="02020603050405020304" pitchFamily="18" charset="0"/>
                </a:rPr>
              </a:br>
              <a:r>
                <a:rPr sz="2400" b="1">
                  <a:solidFill>
                    <a:schemeClr val="accent1"/>
                  </a:solidFill>
                  <a:latin typeface="Times New Roman" panose="02020603050405020304" pitchFamily="18" charset="0"/>
                  <a:cs typeface="Times New Roman" panose="02020603050405020304" pitchFamily="18" charset="0"/>
                </a:rPr>
                <a:t>Decoder</a:t>
              </a:r>
              <a:endParaRPr sz="2400" b="1">
                <a:solidFill>
                  <a:schemeClr val="accent1"/>
                </a:solidFill>
                <a:latin typeface="Times New Roman" panose="02020603050405020304" pitchFamily="18" charset="0"/>
                <a:ea typeface="Times New Roman" panose="02020603050405020304" pitchFamily="18" charset="0"/>
              </a:endParaRPr>
            </a:p>
          </p:txBody>
        </p:sp>
        <p:sp>
          <p:nvSpPr>
            <p:cNvPr id="511006" name="Straight Connector 511005"/>
            <p:cNvSpPr/>
            <p:nvPr/>
          </p:nvSpPr>
          <p:spPr>
            <a:xfrm>
              <a:off x="725" y="1933"/>
              <a:ext cx="341" cy="0"/>
            </a:xfrm>
            <a:prstGeom prst="line">
              <a:avLst/>
            </a:prstGeom>
            <a:ln w="38100" cap="flat" cmpd="sng">
              <a:solidFill>
                <a:schemeClr val="accent2"/>
              </a:solidFill>
              <a:prstDash val="solid"/>
              <a:headEnd type="none" w="med" len="med"/>
              <a:tailEnd type="none" w="med" len="med"/>
            </a:ln>
          </p:spPr>
        </p:sp>
        <p:sp>
          <p:nvSpPr>
            <p:cNvPr id="511007" name="Straight Connector 511006"/>
            <p:cNvSpPr/>
            <p:nvPr/>
          </p:nvSpPr>
          <p:spPr>
            <a:xfrm>
              <a:off x="725" y="2387"/>
              <a:ext cx="341" cy="0"/>
            </a:xfrm>
            <a:prstGeom prst="line">
              <a:avLst/>
            </a:prstGeom>
            <a:ln w="38100" cap="flat" cmpd="sng">
              <a:solidFill>
                <a:schemeClr val="accent2"/>
              </a:solidFill>
              <a:prstDash val="solid"/>
              <a:headEnd type="none" w="med" len="med"/>
              <a:tailEnd type="none" w="med" len="med"/>
            </a:ln>
          </p:spPr>
        </p:sp>
        <p:sp>
          <p:nvSpPr>
            <p:cNvPr id="511008" name="Text Box 511007"/>
            <p:cNvSpPr txBox="1"/>
            <p:nvPr/>
          </p:nvSpPr>
          <p:spPr>
            <a:xfrm>
              <a:off x="1066" y="1810"/>
              <a:ext cx="226" cy="690"/>
            </a:xfrm>
            <a:prstGeom prst="rect">
              <a:avLst/>
            </a:prstGeom>
            <a:noFill/>
            <a:ln w="28575">
              <a:noFill/>
            </a:ln>
          </p:spPr>
          <p:txBody>
            <a:bodyPr lIns="0" tIns="0" rIns="0" bIns="0">
              <a:spAutoFit/>
            </a:bodyPr>
            <a:lstStyle/>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2</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1</a:t>
              </a:r>
              <a:endParaRPr sz="2400" b="1" i="1">
                <a:latin typeface="Times New Roman" panose="02020603050405020304" pitchFamily="18" charset="0"/>
                <a:cs typeface="Times New Roman" panose="02020603050405020304" pitchFamily="18" charset="0"/>
              </a:endParaRP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11009" name="Straight Connector 511008"/>
            <p:cNvSpPr/>
            <p:nvPr/>
          </p:nvSpPr>
          <p:spPr>
            <a:xfrm>
              <a:off x="2200" y="1366"/>
              <a:ext cx="341" cy="0"/>
            </a:xfrm>
            <a:prstGeom prst="line">
              <a:avLst/>
            </a:prstGeom>
            <a:ln w="38100" cap="flat" cmpd="sng">
              <a:solidFill>
                <a:schemeClr val="accent2"/>
              </a:solidFill>
              <a:prstDash val="solid"/>
              <a:headEnd type="none" w="med" len="med"/>
              <a:tailEnd type="none" w="med" len="med"/>
            </a:ln>
          </p:spPr>
        </p:sp>
        <p:sp>
          <p:nvSpPr>
            <p:cNvPr id="511010" name="Text Box 511009"/>
            <p:cNvSpPr txBox="1"/>
            <p:nvPr/>
          </p:nvSpPr>
          <p:spPr>
            <a:xfrm>
              <a:off x="1965" y="1139"/>
              <a:ext cx="226" cy="1840"/>
            </a:xfrm>
            <a:prstGeom prst="rect">
              <a:avLst/>
            </a:prstGeom>
            <a:noFill/>
            <a:ln w="28575">
              <a:noFill/>
            </a:ln>
          </p:spPr>
          <p:txBody>
            <a:bodyPr lIns="0" tIns="0" rIns="0" bIns="0">
              <a:spAutoFit/>
            </a:bodyPr>
            <a:lstStyle/>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7</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6</a:t>
              </a:r>
            </a:p>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5</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4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3</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2</a:t>
              </a:r>
            </a:p>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1</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11011" name="Straight Connector 511010"/>
            <p:cNvSpPr/>
            <p:nvPr/>
          </p:nvSpPr>
          <p:spPr>
            <a:xfrm>
              <a:off x="2200" y="1593"/>
              <a:ext cx="341" cy="0"/>
            </a:xfrm>
            <a:prstGeom prst="line">
              <a:avLst/>
            </a:prstGeom>
            <a:ln w="38100" cap="flat" cmpd="sng">
              <a:solidFill>
                <a:schemeClr val="accent2"/>
              </a:solidFill>
              <a:prstDash val="solid"/>
              <a:headEnd type="none" w="med" len="med"/>
              <a:tailEnd type="none" w="med" len="med"/>
            </a:ln>
          </p:spPr>
        </p:sp>
        <p:sp>
          <p:nvSpPr>
            <p:cNvPr id="511012" name="Straight Connector 511011"/>
            <p:cNvSpPr/>
            <p:nvPr/>
          </p:nvSpPr>
          <p:spPr>
            <a:xfrm>
              <a:off x="2200" y="1820"/>
              <a:ext cx="341" cy="0"/>
            </a:xfrm>
            <a:prstGeom prst="line">
              <a:avLst/>
            </a:prstGeom>
            <a:ln w="38100" cap="flat" cmpd="sng">
              <a:solidFill>
                <a:schemeClr val="accent2"/>
              </a:solidFill>
              <a:prstDash val="solid"/>
              <a:headEnd type="none" w="med" len="med"/>
              <a:tailEnd type="none" w="med" len="med"/>
            </a:ln>
          </p:spPr>
        </p:sp>
        <p:sp>
          <p:nvSpPr>
            <p:cNvPr id="511013" name="Straight Connector 511012"/>
            <p:cNvSpPr/>
            <p:nvPr/>
          </p:nvSpPr>
          <p:spPr>
            <a:xfrm>
              <a:off x="2200" y="2047"/>
              <a:ext cx="341" cy="0"/>
            </a:xfrm>
            <a:prstGeom prst="line">
              <a:avLst/>
            </a:prstGeom>
            <a:ln w="38100" cap="flat" cmpd="sng">
              <a:solidFill>
                <a:schemeClr val="accent2"/>
              </a:solidFill>
              <a:prstDash val="solid"/>
              <a:headEnd type="none" w="med" len="med"/>
              <a:tailEnd type="none" w="med" len="med"/>
            </a:ln>
          </p:spPr>
        </p:sp>
        <p:sp>
          <p:nvSpPr>
            <p:cNvPr id="511016" name="Straight Connector 511015"/>
            <p:cNvSpPr/>
            <p:nvPr/>
          </p:nvSpPr>
          <p:spPr>
            <a:xfrm>
              <a:off x="725" y="2160"/>
              <a:ext cx="341" cy="0"/>
            </a:xfrm>
            <a:prstGeom prst="line">
              <a:avLst/>
            </a:prstGeom>
            <a:ln w="38100" cap="flat" cmpd="sng">
              <a:solidFill>
                <a:schemeClr val="accent2"/>
              </a:solidFill>
              <a:prstDash val="solid"/>
              <a:headEnd type="none" w="med" len="med"/>
              <a:tailEnd type="none" w="med" len="med"/>
            </a:ln>
          </p:spPr>
        </p:sp>
        <p:sp>
          <p:nvSpPr>
            <p:cNvPr id="511017" name="Straight Connector 511016"/>
            <p:cNvSpPr/>
            <p:nvPr/>
          </p:nvSpPr>
          <p:spPr>
            <a:xfrm>
              <a:off x="2200" y="2273"/>
              <a:ext cx="341" cy="0"/>
            </a:xfrm>
            <a:prstGeom prst="line">
              <a:avLst/>
            </a:prstGeom>
            <a:ln w="38100" cap="flat" cmpd="sng">
              <a:solidFill>
                <a:schemeClr val="accent2"/>
              </a:solidFill>
              <a:prstDash val="solid"/>
              <a:headEnd type="none" w="med" len="med"/>
              <a:tailEnd type="none" w="med" len="med"/>
            </a:ln>
          </p:spPr>
        </p:sp>
        <p:sp>
          <p:nvSpPr>
            <p:cNvPr id="511018" name="Straight Connector 511017"/>
            <p:cNvSpPr/>
            <p:nvPr/>
          </p:nvSpPr>
          <p:spPr>
            <a:xfrm>
              <a:off x="2200" y="2499"/>
              <a:ext cx="341" cy="0"/>
            </a:xfrm>
            <a:prstGeom prst="line">
              <a:avLst/>
            </a:prstGeom>
            <a:ln w="38100" cap="flat" cmpd="sng">
              <a:solidFill>
                <a:schemeClr val="accent2"/>
              </a:solidFill>
              <a:prstDash val="solid"/>
              <a:headEnd type="none" w="med" len="med"/>
              <a:tailEnd type="none" w="med" len="med"/>
            </a:ln>
          </p:spPr>
        </p:sp>
        <p:sp>
          <p:nvSpPr>
            <p:cNvPr id="511019" name="Straight Connector 511018"/>
            <p:cNvSpPr/>
            <p:nvPr/>
          </p:nvSpPr>
          <p:spPr>
            <a:xfrm>
              <a:off x="2200" y="2725"/>
              <a:ext cx="341" cy="0"/>
            </a:xfrm>
            <a:prstGeom prst="line">
              <a:avLst/>
            </a:prstGeom>
            <a:ln w="38100" cap="flat" cmpd="sng">
              <a:solidFill>
                <a:schemeClr val="accent2"/>
              </a:solidFill>
              <a:prstDash val="solid"/>
              <a:headEnd type="none" w="med" len="med"/>
              <a:tailEnd type="none" w="med" len="med"/>
            </a:ln>
          </p:spPr>
        </p:sp>
        <p:sp>
          <p:nvSpPr>
            <p:cNvPr id="511020" name="Straight Connector 511019"/>
            <p:cNvSpPr/>
            <p:nvPr/>
          </p:nvSpPr>
          <p:spPr>
            <a:xfrm>
              <a:off x="2200" y="2951"/>
              <a:ext cx="341" cy="0"/>
            </a:xfrm>
            <a:prstGeom prst="line">
              <a:avLst/>
            </a:prstGeom>
            <a:ln w="38100" cap="flat" cmpd="sng">
              <a:solidFill>
                <a:schemeClr val="accent2"/>
              </a:solidFill>
              <a:prstDash val="solid"/>
              <a:headEnd type="none" w="med" len="med"/>
              <a:tailEnd type="none" w="med" len="med"/>
            </a:ln>
          </p:spPr>
        </p:sp>
      </p:grpSp>
      <p:graphicFrame>
        <p:nvGraphicFramePr>
          <p:cNvPr id="511022" name="Object 511021"/>
          <p:cNvGraphicFramePr/>
          <p:nvPr/>
        </p:nvGraphicFramePr>
        <p:xfrm>
          <a:off x="4032250" y="1268413"/>
          <a:ext cx="3503613" cy="5307012"/>
        </p:xfrm>
        <a:graphic>
          <a:graphicData uri="http://schemas.openxmlformats.org/presentationml/2006/ole">
            <mc:AlternateContent xmlns:mc="http://schemas.openxmlformats.org/markup-compatibility/2006">
              <mc:Choice xmlns:v="urn:schemas-microsoft-com:vml" Requires="v">
                <p:oleObj spid="_x0000_s24919" r:id="rId4" imgW="3488690" imgH="5275580" progId="Visio.Drawing.11">
                  <p:embed/>
                </p:oleObj>
              </mc:Choice>
              <mc:Fallback>
                <p:oleObj r:id="rId4" imgW="3488690" imgH="5275580" progId="Visio.Drawing.11">
                  <p:embed/>
                  <p:pic>
                    <p:nvPicPr>
                      <p:cNvPr id="0" name="Picture 3112"/>
                      <p:cNvPicPr/>
                      <p:nvPr/>
                    </p:nvPicPr>
                    <p:blipFill>
                      <a:blip r:embed="rId5"/>
                      <a:stretch>
                        <a:fillRect/>
                      </a:stretch>
                    </p:blipFill>
                    <p:spPr>
                      <a:xfrm>
                        <a:off x="4032250" y="1268413"/>
                        <a:ext cx="3503613" cy="5307012"/>
                      </a:xfrm>
                      <a:prstGeom prst="rect">
                        <a:avLst/>
                      </a:prstGeom>
                      <a:noFill/>
                      <a:ln w="38100">
                        <a:noFill/>
                        <a:miter/>
                      </a:ln>
                    </p:spPr>
                  </p:pic>
                </p:oleObj>
              </mc:Fallback>
            </mc:AlternateContent>
          </a:graphicData>
        </a:graphic>
      </p:graphicFrame>
      <p:graphicFrame>
        <p:nvGraphicFramePr>
          <p:cNvPr id="511023" name="Object 511022"/>
          <p:cNvGraphicFramePr/>
          <p:nvPr/>
        </p:nvGraphicFramePr>
        <p:xfrm>
          <a:off x="7451725" y="1344613"/>
          <a:ext cx="871538" cy="357187"/>
        </p:xfrm>
        <a:graphic>
          <a:graphicData uri="http://schemas.openxmlformats.org/presentationml/2006/ole">
            <mc:AlternateContent xmlns:mc="http://schemas.openxmlformats.org/markup-compatibility/2006">
              <mc:Choice xmlns:v="urn:schemas-microsoft-com:vml" Requires="v">
                <p:oleObj spid="_x0000_s24920" r:id="rId6" imgW="558800" imgH="228600" progId="Equation.3">
                  <p:embed/>
                </p:oleObj>
              </mc:Choice>
              <mc:Fallback>
                <p:oleObj r:id="rId6" imgW="558800" imgH="228600" progId="Equation.3">
                  <p:embed/>
                  <p:pic>
                    <p:nvPicPr>
                      <p:cNvPr id="0" name="Picture 3115"/>
                      <p:cNvPicPr/>
                      <p:nvPr/>
                    </p:nvPicPr>
                    <p:blipFill>
                      <a:blip r:embed="rId7"/>
                      <a:stretch>
                        <a:fillRect/>
                      </a:stretch>
                    </p:blipFill>
                    <p:spPr>
                      <a:xfrm>
                        <a:off x="7451725" y="1344613"/>
                        <a:ext cx="871538" cy="357187"/>
                      </a:xfrm>
                      <a:prstGeom prst="rect">
                        <a:avLst/>
                      </a:prstGeom>
                      <a:noFill/>
                      <a:ln w="38100">
                        <a:noFill/>
                        <a:miter/>
                      </a:ln>
                    </p:spPr>
                  </p:pic>
                </p:oleObj>
              </mc:Fallback>
            </mc:AlternateContent>
          </a:graphicData>
        </a:graphic>
      </p:graphicFrame>
      <p:graphicFrame>
        <p:nvGraphicFramePr>
          <p:cNvPr id="511024" name="Object 511023"/>
          <p:cNvGraphicFramePr/>
          <p:nvPr/>
        </p:nvGraphicFramePr>
        <p:xfrm>
          <a:off x="7451725" y="1830388"/>
          <a:ext cx="871538" cy="377825"/>
        </p:xfrm>
        <a:graphic>
          <a:graphicData uri="http://schemas.openxmlformats.org/presentationml/2006/ole">
            <mc:AlternateContent xmlns:mc="http://schemas.openxmlformats.org/markup-compatibility/2006">
              <mc:Choice xmlns:v="urn:schemas-microsoft-com:vml" Requires="v">
                <p:oleObj spid="_x0000_s24921" r:id="rId8" imgW="558800" imgH="241300" progId="Equation.3">
                  <p:embed/>
                </p:oleObj>
              </mc:Choice>
              <mc:Fallback>
                <p:oleObj r:id="rId8" imgW="558800" imgH="241300" progId="Equation.3">
                  <p:embed/>
                  <p:pic>
                    <p:nvPicPr>
                      <p:cNvPr id="0" name="Picture 3118"/>
                      <p:cNvPicPr/>
                      <p:nvPr/>
                    </p:nvPicPr>
                    <p:blipFill>
                      <a:blip r:embed="rId9"/>
                      <a:stretch>
                        <a:fillRect/>
                      </a:stretch>
                    </p:blipFill>
                    <p:spPr>
                      <a:xfrm>
                        <a:off x="7451725" y="1830388"/>
                        <a:ext cx="871538" cy="377825"/>
                      </a:xfrm>
                      <a:prstGeom prst="rect">
                        <a:avLst/>
                      </a:prstGeom>
                      <a:noFill/>
                      <a:ln w="38100">
                        <a:noFill/>
                        <a:miter/>
                      </a:ln>
                    </p:spPr>
                  </p:pic>
                </p:oleObj>
              </mc:Fallback>
            </mc:AlternateContent>
          </a:graphicData>
        </a:graphic>
      </p:graphicFrame>
      <p:graphicFrame>
        <p:nvGraphicFramePr>
          <p:cNvPr id="511025" name="Object 511024"/>
          <p:cNvGraphicFramePr/>
          <p:nvPr/>
        </p:nvGraphicFramePr>
        <p:xfrm>
          <a:off x="7451725" y="2357438"/>
          <a:ext cx="871538" cy="377825"/>
        </p:xfrm>
        <a:graphic>
          <a:graphicData uri="http://schemas.openxmlformats.org/presentationml/2006/ole">
            <mc:AlternateContent xmlns:mc="http://schemas.openxmlformats.org/markup-compatibility/2006">
              <mc:Choice xmlns:v="urn:schemas-microsoft-com:vml" Requires="v">
                <p:oleObj spid="_x0000_s24922" r:id="rId10" imgW="558800" imgH="241300" progId="Equation.3">
                  <p:embed/>
                </p:oleObj>
              </mc:Choice>
              <mc:Fallback>
                <p:oleObj r:id="rId10" imgW="558800" imgH="241300" progId="Equation.3">
                  <p:embed/>
                  <p:pic>
                    <p:nvPicPr>
                      <p:cNvPr id="0" name="Picture 3114"/>
                      <p:cNvPicPr/>
                      <p:nvPr/>
                    </p:nvPicPr>
                    <p:blipFill>
                      <a:blip r:embed="rId11"/>
                      <a:stretch>
                        <a:fillRect/>
                      </a:stretch>
                    </p:blipFill>
                    <p:spPr>
                      <a:xfrm>
                        <a:off x="7451725" y="2357438"/>
                        <a:ext cx="871538" cy="377825"/>
                      </a:xfrm>
                      <a:prstGeom prst="rect">
                        <a:avLst/>
                      </a:prstGeom>
                      <a:noFill/>
                      <a:ln w="38100">
                        <a:noFill/>
                        <a:miter/>
                      </a:ln>
                    </p:spPr>
                  </p:pic>
                </p:oleObj>
              </mc:Fallback>
            </mc:AlternateContent>
          </a:graphicData>
        </a:graphic>
      </p:graphicFrame>
      <p:graphicFrame>
        <p:nvGraphicFramePr>
          <p:cNvPr id="511026" name="Object 511025"/>
          <p:cNvGraphicFramePr/>
          <p:nvPr/>
        </p:nvGraphicFramePr>
        <p:xfrm>
          <a:off x="7451725" y="2901950"/>
          <a:ext cx="871538" cy="377825"/>
        </p:xfrm>
        <a:graphic>
          <a:graphicData uri="http://schemas.openxmlformats.org/presentationml/2006/ole">
            <mc:AlternateContent xmlns:mc="http://schemas.openxmlformats.org/markup-compatibility/2006">
              <mc:Choice xmlns:v="urn:schemas-microsoft-com:vml" Requires="v">
                <p:oleObj spid="_x0000_s24923" r:id="rId12" imgW="558800" imgH="241300" progId="Equation.3">
                  <p:embed/>
                </p:oleObj>
              </mc:Choice>
              <mc:Fallback>
                <p:oleObj r:id="rId12" imgW="558800" imgH="241300" progId="Equation.3">
                  <p:embed/>
                  <p:pic>
                    <p:nvPicPr>
                      <p:cNvPr id="0" name="Picture 3117"/>
                      <p:cNvPicPr/>
                      <p:nvPr/>
                    </p:nvPicPr>
                    <p:blipFill>
                      <a:blip r:embed="rId13"/>
                      <a:stretch>
                        <a:fillRect/>
                      </a:stretch>
                    </p:blipFill>
                    <p:spPr>
                      <a:xfrm>
                        <a:off x="7451725" y="2901950"/>
                        <a:ext cx="871538" cy="377825"/>
                      </a:xfrm>
                      <a:prstGeom prst="rect">
                        <a:avLst/>
                      </a:prstGeom>
                      <a:noFill/>
                      <a:ln w="38100">
                        <a:noFill/>
                        <a:miter/>
                      </a:ln>
                    </p:spPr>
                  </p:pic>
                </p:oleObj>
              </mc:Fallback>
            </mc:AlternateContent>
          </a:graphicData>
        </a:graphic>
      </p:graphicFrame>
      <p:graphicFrame>
        <p:nvGraphicFramePr>
          <p:cNvPr id="511027" name="Object 511026"/>
          <p:cNvGraphicFramePr/>
          <p:nvPr/>
        </p:nvGraphicFramePr>
        <p:xfrm>
          <a:off x="7451725" y="3446463"/>
          <a:ext cx="871538" cy="377825"/>
        </p:xfrm>
        <a:graphic>
          <a:graphicData uri="http://schemas.openxmlformats.org/presentationml/2006/ole">
            <mc:AlternateContent xmlns:mc="http://schemas.openxmlformats.org/markup-compatibility/2006">
              <mc:Choice xmlns:v="urn:schemas-microsoft-com:vml" Requires="v">
                <p:oleObj spid="_x0000_s24924" r:id="rId14" imgW="558800" imgH="241300" progId="Equation.3">
                  <p:embed/>
                </p:oleObj>
              </mc:Choice>
              <mc:Fallback>
                <p:oleObj r:id="rId14" imgW="558800" imgH="241300" progId="Equation.3">
                  <p:embed/>
                  <p:pic>
                    <p:nvPicPr>
                      <p:cNvPr id="0" name="Picture 3119"/>
                      <p:cNvPicPr/>
                      <p:nvPr/>
                    </p:nvPicPr>
                    <p:blipFill>
                      <a:blip r:embed="rId15"/>
                      <a:stretch>
                        <a:fillRect/>
                      </a:stretch>
                    </p:blipFill>
                    <p:spPr>
                      <a:xfrm>
                        <a:off x="7451725" y="3446463"/>
                        <a:ext cx="871538" cy="377825"/>
                      </a:xfrm>
                      <a:prstGeom prst="rect">
                        <a:avLst/>
                      </a:prstGeom>
                      <a:noFill/>
                      <a:ln w="38100">
                        <a:noFill/>
                        <a:miter/>
                      </a:ln>
                    </p:spPr>
                  </p:pic>
                </p:oleObj>
              </mc:Fallback>
            </mc:AlternateContent>
          </a:graphicData>
        </a:graphic>
      </p:graphicFrame>
      <p:graphicFrame>
        <p:nvGraphicFramePr>
          <p:cNvPr id="511028" name="Object 511027"/>
          <p:cNvGraphicFramePr/>
          <p:nvPr/>
        </p:nvGraphicFramePr>
        <p:xfrm>
          <a:off x="7451725" y="3943350"/>
          <a:ext cx="871538" cy="377825"/>
        </p:xfrm>
        <a:graphic>
          <a:graphicData uri="http://schemas.openxmlformats.org/presentationml/2006/ole">
            <mc:AlternateContent xmlns:mc="http://schemas.openxmlformats.org/markup-compatibility/2006">
              <mc:Choice xmlns:v="urn:schemas-microsoft-com:vml" Requires="v">
                <p:oleObj spid="_x0000_s24925" r:id="rId16" imgW="558800" imgH="241300" progId="Equation.3">
                  <p:embed/>
                </p:oleObj>
              </mc:Choice>
              <mc:Fallback>
                <p:oleObj r:id="rId16" imgW="558800" imgH="241300" progId="Equation.3">
                  <p:embed/>
                  <p:pic>
                    <p:nvPicPr>
                      <p:cNvPr id="0" name="Picture 3120"/>
                      <p:cNvPicPr/>
                      <p:nvPr/>
                    </p:nvPicPr>
                    <p:blipFill>
                      <a:blip r:embed="rId17"/>
                      <a:stretch>
                        <a:fillRect/>
                      </a:stretch>
                    </p:blipFill>
                    <p:spPr>
                      <a:xfrm>
                        <a:off x="7451725" y="3943350"/>
                        <a:ext cx="871538" cy="377825"/>
                      </a:xfrm>
                      <a:prstGeom prst="rect">
                        <a:avLst/>
                      </a:prstGeom>
                      <a:noFill/>
                      <a:ln w="38100">
                        <a:noFill/>
                        <a:miter/>
                      </a:ln>
                    </p:spPr>
                  </p:pic>
                </p:oleObj>
              </mc:Fallback>
            </mc:AlternateContent>
          </a:graphicData>
        </a:graphic>
      </p:graphicFrame>
      <p:graphicFrame>
        <p:nvGraphicFramePr>
          <p:cNvPr id="511029" name="Object 511028"/>
          <p:cNvGraphicFramePr/>
          <p:nvPr/>
        </p:nvGraphicFramePr>
        <p:xfrm>
          <a:off x="7451725" y="4483100"/>
          <a:ext cx="871538" cy="377825"/>
        </p:xfrm>
        <a:graphic>
          <a:graphicData uri="http://schemas.openxmlformats.org/presentationml/2006/ole">
            <mc:AlternateContent xmlns:mc="http://schemas.openxmlformats.org/markup-compatibility/2006">
              <mc:Choice xmlns:v="urn:schemas-microsoft-com:vml" Requires="v">
                <p:oleObj spid="_x0000_s24926" r:id="rId18" imgW="558800" imgH="241300" progId="Equation.3">
                  <p:embed/>
                </p:oleObj>
              </mc:Choice>
              <mc:Fallback>
                <p:oleObj r:id="rId18" imgW="558800" imgH="241300" progId="Equation.3">
                  <p:embed/>
                  <p:pic>
                    <p:nvPicPr>
                      <p:cNvPr id="0" name="Picture 3113"/>
                      <p:cNvPicPr/>
                      <p:nvPr/>
                    </p:nvPicPr>
                    <p:blipFill>
                      <a:blip r:embed="rId19"/>
                      <a:stretch>
                        <a:fillRect/>
                      </a:stretch>
                    </p:blipFill>
                    <p:spPr>
                      <a:xfrm>
                        <a:off x="7451725" y="4483100"/>
                        <a:ext cx="871538" cy="377825"/>
                      </a:xfrm>
                      <a:prstGeom prst="rect">
                        <a:avLst/>
                      </a:prstGeom>
                      <a:noFill/>
                      <a:ln w="38100">
                        <a:noFill/>
                        <a:miter/>
                      </a:ln>
                    </p:spPr>
                  </p:pic>
                </p:oleObj>
              </mc:Fallback>
            </mc:AlternateContent>
          </a:graphicData>
        </a:graphic>
      </p:graphicFrame>
      <p:graphicFrame>
        <p:nvGraphicFramePr>
          <p:cNvPr id="511030" name="Object 511029"/>
          <p:cNvGraphicFramePr/>
          <p:nvPr/>
        </p:nvGraphicFramePr>
        <p:xfrm>
          <a:off x="7451725" y="5010150"/>
          <a:ext cx="871538" cy="377825"/>
        </p:xfrm>
        <a:graphic>
          <a:graphicData uri="http://schemas.openxmlformats.org/presentationml/2006/ole">
            <mc:AlternateContent xmlns:mc="http://schemas.openxmlformats.org/markup-compatibility/2006">
              <mc:Choice xmlns:v="urn:schemas-microsoft-com:vml" Requires="v">
                <p:oleObj spid="_x0000_s24927" r:id="rId20" imgW="558800" imgH="241300" progId="Equation.3">
                  <p:embed/>
                </p:oleObj>
              </mc:Choice>
              <mc:Fallback>
                <p:oleObj r:id="rId20" imgW="558800" imgH="241300" progId="Equation.3">
                  <p:embed/>
                  <p:pic>
                    <p:nvPicPr>
                      <p:cNvPr id="0" name="Picture 3116"/>
                      <p:cNvPicPr/>
                      <p:nvPr/>
                    </p:nvPicPr>
                    <p:blipFill>
                      <a:blip r:embed="rId21"/>
                      <a:stretch>
                        <a:fillRect/>
                      </a:stretch>
                    </p:blipFill>
                    <p:spPr>
                      <a:xfrm>
                        <a:off x="7451725" y="5010150"/>
                        <a:ext cx="871538" cy="377825"/>
                      </a:xfrm>
                      <a:prstGeom prst="rect">
                        <a:avLst/>
                      </a:prstGeom>
                      <a:noFill/>
                      <a:ln w="38100">
                        <a:noFill/>
                        <a:miter/>
                      </a:ln>
                    </p:spPr>
                  </p:pic>
                </p:oleObj>
              </mc:Fallback>
            </mc:AlternateContent>
          </a:graphicData>
        </a:graphic>
      </p:graphicFrame>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24</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10979">
                                            <p:txEl>
                                              <p:pRg st="0" end="0"/>
                                            </p:txEl>
                                          </p:spTgt>
                                        </p:tgtEl>
                                        <p:attrNameLst>
                                          <p:attrName>style.visibility</p:attrName>
                                        </p:attrNameLst>
                                      </p:cBhvr>
                                      <p:to>
                                        <p:strVal val="visible"/>
                                      </p:to>
                                    </p:set>
                                    <p:animEffect transition="in" filter="wipe(left)">
                                      <p:cBhvr>
                                        <p:cTn id="7" dur="500"/>
                                        <p:tgtEl>
                                          <p:spTgt spid="510979">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11021"/>
                                        </p:tgtEl>
                                        <p:attrNameLst>
                                          <p:attrName>style.visibility</p:attrName>
                                        </p:attrNameLst>
                                      </p:cBhvr>
                                      <p:to>
                                        <p:strVal val="visible"/>
                                      </p:to>
                                    </p:set>
                                    <p:animEffect transition="in" filter="wipe(left)">
                                      <p:cBhvr>
                                        <p:cTn id="11" dur="500"/>
                                        <p:tgtEl>
                                          <p:spTgt spid="51102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11022"/>
                                        </p:tgtEl>
                                        <p:attrNameLst>
                                          <p:attrName>style.visibility</p:attrName>
                                        </p:attrNameLst>
                                      </p:cBhvr>
                                      <p:to>
                                        <p:strVal val="visible"/>
                                      </p:to>
                                    </p:set>
                                    <p:animEffect transition="in" filter="wipe(left)">
                                      <p:cBhvr>
                                        <p:cTn id="16" dur="500"/>
                                        <p:tgtEl>
                                          <p:spTgt spid="511022"/>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511023"/>
                                        </p:tgtEl>
                                        <p:attrNameLst>
                                          <p:attrName>style.visibility</p:attrName>
                                        </p:attrNameLst>
                                      </p:cBhvr>
                                      <p:to>
                                        <p:strVal val="visible"/>
                                      </p:to>
                                    </p:set>
                                    <p:animEffect transition="in" filter="wipe(left)">
                                      <p:cBhvr>
                                        <p:cTn id="20" dur="500"/>
                                        <p:tgtEl>
                                          <p:spTgt spid="511023"/>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511024"/>
                                        </p:tgtEl>
                                        <p:attrNameLst>
                                          <p:attrName>style.visibility</p:attrName>
                                        </p:attrNameLst>
                                      </p:cBhvr>
                                      <p:to>
                                        <p:strVal val="visible"/>
                                      </p:to>
                                    </p:set>
                                    <p:animEffect transition="in" filter="wipe(left)">
                                      <p:cBhvr>
                                        <p:cTn id="24" dur="500"/>
                                        <p:tgtEl>
                                          <p:spTgt spid="511024"/>
                                        </p:tgtEl>
                                      </p:cBhvr>
                                    </p:animEffect>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511025"/>
                                        </p:tgtEl>
                                        <p:attrNameLst>
                                          <p:attrName>style.visibility</p:attrName>
                                        </p:attrNameLst>
                                      </p:cBhvr>
                                      <p:to>
                                        <p:strVal val="visible"/>
                                      </p:to>
                                    </p:set>
                                    <p:animEffect transition="in" filter="wipe(left)">
                                      <p:cBhvr>
                                        <p:cTn id="28" dur="500"/>
                                        <p:tgtEl>
                                          <p:spTgt spid="511025"/>
                                        </p:tgtEl>
                                      </p:cBhvr>
                                    </p:animEffect>
                                  </p:childTnLst>
                                </p:cTn>
                              </p:par>
                            </p:childTnLst>
                          </p:cTn>
                        </p:par>
                        <p:par>
                          <p:cTn id="29" fill="hold">
                            <p:stCondLst>
                              <p:cond delay="2000"/>
                            </p:stCondLst>
                            <p:childTnLst>
                              <p:par>
                                <p:cTn id="30" presetID="22" presetClass="entr" presetSubtype="8" fill="hold" nodeType="afterEffect">
                                  <p:stCondLst>
                                    <p:cond delay="0"/>
                                  </p:stCondLst>
                                  <p:childTnLst>
                                    <p:set>
                                      <p:cBhvr>
                                        <p:cTn id="31" dur="1" fill="hold">
                                          <p:stCondLst>
                                            <p:cond delay="0"/>
                                          </p:stCondLst>
                                        </p:cTn>
                                        <p:tgtEl>
                                          <p:spTgt spid="511026"/>
                                        </p:tgtEl>
                                        <p:attrNameLst>
                                          <p:attrName>style.visibility</p:attrName>
                                        </p:attrNameLst>
                                      </p:cBhvr>
                                      <p:to>
                                        <p:strVal val="visible"/>
                                      </p:to>
                                    </p:set>
                                    <p:animEffect transition="in" filter="wipe(left)">
                                      <p:cBhvr>
                                        <p:cTn id="32" dur="500"/>
                                        <p:tgtEl>
                                          <p:spTgt spid="511026"/>
                                        </p:tgtEl>
                                      </p:cBhvr>
                                    </p:animEffect>
                                  </p:childTnLst>
                                </p:cTn>
                              </p:par>
                            </p:childTnLst>
                          </p:cTn>
                        </p:par>
                        <p:par>
                          <p:cTn id="33" fill="hold">
                            <p:stCondLst>
                              <p:cond delay="2500"/>
                            </p:stCondLst>
                            <p:childTnLst>
                              <p:par>
                                <p:cTn id="34" presetID="22" presetClass="entr" presetSubtype="8" fill="hold" nodeType="afterEffect">
                                  <p:stCondLst>
                                    <p:cond delay="0"/>
                                  </p:stCondLst>
                                  <p:childTnLst>
                                    <p:set>
                                      <p:cBhvr>
                                        <p:cTn id="35" dur="1" fill="hold">
                                          <p:stCondLst>
                                            <p:cond delay="0"/>
                                          </p:stCondLst>
                                        </p:cTn>
                                        <p:tgtEl>
                                          <p:spTgt spid="511027"/>
                                        </p:tgtEl>
                                        <p:attrNameLst>
                                          <p:attrName>style.visibility</p:attrName>
                                        </p:attrNameLst>
                                      </p:cBhvr>
                                      <p:to>
                                        <p:strVal val="visible"/>
                                      </p:to>
                                    </p:set>
                                    <p:animEffect transition="in" filter="wipe(left)">
                                      <p:cBhvr>
                                        <p:cTn id="36" dur="500"/>
                                        <p:tgtEl>
                                          <p:spTgt spid="511027"/>
                                        </p:tgtEl>
                                      </p:cBhvr>
                                    </p:animEffect>
                                  </p:childTnLst>
                                </p:cTn>
                              </p:par>
                            </p:childTnLst>
                          </p:cTn>
                        </p:par>
                        <p:par>
                          <p:cTn id="37" fill="hold">
                            <p:stCondLst>
                              <p:cond delay="3000"/>
                            </p:stCondLst>
                            <p:childTnLst>
                              <p:par>
                                <p:cTn id="38" presetID="22" presetClass="entr" presetSubtype="8" fill="hold" nodeType="afterEffect">
                                  <p:stCondLst>
                                    <p:cond delay="0"/>
                                  </p:stCondLst>
                                  <p:childTnLst>
                                    <p:set>
                                      <p:cBhvr>
                                        <p:cTn id="39" dur="1" fill="hold">
                                          <p:stCondLst>
                                            <p:cond delay="0"/>
                                          </p:stCondLst>
                                        </p:cTn>
                                        <p:tgtEl>
                                          <p:spTgt spid="511028"/>
                                        </p:tgtEl>
                                        <p:attrNameLst>
                                          <p:attrName>style.visibility</p:attrName>
                                        </p:attrNameLst>
                                      </p:cBhvr>
                                      <p:to>
                                        <p:strVal val="visible"/>
                                      </p:to>
                                    </p:set>
                                    <p:animEffect transition="in" filter="wipe(left)">
                                      <p:cBhvr>
                                        <p:cTn id="40" dur="500"/>
                                        <p:tgtEl>
                                          <p:spTgt spid="511028"/>
                                        </p:tgtEl>
                                      </p:cBhvr>
                                    </p:animEffect>
                                  </p:childTnLst>
                                </p:cTn>
                              </p:par>
                            </p:childTnLst>
                          </p:cTn>
                        </p:par>
                        <p:par>
                          <p:cTn id="41" fill="hold">
                            <p:stCondLst>
                              <p:cond delay="3500"/>
                            </p:stCondLst>
                            <p:childTnLst>
                              <p:par>
                                <p:cTn id="42" presetID="22" presetClass="entr" presetSubtype="8" fill="hold" nodeType="afterEffect">
                                  <p:stCondLst>
                                    <p:cond delay="0"/>
                                  </p:stCondLst>
                                  <p:childTnLst>
                                    <p:set>
                                      <p:cBhvr>
                                        <p:cTn id="43" dur="1" fill="hold">
                                          <p:stCondLst>
                                            <p:cond delay="0"/>
                                          </p:stCondLst>
                                        </p:cTn>
                                        <p:tgtEl>
                                          <p:spTgt spid="511029"/>
                                        </p:tgtEl>
                                        <p:attrNameLst>
                                          <p:attrName>style.visibility</p:attrName>
                                        </p:attrNameLst>
                                      </p:cBhvr>
                                      <p:to>
                                        <p:strVal val="visible"/>
                                      </p:to>
                                    </p:set>
                                    <p:animEffect transition="in" filter="wipe(left)">
                                      <p:cBhvr>
                                        <p:cTn id="44" dur="500"/>
                                        <p:tgtEl>
                                          <p:spTgt spid="511029"/>
                                        </p:tgtEl>
                                      </p:cBhvr>
                                    </p:animEffect>
                                  </p:childTnLst>
                                </p:cTn>
                              </p:par>
                            </p:childTnLst>
                          </p:cTn>
                        </p:par>
                        <p:par>
                          <p:cTn id="45" fill="hold">
                            <p:stCondLst>
                              <p:cond delay="4000"/>
                            </p:stCondLst>
                            <p:childTnLst>
                              <p:par>
                                <p:cTn id="46" presetID="22" presetClass="entr" presetSubtype="8" fill="hold" nodeType="afterEffect">
                                  <p:stCondLst>
                                    <p:cond delay="0"/>
                                  </p:stCondLst>
                                  <p:childTnLst>
                                    <p:set>
                                      <p:cBhvr>
                                        <p:cTn id="47" dur="1" fill="hold">
                                          <p:stCondLst>
                                            <p:cond delay="0"/>
                                          </p:stCondLst>
                                        </p:cTn>
                                        <p:tgtEl>
                                          <p:spTgt spid="511030"/>
                                        </p:tgtEl>
                                        <p:attrNameLst>
                                          <p:attrName>style.visibility</p:attrName>
                                        </p:attrNameLst>
                                      </p:cBhvr>
                                      <p:to>
                                        <p:strVal val="visible"/>
                                      </p:to>
                                    </p:set>
                                    <p:animEffect transition="in" filter="wipe(left)">
                                      <p:cBhvr>
                                        <p:cTn id="48" dur="500"/>
                                        <p:tgtEl>
                                          <p:spTgt spid="51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Title 513025"/>
          <p:cNvSpPr>
            <a:spLocks noGrp="1"/>
          </p:cNvSpPr>
          <p:nvPr>
            <p:ph type="title"/>
          </p:nvPr>
        </p:nvSpPr>
        <p:spPr/>
        <p:txBody>
          <a:bodyPr lIns="63500" tIns="25400" rIns="63500" bIns="25400">
            <a:spAutoFit/>
          </a:bodyPr>
          <a:lstStyle/>
          <a:p>
            <a:r>
              <a:t>Decoders</a:t>
            </a:r>
          </a:p>
        </p:txBody>
      </p:sp>
      <p:sp>
        <p:nvSpPr>
          <p:cNvPr id="513027" name="Text Placeholder 513026"/>
          <p:cNvSpPr>
            <a:spLocks noGrp="1"/>
          </p:cNvSpPr>
          <p:nvPr>
            <p:ph type="body" idx="1"/>
          </p:nvPr>
        </p:nvSpPr>
        <p:spPr>
          <a:xfrm>
            <a:off x="106998" y="657225"/>
            <a:ext cx="8280400" cy="477838"/>
          </a:xfrm>
        </p:spPr>
        <p:txBody>
          <a:bodyPr lIns="63500" tIns="25400" rIns="63500" bIns="25400">
            <a:spAutoFit/>
          </a:bodyPr>
          <a:lstStyle/>
          <a:p>
            <a:r>
              <a:t>Expansion</a:t>
            </a:r>
          </a:p>
        </p:txBody>
      </p:sp>
      <p:graphicFrame>
        <p:nvGraphicFramePr>
          <p:cNvPr id="513126" name="Table 513125"/>
          <p:cNvGraphicFramePr/>
          <p:nvPr/>
        </p:nvGraphicFramePr>
        <p:xfrm>
          <a:off x="792163" y="1717675"/>
          <a:ext cx="4321175" cy="3422650"/>
        </p:xfrm>
        <a:graphic>
          <a:graphicData uri="http://schemas.openxmlformats.org/drawingml/2006/table">
            <a:tbl>
              <a:tblPr/>
              <a:tblGrid>
                <a:gridCol w="1079500"/>
                <a:gridCol w="3241675"/>
              </a:tblGrid>
              <a:tr h="4572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 I</a:t>
                      </a:r>
                      <a:r>
                        <a:rPr i="1" baseline="-25000">
                          <a:solidFill>
                            <a:srgbClr val="FFFF00"/>
                          </a:solidFill>
                        </a:rPr>
                        <a:t>2</a:t>
                      </a:r>
                      <a:r>
                        <a:rPr i="1">
                          <a:solidFill>
                            <a:srgbClr val="FFFF00"/>
                          </a:solidFill>
                        </a:rPr>
                        <a:t> I</a:t>
                      </a:r>
                      <a:r>
                        <a:rPr i="1" baseline="-25000">
                          <a:solidFill>
                            <a:srgbClr val="FFFF00"/>
                          </a:solidFill>
                        </a:rPr>
                        <a:t>1</a:t>
                      </a:r>
                      <a:r>
                        <a:rPr i="1">
                          <a:solidFill>
                            <a:srgbClr val="FFFF00"/>
                          </a:solidFill>
                        </a:rPr>
                        <a:t> I</a:t>
                      </a:r>
                      <a:r>
                        <a:rPr i="1" baseline="-25000">
                          <a:solidFill>
                            <a:srgbClr val="FFFF00"/>
                          </a:solidFill>
                        </a:rPr>
                        <a:t>0</a:t>
                      </a:r>
                      <a:endParaRPr lang="en-US" i="1" baseline="-25000">
                        <a:solidFill>
                          <a:srgbClr val="FFFF00"/>
                        </a:solidFill>
                      </a:endParaRPr>
                    </a:p>
                  </a:txBody>
                  <a:tcPr marL="0" marR="0" marT="0" marB="0">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Y</a:t>
                      </a:r>
                      <a:r>
                        <a:rPr i="1" baseline="-25000">
                          <a:solidFill>
                            <a:srgbClr val="FFFF00"/>
                          </a:solidFill>
                        </a:rPr>
                        <a:t>7</a:t>
                      </a:r>
                      <a:r>
                        <a:rPr i="1">
                          <a:solidFill>
                            <a:srgbClr val="FFFF00"/>
                          </a:solidFill>
                        </a:rPr>
                        <a:t> Y</a:t>
                      </a:r>
                      <a:r>
                        <a:rPr i="1" baseline="-25000">
                          <a:solidFill>
                            <a:srgbClr val="FFFF00"/>
                          </a:solidFill>
                        </a:rPr>
                        <a:t>6</a:t>
                      </a:r>
                      <a:r>
                        <a:rPr i="1">
                          <a:solidFill>
                            <a:srgbClr val="FFFF00"/>
                          </a:solidFill>
                        </a:rPr>
                        <a:t> Y</a:t>
                      </a:r>
                      <a:r>
                        <a:rPr i="1" baseline="-25000">
                          <a:solidFill>
                            <a:srgbClr val="FFFF00"/>
                          </a:solidFill>
                        </a:rPr>
                        <a:t>5</a:t>
                      </a:r>
                      <a:r>
                        <a:rPr i="1">
                          <a:solidFill>
                            <a:srgbClr val="FFFF00"/>
                          </a:solidFill>
                        </a:rPr>
                        <a:t> Y</a:t>
                      </a:r>
                      <a:r>
                        <a:rPr i="1" baseline="-25000">
                          <a:solidFill>
                            <a:srgbClr val="FFFF00"/>
                          </a:solidFill>
                        </a:rPr>
                        <a:t>4</a:t>
                      </a:r>
                      <a:r>
                        <a:rPr i="1">
                          <a:solidFill>
                            <a:srgbClr val="FFFF00"/>
                          </a:solidFill>
                        </a:rPr>
                        <a:t> Y</a:t>
                      </a:r>
                      <a:r>
                        <a:rPr i="1" baseline="-25000">
                          <a:solidFill>
                            <a:srgbClr val="FFFF00"/>
                          </a:solidFill>
                        </a:rPr>
                        <a:t>3</a:t>
                      </a:r>
                      <a:r>
                        <a:rPr i="1">
                          <a:solidFill>
                            <a:srgbClr val="FFFF00"/>
                          </a:solidFill>
                        </a:rPr>
                        <a:t> Y</a:t>
                      </a:r>
                      <a:r>
                        <a:rPr i="1" baseline="-25000">
                          <a:solidFill>
                            <a:srgbClr val="FFFF00"/>
                          </a:solidFill>
                        </a:rPr>
                        <a:t>2</a:t>
                      </a:r>
                      <a:r>
                        <a:rPr i="1">
                          <a:solidFill>
                            <a:srgbClr val="FFFF00"/>
                          </a:solidFill>
                        </a:rPr>
                        <a:t> Y</a:t>
                      </a:r>
                      <a:r>
                        <a:rPr i="1" baseline="-25000">
                          <a:solidFill>
                            <a:srgbClr val="FFFF00"/>
                          </a:solidFill>
                        </a:rPr>
                        <a:t>1</a:t>
                      </a:r>
                      <a:r>
                        <a:rPr i="1">
                          <a:solidFill>
                            <a:srgbClr val="FFFF00"/>
                          </a:solidFill>
                        </a:rPr>
                        <a:t> Y</a:t>
                      </a:r>
                      <a:r>
                        <a:rPr i="1" baseline="-25000">
                          <a:solidFill>
                            <a:srgbClr val="FFFF00"/>
                          </a:solidFill>
                        </a:rPr>
                        <a:t>0</a:t>
                      </a:r>
                      <a:endParaRPr lang="en-US" i="1" baseline="-25000">
                        <a:solidFill>
                          <a:srgbClr val="FFFF00"/>
                        </a:solidFill>
                      </a:endParaRPr>
                    </a:p>
                  </a:txBody>
                  <a:tcPr marL="0" marR="0" marT="0" marB="0">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r>
              <a:tr h="369888">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0  0  0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0   0   0   0   0   0   0   </a:t>
                      </a:r>
                      <a:r>
                        <a:rPr>
                          <a:solidFill>
                            <a:schemeClr val="accent1"/>
                          </a:solidFill>
                        </a:rPr>
                        <a:t>1</a:t>
                      </a:r>
                      <a:endParaRPr lang="en-US">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147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0  0  1</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0   0   0   0   0   0   </a:t>
                      </a:r>
                      <a:r>
                        <a:rPr>
                          <a:solidFill>
                            <a:schemeClr val="accent1"/>
                          </a:solidFill>
                        </a:rPr>
                        <a:t>1</a:t>
                      </a:r>
                      <a:r>
                        <a:rPr>
                          <a:solidFill>
                            <a:schemeClr val="tx1"/>
                          </a:solidFill>
                        </a:rPr>
                        <a:t>   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9887">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0  1  0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0   0   0   0   0   </a:t>
                      </a:r>
                      <a:r>
                        <a:rPr>
                          <a:solidFill>
                            <a:schemeClr val="accent1"/>
                          </a:solidFill>
                        </a:rPr>
                        <a:t>1</a:t>
                      </a:r>
                      <a:r>
                        <a:rPr>
                          <a:solidFill>
                            <a:schemeClr val="tx1"/>
                          </a:solidFill>
                        </a:rPr>
                        <a:t>   0   0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147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0  1  1</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0   0   0   0   </a:t>
                      </a:r>
                      <a:r>
                        <a:rPr>
                          <a:solidFill>
                            <a:schemeClr val="accent1"/>
                          </a:solidFill>
                        </a:rPr>
                        <a:t>1  </a:t>
                      </a:r>
                      <a:r>
                        <a:rPr>
                          <a:solidFill>
                            <a:schemeClr val="tx1"/>
                          </a:solidFill>
                        </a:rPr>
                        <a:t> 0   0   0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9888">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1  0  0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0   0   0   </a:t>
                      </a:r>
                      <a:r>
                        <a:rPr>
                          <a:solidFill>
                            <a:schemeClr val="accent1"/>
                          </a:solidFill>
                        </a:rPr>
                        <a:t>1</a:t>
                      </a:r>
                      <a:r>
                        <a:rPr>
                          <a:solidFill>
                            <a:schemeClr val="tx1"/>
                          </a:solidFill>
                        </a:rPr>
                        <a:t>   0   0   0   0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147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1  0  1</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0   0   </a:t>
                      </a:r>
                      <a:r>
                        <a:rPr>
                          <a:solidFill>
                            <a:schemeClr val="accent1"/>
                          </a:solidFill>
                        </a:rPr>
                        <a:t>1</a:t>
                      </a:r>
                      <a:r>
                        <a:rPr>
                          <a:solidFill>
                            <a:schemeClr val="tx1"/>
                          </a:solidFill>
                        </a:rPr>
                        <a:t>   0   0   0   0   0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9887">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1  1  0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a:t>
                      </a:r>
                      <a:r>
                        <a:rPr>
                          <a:solidFill>
                            <a:schemeClr val="accent1"/>
                          </a:solidFill>
                        </a:rPr>
                        <a:t>1</a:t>
                      </a:r>
                      <a:r>
                        <a:rPr>
                          <a:solidFill>
                            <a:schemeClr val="tx1"/>
                          </a:solidFill>
                        </a:rPr>
                        <a:t>   0   0   0   0   0   0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147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1  1  1</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1</a:t>
                      </a:r>
                      <a:r>
                        <a:rPr>
                          <a:solidFill>
                            <a:schemeClr val="tx1"/>
                          </a:solidFill>
                        </a:rPr>
                        <a:t>   0   0   0   0   0   0   0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513070" name="Rounded Rectangle 513069"/>
          <p:cNvSpPr/>
          <p:nvPr/>
        </p:nvSpPr>
        <p:spPr>
          <a:xfrm>
            <a:off x="3492500" y="2232025"/>
            <a:ext cx="1503363" cy="1401763"/>
          </a:xfrm>
          <a:prstGeom prst="roundRect">
            <a:avLst>
              <a:gd name="adj" fmla="val 16667"/>
            </a:avLst>
          </a:prstGeom>
          <a:solidFill>
            <a:srgbClr val="FFFF00">
              <a:alpha val="25000"/>
            </a:srgbClr>
          </a:solidFill>
          <a:ln w="28575" cap="flat" cmpd="sng">
            <a:solidFill>
              <a:srgbClr val="009900"/>
            </a:solidFill>
            <a:prstDash val="solid"/>
            <a:headEnd type="none" w="med" len="med"/>
            <a:tailEnd type="none" w="med" len="med"/>
          </a:ln>
        </p:spPr>
        <p:txBody>
          <a:bodyPr/>
          <a:lstStyle/>
          <a:p>
            <a:endParaRPr lang="en-US"/>
          </a:p>
        </p:txBody>
      </p:sp>
      <p:sp>
        <p:nvSpPr>
          <p:cNvPr id="513071" name="Rounded Rectangle 513070"/>
          <p:cNvSpPr/>
          <p:nvPr/>
        </p:nvSpPr>
        <p:spPr>
          <a:xfrm>
            <a:off x="1150938" y="3703638"/>
            <a:ext cx="2341562" cy="1401762"/>
          </a:xfrm>
          <a:prstGeom prst="roundRect">
            <a:avLst>
              <a:gd name="adj" fmla="val 16667"/>
            </a:avLst>
          </a:prstGeom>
          <a:solidFill>
            <a:srgbClr val="FFFF00">
              <a:alpha val="25000"/>
            </a:srgbClr>
          </a:solidFill>
          <a:ln w="28575" cap="flat" cmpd="sng">
            <a:solidFill>
              <a:srgbClr val="009900"/>
            </a:solidFill>
            <a:prstDash val="solid"/>
            <a:headEnd type="none" w="med" len="med"/>
            <a:tailEnd type="none" w="med" len="med"/>
          </a:ln>
        </p:spPr>
        <p:txBody>
          <a:bodyPr/>
          <a:lstStyle/>
          <a:p>
            <a:endParaRPr lang="en-US"/>
          </a:p>
        </p:txBody>
      </p:sp>
      <p:sp>
        <p:nvSpPr>
          <p:cNvPr id="513072" name="Rounded Rectangle 513071"/>
          <p:cNvSpPr/>
          <p:nvPr/>
        </p:nvSpPr>
        <p:spPr>
          <a:xfrm>
            <a:off x="1174750" y="2225675"/>
            <a:ext cx="625475" cy="1401763"/>
          </a:xfrm>
          <a:prstGeom prst="roundRect">
            <a:avLst>
              <a:gd name="adj" fmla="val 16667"/>
            </a:avLst>
          </a:prstGeom>
          <a:solidFill>
            <a:srgbClr val="FFFF00">
              <a:alpha val="25000"/>
            </a:srgbClr>
          </a:solidFill>
          <a:ln w="28575" cap="flat" cmpd="sng">
            <a:solidFill>
              <a:srgbClr val="009900"/>
            </a:solidFill>
            <a:prstDash val="solid"/>
            <a:headEnd type="none" w="med" len="med"/>
            <a:tailEnd type="none" w="med" len="med"/>
          </a:ln>
        </p:spPr>
        <p:txBody>
          <a:bodyPr/>
          <a:lstStyle/>
          <a:p>
            <a:endParaRPr lang="en-US"/>
          </a:p>
        </p:txBody>
      </p:sp>
      <p:sp>
        <p:nvSpPr>
          <p:cNvPr id="513088" name="Text Box 513087"/>
          <p:cNvSpPr txBox="1"/>
          <p:nvPr/>
        </p:nvSpPr>
        <p:spPr>
          <a:xfrm>
            <a:off x="5292725" y="1089025"/>
            <a:ext cx="1258888" cy="365125"/>
          </a:xfrm>
          <a:prstGeom prst="rect">
            <a:avLst/>
          </a:prstGeom>
          <a:noFill/>
          <a:ln w="28575">
            <a:noFill/>
          </a:ln>
        </p:spPr>
        <p:txBody>
          <a:bodyPr lIns="0" tIns="0" rIns="0" bIns="0">
            <a:spAutoFit/>
          </a:bodyPr>
          <a:lstStyle/>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2</a:t>
            </a:r>
            <a:r>
              <a:rPr sz="2400" b="1" i="1">
                <a:latin typeface="Times New Roman" panose="02020603050405020304" pitchFamily="18" charset="0"/>
                <a:cs typeface="Times New Roman" panose="02020603050405020304" pitchFamily="18" charset="0"/>
              </a:rPr>
              <a:t>  I</a:t>
            </a:r>
            <a:r>
              <a:rPr sz="2400" b="1" i="1" baseline="-25000">
                <a:latin typeface="Times New Roman" panose="02020603050405020304" pitchFamily="18" charset="0"/>
                <a:cs typeface="Times New Roman" panose="02020603050405020304" pitchFamily="18" charset="0"/>
              </a:rPr>
              <a:t>1</a:t>
            </a:r>
            <a:r>
              <a:rPr sz="2400" b="1" i="1">
                <a:latin typeface="Times New Roman" panose="02020603050405020304" pitchFamily="18" charset="0"/>
                <a:cs typeface="Times New Roman" panose="02020603050405020304" pitchFamily="18" charset="0"/>
              </a:rPr>
              <a:t> I</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grpSp>
        <p:nvGrpSpPr>
          <p:cNvPr id="513120" name="Group 513119"/>
          <p:cNvGrpSpPr/>
          <p:nvPr/>
        </p:nvGrpSpPr>
        <p:grpSpPr>
          <a:xfrm>
            <a:off x="6551613" y="2349500"/>
            <a:ext cx="2211387" cy="3779838"/>
            <a:chOff x="4127" y="1480"/>
            <a:chExt cx="1393" cy="2381"/>
          </a:xfrm>
        </p:grpSpPr>
        <p:sp>
          <p:nvSpPr>
            <p:cNvPr id="513078" name="Straight Connector 513077"/>
            <p:cNvSpPr/>
            <p:nvPr/>
          </p:nvSpPr>
          <p:spPr>
            <a:xfrm>
              <a:off x="5034" y="1707"/>
              <a:ext cx="227" cy="0"/>
            </a:xfrm>
            <a:prstGeom prst="line">
              <a:avLst/>
            </a:prstGeom>
            <a:ln w="38100" cap="flat" cmpd="sng">
              <a:solidFill>
                <a:schemeClr val="accent2"/>
              </a:solidFill>
              <a:prstDash val="solid"/>
              <a:headEnd type="none" w="med" len="med"/>
              <a:tailEnd type="none" w="med" len="med"/>
            </a:ln>
          </p:spPr>
        </p:sp>
        <p:sp>
          <p:nvSpPr>
            <p:cNvPr id="513074" name="Rounded Rectangle 513073"/>
            <p:cNvSpPr/>
            <p:nvPr/>
          </p:nvSpPr>
          <p:spPr>
            <a:xfrm flipH="1" flipV="1">
              <a:off x="4128" y="1480"/>
              <a:ext cx="906" cy="1134"/>
            </a:xfrm>
            <a:prstGeom prst="roundRect">
              <a:avLst>
                <a:gd name="adj" fmla="val 16667"/>
              </a:avLst>
            </a:prstGeom>
            <a:solidFill>
              <a:srgbClr val="FFFF00"/>
            </a:solidFill>
            <a:ln w="28575" cap="flat" cmpd="sng">
              <a:solidFill>
                <a:srgbClr val="008000"/>
              </a:solidFill>
              <a:prstDash val="solid"/>
              <a:headEnd type="none" w="med" len="med"/>
              <a:tailEnd type="none" w="med" len="med"/>
            </a:ln>
          </p:spPr>
          <p:txBody>
            <a:bodyPr vert="eaVert" wrap="none" lIns="0" tIns="0" rIns="0" bIns="0" anchor="ctr" anchorCtr="1"/>
            <a:lstStyle/>
            <a:p>
              <a:pPr>
                <a:buClr>
                  <a:schemeClr val="bg1"/>
                </a:buClr>
              </a:pPr>
              <a:r>
                <a:rPr sz="2400" b="1">
                  <a:solidFill>
                    <a:schemeClr val="accent1"/>
                  </a:solidFill>
                  <a:latin typeface="Times New Roman" panose="02020603050405020304" pitchFamily="18" charset="0"/>
                  <a:cs typeface="Times New Roman" panose="02020603050405020304" pitchFamily="18" charset="0"/>
                </a:rPr>
                <a:t>Binary</a:t>
              </a:r>
              <a:br>
                <a:rPr sz="2400" b="1">
                  <a:solidFill>
                    <a:schemeClr val="accent1"/>
                  </a:solidFill>
                  <a:latin typeface="Times New Roman" panose="02020603050405020304" pitchFamily="18" charset="0"/>
                  <a:cs typeface="Times New Roman" panose="02020603050405020304" pitchFamily="18" charset="0"/>
                </a:rPr>
              </a:br>
              <a:r>
                <a:rPr sz="2400" b="1">
                  <a:solidFill>
                    <a:schemeClr val="accent1"/>
                  </a:solidFill>
                  <a:latin typeface="Times New Roman" panose="02020603050405020304" pitchFamily="18" charset="0"/>
                  <a:cs typeface="Times New Roman" panose="02020603050405020304" pitchFamily="18" charset="0"/>
                </a:rPr>
                <a:t>Decoder</a:t>
              </a:r>
              <a:endParaRPr sz="2400" b="1">
                <a:solidFill>
                  <a:schemeClr val="accent1"/>
                </a:solidFill>
                <a:latin typeface="Times New Roman" panose="02020603050405020304" pitchFamily="18" charset="0"/>
                <a:ea typeface="Times New Roman" panose="02020603050405020304" pitchFamily="18" charset="0"/>
              </a:endParaRPr>
            </a:p>
          </p:txBody>
        </p:sp>
        <p:sp>
          <p:nvSpPr>
            <p:cNvPr id="513077" name="Text Box 513076"/>
            <p:cNvSpPr txBox="1"/>
            <p:nvPr/>
          </p:nvSpPr>
          <p:spPr>
            <a:xfrm>
              <a:off x="4128" y="1697"/>
              <a:ext cx="226" cy="690"/>
            </a:xfrm>
            <a:prstGeom prst="rect">
              <a:avLst/>
            </a:prstGeom>
            <a:noFill/>
            <a:ln w="28575">
              <a:noFill/>
            </a:ln>
          </p:spPr>
          <p:txBody>
            <a:bodyPr lIns="0" tIns="0" rIns="0" bIns="0">
              <a:spAutoFit/>
            </a:bodyPr>
            <a:lstStyle/>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0</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1</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E</a:t>
              </a:r>
              <a:endParaRPr sz="2400" b="1" i="1">
                <a:latin typeface="Times New Roman" panose="02020603050405020304" pitchFamily="18" charset="0"/>
                <a:ea typeface="Times New Roman" panose="02020603050405020304" pitchFamily="18" charset="0"/>
              </a:endParaRPr>
            </a:p>
          </p:txBody>
        </p:sp>
        <p:sp>
          <p:nvSpPr>
            <p:cNvPr id="513079" name="Text Box 513078"/>
            <p:cNvSpPr txBox="1"/>
            <p:nvPr/>
          </p:nvSpPr>
          <p:spPr>
            <a:xfrm>
              <a:off x="4807" y="1540"/>
              <a:ext cx="226" cy="920"/>
            </a:xfrm>
            <a:prstGeom prst="rect">
              <a:avLst/>
            </a:prstGeom>
            <a:noFill/>
            <a:ln w="28575">
              <a:noFill/>
            </a:ln>
          </p:spPr>
          <p:txBody>
            <a:bodyPr lIns="0" tIns="0" rIns="0" bIns="0">
              <a:spAutoFit/>
            </a:bodyPr>
            <a:lstStyle/>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3</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2</a:t>
              </a:r>
            </a:p>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1</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13080" name="Straight Connector 513079"/>
            <p:cNvSpPr/>
            <p:nvPr/>
          </p:nvSpPr>
          <p:spPr>
            <a:xfrm>
              <a:off x="5034" y="1933"/>
              <a:ext cx="227" cy="1"/>
            </a:xfrm>
            <a:prstGeom prst="line">
              <a:avLst/>
            </a:prstGeom>
            <a:ln w="38100" cap="flat" cmpd="sng">
              <a:solidFill>
                <a:schemeClr val="accent2"/>
              </a:solidFill>
              <a:prstDash val="solid"/>
              <a:headEnd type="none" w="med" len="med"/>
              <a:tailEnd type="none" w="med" len="med"/>
            </a:ln>
          </p:spPr>
        </p:sp>
        <p:sp>
          <p:nvSpPr>
            <p:cNvPr id="513081" name="Straight Connector 513080"/>
            <p:cNvSpPr/>
            <p:nvPr/>
          </p:nvSpPr>
          <p:spPr>
            <a:xfrm>
              <a:off x="5034" y="2159"/>
              <a:ext cx="227" cy="1"/>
            </a:xfrm>
            <a:prstGeom prst="line">
              <a:avLst/>
            </a:prstGeom>
            <a:ln w="38100" cap="flat" cmpd="sng">
              <a:solidFill>
                <a:schemeClr val="accent2"/>
              </a:solidFill>
              <a:prstDash val="solid"/>
              <a:headEnd type="none" w="med" len="med"/>
              <a:tailEnd type="none" w="med" len="med"/>
            </a:ln>
          </p:spPr>
        </p:sp>
        <p:sp>
          <p:nvSpPr>
            <p:cNvPr id="513082" name="Straight Connector 513081"/>
            <p:cNvSpPr/>
            <p:nvPr/>
          </p:nvSpPr>
          <p:spPr>
            <a:xfrm>
              <a:off x="5034" y="2385"/>
              <a:ext cx="227" cy="2"/>
            </a:xfrm>
            <a:prstGeom prst="line">
              <a:avLst/>
            </a:prstGeom>
            <a:ln w="38100" cap="flat" cmpd="sng">
              <a:solidFill>
                <a:schemeClr val="accent2"/>
              </a:solidFill>
              <a:prstDash val="solid"/>
              <a:headEnd type="none" w="med" len="med"/>
              <a:tailEnd type="none" w="med" len="med"/>
            </a:ln>
          </p:spPr>
        </p:sp>
        <p:sp>
          <p:nvSpPr>
            <p:cNvPr id="513090" name="Text Box 513089"/>
            <p:cNvSpPr txBox="1"/>
            <p:nvPr/>
          </p:nvSpPr>
          <p:spPr>
            <a:xfrm>
              <a:off x="5294" y="1537"/>
              <a:ext cx="226" cy="2148"/>
            </a:xfrm>
            <a:prstGeom prst="rect">
              <a:avLst/>
            </a:prstGeom>
            <a:noFill/>
            <a:ln w="28575">
              <a:noFill/>
            </a:ln>
          </p:spPr>
          <p:txBody>
            <a:bodyPr lIns="0" tIns="0" rIns="0" bIns="0">
              <a:spAutoFit/>
            </a:bodyPr>
            <a:lstStyle/>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7</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6</a:t>
              </a:r>
            </a:p>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5</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4 </a:t>
              </a:r>
            </a:p>
            <a:p>
              <a:pPr>
                <a:lnSpc>
                  <a:spcPct val="100000"/>
                </a:lnSpc>
                <a:spcBef>
                  <a:spcPct val="0"/>
                </a:spcBef>
                <a:buClr>
                  <a:schemeClr val="bg1"/>
                </a:buClr>
              </a:pPr>
              <a:endParaRPr sz="2400" b="1" i="1" baseline="-25000">
                <a:latin typeface="Times New Roman" panose="02020603050405020304" pitchFamily="18" charset="0"/>
                <a:cs typeface="Times New Roman" panose="02020603050405020304" pitchFamily="18" charset="0"/>
              </a:endParaRPr>
            </a:p>
            <a:p>
              <a:pPr>
                <a:lnSpc>
                  <a:spcPct val="100000"/>
                </a:lnSpc>
                <a:spcBef>
                  <a:spcPct val="0"/>
                </a:spcBef>
                <a:buClr>
                  <a:schemeClr val="bg1"/>
                </a:buClr>
              </a:pPr>
              <a:endParaRPr sz="2400" b="1" i="1" baseline="-25000">
                <a:latin typeface="Times New Roman" panose="02020603050405020304" pitchFamily="18" charset="0"/>
                <a:cs typeface="Times New Roman" panose="02020603050405020304" pitchFamily="18" charset="0"/>
              </a:endParaRP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3</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2</a:t>
              </a:r>
            </a:p>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1</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13102" name="Rounded Rectangle 513101"/>
            <p:cNvSpPr/>
            <p:nvPr/>
          </p:nvSpPr>
          <p:spPr>
            <a:xfrm flipH="1" flipV="1">
              <a:off x="4127" y="2727"/>
              <a:ext cx="906" cy="1134"/>
            </a:xfrm>
            <a:prstGeom prst="roundRect">
              <a:avLst>
                <a:gd name="adj" fmla="val 16667"/>
              </a:avLst>
            </a:prstGeom>
            <a:solidFill>
              <a:srgbClr val="FFFF00"/>
            </a:solidFill>
            <a:ln w="28575" cap="flat" cmpd="sng">
              <a:solidFill>
                <a:srgbClr val="008000"/>
              </a:solidFill>
              <a:prstDash val="solid"/>
              <a:headEnd type="none" w="med" len="med"/>
              <a:tailEnd type="none" w="med" len="med"/>
            </a:ln>
          </p:spPr>
          <p:txBody>
            <a:bodyPr vert="eaVert" wrap="none" lIns="0" tIns="0" rIns="0" bIns="0" anchor="ctr" anchorCtr="1"/>
            <a:lstStyle/>
            <a:p>
              <a:pPr>
                <a:buClr>
                  <a:schemeClr val="bg1"/>
                </a:buClr>
              </a:pPr>
              <a:r>
                <a:rPr sz="2400" b="1">
                  <a:solidFill>
                    <a:schemeClr val="accent1"/>
                  </a:solidFill>
                  <a:latin typeface="Times New Roman" panose="02020603050405020304" pitchFamily="18" charset="0"/>
                  <a:cs typeface="Times New Roman" panose="02020603050405020304" pitchFamily="18" charset="0"/>
                </a:rPr>
                <a:t>Binary</a:t>
              </a:r>
              <a:br>
                <a:rPr sz="2400" b="1">
                  <a:solidFill>
                    <a:schemeClr val="accent1"/>
                  </a:solidFill>
                  <a:latin typeface="Times New Roman" panose="02020603050405020304" pitchFamily="18" charset="0"/>
                  <a:cs typeface="Times New Roman" panose="02020603050405020304" pitchFamily="18" charset="0"/>
                </a:rPr>
              </a:br>
              <a:r>
                <a:rPr sz="2400" b="1">
                  <a:solidFill>
                    <a:schemeClr val="accent1"/>
                  </a:solidFill>
                  <a:latin typeface="Times New Roman" panose="02020603050405020304" pitchFamily="18" charset="0"/>
                  <a:cs typeface="Times New Roman" panose="02020603050405020304" pitchFamily="18" charset="0"/>
                </a:rPr>
                <a:t>Decoder</a:t>
              </a:r>
              <a:endParaRPr sz="2400" b="1">
                <a:solidFill>
                  <a:schemeClr val="accent1"/>
                </a:solidFill>
                <a:latin typeface="Times New Roman" panose="02020603050405020304" pitchFamily="18" charset="0"/>
                <a:ea typeface="Times New Roman" panose="02020603050405020304" pitchFamily="18" charset="0"/>
              </a:endParaRPr>
            </a:p>
          </p:txBody>
        </p:sp>
        <p:sp>
          <p:nvSpPr>
            <p:cNvPr id="513103" name="Text Box 513102"/>
            <p:cNvSpPr txBox="1"/>
            <p:nvPr/>
          </p:nvSpPr>
          <p:spPr>
            <a:xfrm>
              <a:off x="4127" y="2944"/>
              <a:ext cx="226" cy="690"/>
            </a:xfrm>
            <a:prstGeom prst="rect">
              <a:avLst/>
            </a:prstGeom>
            <a:noFill/>
            <a:ln w="28575">
              <a:noFill/>
            </a:ln>
          </p:spPr>
          <p:txBody>
            <a:bodyPr lIns="0" tIns="0" rIns="0" bIns="0">
              <a:spAutoFit/>
            </a:bodyPr>
            <a:lstStyle/>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0</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1</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E</a:t>
              </a:r>
              <a:endParaRPr sz="2400" b="1" i="1">
                <a:latin typeface="Times New Roman" panose="02020603050405020304" pitchFamily="18" charset="0"/>
                <a:ea typeface="Times New Roman" panose="02020603050405020304" pitchFamily="18" charset="0"/>
              </a:endParaRPr>
            </a:p>
          </p:txBody>
        </p:sp>
        <p:sp>
          <p:nvSpPr>
            <p:cNvPr id="513104" name="Text Box 513103"/>
            <p:cNvSpPr txBox="1"/>
            <p:nvPr/>
          </p:nvSpPr>
          <p:spPr>
            <a:xfrm>
              <a:off x="4806" y="2787"/>
              <a:ext cx="226" cy="920"/>
            </a:xfrm>
            <a:prstGeom prst="rect">
              <a:avLst/>
            </a:prstGeom>
            <a:noFill/>
            <a:ln w="28575">
              <a:noFill/>
            </a:ln>
          </p:spPr>
          <p:txBody>
            <a:bodyPr lIns="0" tIns="0" rIns="0" bIns="0">
              <a:spAutoFit/>
            </a:bodyPr>
            <a:lstStyle/>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3</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2</a:t>
              </a:r>
            </a:p>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1</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13105" name="Straight Connector 513104"/>
            <p:cNvSpPr/>
            <p:nvPr/>
          </p:nvSpPr>
          <p:spPr>
            <a:xfrm>
              <a:off x="5034" y="2955"/>
              <a:ext cx="227" cy="0"/>
            </a:xfrm>
            <a:prstGeom prst="line">
              <a:avLst/>
            </a:prstGeom>
            <a:ln w="38100" cap="flat" cmpd="sng">
              <a:solidFill>
                <a:schemeClr val="accent2"/>
              </a:solidFill>
              <a:prstDash val="solid"/>
              <a:headEnd type="none" w="med" len="med"/>
              <a:tailEnd type="none" w="med" len="med"/>
            </a:ln>
          </p:spPr>
        </p:sp>
        <p:sp>
          <p:nvSpPr>
            <p:cNvPr id="513106" name="Straight Connector 513105"/>
            <p:cNvSpPr/>
            <p:nvPr/>
          </p:nvSpPr>
          <p:spPr>
            <a:xfrm>
              <a:off x="5034" y="3181"/>
              <a:ext cx="227" cy="1"/>
            </a:xfrm>
            <a:prstGeom prst="line">
              <a:avLst/>
            </a:prstGeom>
            <a:ln w="38100" cap="flat" cmpd="sng">
              <a:solidFill>
                <a:schemeClr val="accent2"/>
              </a:solidFill>
              <a:prstDash val="solid"/>
              <a:headEnd type="none" w="med" len="med"/>
              <a:tailEnd type="none" w="med" len="med"/>
            </a:ln>
          </p:spPr>
        </p:sp>
        <p:sp>
          <p:nvSpPr>
            <p:cNvPr id="513107" name="Straight Connector 513106"/>
            <p:cNvSpPr/>
            <p:nvPr/>
          </p:nvSpPr>
          <p:spPr>
            <a:xfrm>
              <a:off x="5034" y="3407"/>
              <a:ext cx="227" cy="1"/>
            </a:xfrm>
            <a:prstGeom prst="line">
              <a:avLst/>
            </a:prstGeom>
            <a:ln w="38100" cap="flat" cmpd="sng">
              <a:solidFill>
                <a:schemeClr val="accent2"/>
              </a:solidFill>
              <a:prstDash val="solid"/>
              <a:headEnd type="none" w="med" len="med"/>
              <a:tailEnd type="none" w="med" len="med"/>
            </a:ln>
          </p:spPr>
        </p:sp>
        <p:sp>
          <p:nvSpPr>
            <p:cNvPr id="513108" name="Straight Connector 513107"/>
            <p:cNvSpPr/>
            <p:nvPr/>
          </p:nvSpPr>
          <p:spPr>
            <a:xfrm>
              <a:off x="5034" y="3633"/>
              <a:ext cx="227" cy="2"/>
            </a:xfrm>
            <a:prstGeom prst="line">
              <a:avLst/>
            </a:prstGeom>
            <a:ln w="38100" cap="flat" cmpd="sng">
              <a:solidFill>
                <a:schemeClr val="accent2"/>
              </a:solidFill>
              <a:prstDash val="solid"/>
              <a:headEnd type="none" w="med" len="med"/>
              <a:tailEnd type="none" w="med" len="med"/>
            </a:ln>
          </p:spPr>
        </p:sp>
      </p:grpSp>
      <p:grpSp>
        <p:nvGrpSpPr>
          <p:cNvPr id="513122" name="Group 513121"/>
          <p:cNvGrpSpPr/>
          <p:nvPr/>
        </p:nvGrpSpPr>
        <p:grpSpPr>
          <a:xfrm>
            <a:off x="5292725" y="1628775"/>
            <a:ext cx="1258888" cy="3960813"/>
            <a:chOff x="3334" y="1026"/>
            <a:chExt cx="793" cy="2495"/>
          </a:xfrm>
        </p:grpSpPr>
        <p:sp>
          <p:nvSpPr>
            <p:cNvPr id="513086" name="Straight Connector 513085"/>
            <p:cNvSpPr/>
            <p:nvPr/>
          </p:nvSpPr>
          <p:spPr>
            <a:xfrm>
              <a:off x="3520" y="2954"/>
              <a:ext cx="1" cy="567"/>
            </a:xfrm>
            <a:prstGeom prst="line">
              <a:avLst/>
            </a:prstGeom>
            <a:ln w="38100" cap="flat" cmpd="sng">
              <a:solidFill>
                <a:schemeClr val="accent2"/>
              </a:solidFill>
              <a:prstDash val="solid"/>
              <a:headEnd type="none" w="med" len="med"/>
              <a:tailEnd type="none" w="med" len="med"/>
            </a:ln>
          </p:spPr>
        </p:sp>
        <p:sp>
          <p:nvSpPr>
            <p:cNvPr id="513087" name="Straight Connector 513086"/>
            <p:cNvSpPr/>
            <p:nvPr/>
          </p:nvSpPr>
          <p:spPr>
            <a:xfrm flipV="1">
              <a:off x="3512" y="3521"/>
              <a:ext cx="615" cy="0"/>
            </a:xfrm>
            <a:prstGeom prst="line">
              <a:avLst/>
            </a:prstGeom>
            <a:ln w="38100" cap="flat" cmpd="sng">
              <a:solidFill>
                <a:schemeClr val="accent2"/>
              </a:solidFill>
              <a:prstDash val="solid"/>
              <a:headEnd type="none" w="med" len="med"/>
              <a:tailEnd type="none" w="med" len="med"/>
            </a:ln>
          </p:spPr>
        </p:sp>
        <p:sp>
          <p:nvSpPr>
            <p:cNvPr id="513094" name="Straight Connector 513093"/>
            <p:cNvSpPr/>
            <p:nvPr/>
          </p:nvSpPr>
          <p:spPr>
            <a:xfrm flipH="1" flipV="1">
              <a:off x="3519" y="1026"/>
              <a:ext cx="0" cy="1588"/>
            </a:xfrm>
            <a:prstGeom prst="line">
              <a:avLst/>
            </a:prstGeom>
            <a:ln w="38100" cap="flat" cmpd="sng">
              <a:solidFill>
                <a:schemeClr val="accent2"/>
              </a:solidFill>
              <a:prstDash val="solid"/>
              <a:headEnd type="none" w="med" len="med"/>
              <a:tailEnd type="none" w="med" len="med"/>
            </a:ln>
          </p:spPr>
        </p:sp>
        <p:graphicFrame>
          <p:nvGraphicFramePr>
            <p:cNvPr id="513110" name="Object 513109"/>
            <p:cNvGraphicFramePr/>
            <p:nvPr/>
          </p:nvGraphicFramePr>
          <p:xfrm>
            <a:off x="3334" y="2582"/>
            <a:ext cx="374" cy="419"/>
          </p:xfrm>
          <a:graphic>
            <a:graphicData uri="http://schemas.openxmlformats.org/presentationml/2006/ole">
              <mc:AlternateContent xmlns:mc="http://schemas.openxmlformats.org/markup-compatibility/2006">
                <mc:Choice xmlns:v="urn:schemas-microsoft-com:vml" Requires="v">
                  <p:oleObj spid="_x0000_s26663" r:id="rId4" imgW="351790" imgH="379730" progId="Visio.Drawing.11">
                    <p:embed/>
                  </p:oleObj>
                </mc:Choice>
                <mc:Fallback>
                  <p:oleObj r:id="rId4" imgW="351790" imgH="379730" progId="Visio.Drawing.11">
                    <p:embed/>
                    <p:pic>
                      <p:nvPicPr>
                        <p:cNvPr id="0" name="Picture 3122"/>
                        <p:cNvPicPr/>
                        <p:nvPr/>
                      </p:nvPicPr>
                      <p:blipFill>
                        <a:blip r:embed="rId5"/>
                        <a:stretch>
                          <a:fillRect/>
                        </a:stretch>
                      </p:blipFill>
                      <p:spPr>
                        <a:xfrm>
                          <a:off x="3334" y="2582"/>
                          <a:ext cx="374" cy="419"/>
                        </a:xfrm>
                        <a:prstGeom prst="rect">
                          <a:avLst/>
                        </a:prstGeom>
                        <a:noFill/>
                        <a:ln w="38100">
                          <a:noFill/>
                          <a:miter/>
                        </a:ln>
                      </p:spPr>
                    </p:pic>
                  </p:oleObj>
                </mc:Fallback>
              </mc:AlternateContent>
            </a:graphicData>
          </a:graphic>
        </p:graphicFrame>
      </p:grpSp>
      <p:grpSp>
        <p:nvGrpSpPr>
          <p:cNvPr id="513123" name="Group 513122"/>
          <p:cNvGrpSpPr/>
          <p:nvPr/>
        </p:nvGrpSpPr>
        <p:grpSpPr>
          <a:xfrm>
            <a:off x="5521325" y="3548063"/>
            <a:ext cx="1030288" cy="122237"/>
            <a:chOff x="3478" y="2235"/>
            <a:chExt cx="649" cy="77"/>
          </a:xfrm>
        </p:grpSpPr>
        <p:sp>
          <p:nvSpPr>
            <p:cNvPr id="513083" name="Straight Connector 513082"/>
            <p:cNvSpPr/>
            <p:nvPr/>
          </p:nvSpPr>
          <p:spPr>
            <a:xfrm>
              <a:off x="3504" y="2273"/>
              <a:ext cx="623" cy="0"/>
            </a:xfrm>
            <a:prstGeom prst="line">
              <a:avLst/>
            </a:prstGeom>
            <a:ln w="38100" cap="flat" cmpd="sng">
              <a:solidFill>
                <a:schemeClr val="accent2"/>
              </a:solidFill>
              <a:prstDash val="solid"/>
              <a:headEnd type="none" w="med" len="med"/>
              <a:tailEnd type="none" w="med" len="med"/>
            </a:ln>
          </p:spPr>
        </p:sp>
        <p:sp>
          <p:nvSpPr>
            <p:cNvPr id="513115" name="Oval 513114"/>
            <p:cNvSpPr/>
            <p:nvPr/>
          </p:nvSpPr>
          <p:spPr>
            <a:xfrm>
              <a:off x="3478" y="2235"/>
              <a:ext cx="79" cy="77"/>
            </a:xfrm>
            <a:prstGeom prst="ellipse">
              <a:avLst/>
            </a:prstGeom>
            <a:solidFill>
              <a:schemeClr val="accent2"/>
            </a:solidFill>
            <a:ln w="28575">
              <a:noFill/>
            </a:ln>
          </p:spPr>
          <p:txBody>
            <a:bodyPr/>
            <a:lstStyle/>
            <a:p>
              <a:endParaRPr lang="en-US"/>
            </a:p>
          </p:txBody>
        </p:sp>
      </p:grpSp>
      <p:grpSp>
        <p:nvGrpSpPr>
          <p:cNvPr id="513121" name="Group 513120"/>
          <p:cNvGrpSpPr/>
          <p:nvPr/>
        </p:nvGrpSpPr>
        <p:grpSpPr>
          <a:xfrm>
            <a:off x="5945188" y="1628775"/>
            <a:ext cx="608012" cy="3600450"/>
            <a:chOff x="3745" y="1026"/>
            <a:chExt cx="383" cy="2268"/>
          </a:xfrm>
        </p:grpSpPr>
        <p:sp>
          <p:nvSpPr>
            <p:cNvPr id="513075" name="Straight Connector 513074"/>
            <p:cNvSpPr/>
            <p:nvPr/>
          </p:nvSpPr>
          <p:spPr>
            <a:xfrm>
              <a:off x="3901" y="1820"/>
              <a:ext cx="227" cy="0"/>
            </a:xfrm>
            <a:prstGeom prst="line">
              <a:avLst/>
            </a:prstGeom>
            <a:ln w="38100" cap="flat" cmpd="sng">
              <a:solidFill>
                <a:schemeClr val="accent2"/>
              </a:solidFill>
              <a:prstDash val="solid"/>
              <a:headEnd type="none" w="med" len="med"/>
              <a:tailEnd type="none" w="med" len="med"/>
            </a:ln>
          </p:spPr>
        </p:sp>
        <p:sp>
          <p:nvSpPr>
            <p:cNvPr id="513076" name="Straight Connector 513075"/>
            <p:cNvSpPr/>
            <p:nvPr/>
          </p:nvSpPr>
          <p:spPr>
            <a:xfrm>
              <a:off x="3787" y="2047"/>
              <a:ext cx="341" cy="0"/>
            </a:xfrm>
            <a:prstGeom prst="line">
              <a:avLst/>
            </a:prstGeom>
            <a:ln w="38100" cap="flat" cmpd="sng">
              <a:solidFill>
                <a:schemeClr val="accent2"/>
              </a:solidFill>
              <a:prstDash val="solid"/>
              <a:headEnd type="none" w="med" len="med"/>
              <a:tailEnd type="none" w="med" len="med"/>
            </a:ln>
          </p:spPr>
        </p:sp>
        <p:sp>
          <p:nvSpPr>
            <p:cNvPr id="513111" name="Straight Connector 513110"/>
            <p:cNvSpPr/>
            <p:nvPr/>
          </p:nvSpPr>
          <p:spPr>
            <a:xfrm flipV="1">
              <a:off x="3787" y="1026"/>
              <a:ext cx="0" cy="2268"/>
            </a:xfrm>
            <a:prstGeom prst="line">
              <a:avLst/>
            </a:prstGeom>
            <a:ln w="38100" cap="flat" cmpd="sng">
              <a:solidFill>
                <a:schemeClr val="accent2"/>
              </a:solidFill>
              <a:prstDash val="solid"/>
              <a:headEnd type="none" w="med" len="med"/>
              <a:tailEnd type="none" w="med" len="med"/>
            </a:ln>
          </p:spPr>
        </p:sp>
        <p:sp>
          <p:nvSpPr>
            <p:cNvPr id="513112" name="Straight Connector 513111"/>
            <p:cNvSpPr/>
            <p:nvPr/>
          </p:nvSpPr>
          <p:spPr>
            <a:xfrm>
              <a:off x="3901" y="3067"/>
              <a:ext cx="227" cy="0"/>
            </a:xfrm>
            <a:prstGeom prst="line">
              <a:avLst/>
            </a:prstGeom>
            <a:ln w="38100" cap="flat" cmpd="sng">
              <a:solidFill>
                <a:schemeClr val="accent2"/>
              </a:solidFill>
              <a:prstDash val="solid"/>
              <a:headEnd type="none" w="med" len="med"/>
              <a:tailEnd type="none" w="med" len="med"/>
            </a:ln>
          </p:spPr>
        </p:sp>
        <p:sp>
          <p:nvSpPr>
            <p:cNvPr id="513113" name="Straight Connector 513112"/>
            <p:cNvSpPr/>
            <p:nvPr/>
          </p:nvSpPr>
          <p:spPr>
            <a:xfrm>
              <a:off x="3787" y="3294"/>
              <a:ext cx="341" cy="0"/>
            </a:xfrm>
            <a:prstGeom prst="line">
              <a:avLst/>
            </a:prstGeom>
            <a:ln w="38100" cap="flat" cmpd="sng">
              <a:solidFill>
                <a:schemeClr val="accent2"/>
              </a:solidFill>
              <a:prstDash val="solid"/>
              <a:headEnd type="none" w="med" len="med"/>
              <a:tailEnd type="none" w="med" len="med"/>
            </a:ln>
          </p:spPr>
        </p:sp>
        <p:sp>
          <p:nvSpPr>
            <p:cNvPr id="513114" name="Straight Connector 513113"/>
            <p:cNvSpPr/>
            <p:nvPr/>
          </p:nvSpPr>
          <p:spPr>
            <a:xfrm flipV="1">
              <a:off x="3901" y="1026"/>
              <a:ext cx="0" cy="2041"/>
            </a:xfrm>
            <a:prstGeom prst="line">
              <a:avLst/>
            </a:prstGeom>
            <a:ln w="38100" cap="flat" cmpd="sng">
              <a:solidFill>
                <a:schemeClr val="accent2"/>
              </a:solidFill>
              <a:prstDash val="solid"/>
              <a:headEnd type="none" w="med" len="med"/>
              <a:tailEnd type="none" w="med" len="med"/>
            </a:ln>
          </p:spPr>
        </p:sp>
        <p:sp>
          <p:nvSpPr>
            <p:cNvPr id="513118" name="Oval 513117"/>
            <p:cNvSpPr/>
            <p:nvPr/>
          </p:nvSpPr>
          <p:spPr>
            <a:xfrm>
              <a:off x="3745" y="2006"/>
              <a:ext cx="79" cy="77"/>
            </a:xfrm>
            <a:prstGeom prst="ellipse">
              <a:avLst/>
            </a:prstGeom>
            <a:solidFill>
              <a:schemeClr val="accent2"/>
            </a:solidFill>
            <a:ln w="28575">
              <a:noFill/>
            </a:ln>
          </p:spPr>
          <p:txBody>
            <a:bodyPr/>
            <a:lstStyle/>
            <a:p>
              <a:endParaRPr lang="en-US"/>
            </a:p>
          </p:txBody>
        </p:sp>
        <p:sp>
          <p:nvSpPr>
            <p:cNvPr id="513119" name="Oval 513118"/>
            <p:cNvSpPr/>
            <p:nvPr/>
          </p:nvSpPr>
          <p:spPr>
            <a:xfrm>
              <a:off x="3860" y="1779"/>
              <a:ext cx="79" cy="77"/>
            </a:xfrm>
            <a:prstGeom prst="ellipse">
              <a:avLst/>
            </a:prstGeom>
            <a:solidFill>
              <a:schemeClr val="accent2"/>
            </a:solidFill>
            <a:ln w="28575">
              <a:noFill/>
            </a:ln>
          </p:spPr>
          <p:txBody>
            <a:bodyPr/>
            <a:lstStyle/>
            <a:p>
              <a:endParaRPr lang="en-US"/>
            </a:p>
          </p:txBody>
        </p:sp>
      </p:grpSp>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25</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13027">
                                            <p:txEl>
                                              <p:pRg st="0" end="0"/>
                                            </p:txEl>
                                          </p:spTgt>
                                        </p:tgtEl>
                                        <p:attrNameLst>
                                          <p:attrName>style.visibility</p:attrName>
                                        </p:attrNameLst>
                                      </p:cBhvr>
                                      <p:to>
                                        <p:strVal val="visible"/>
                                      </p:to>
                                    </p:set>
                                    <p:animEffect transition="in" filter="wipe(left)">
                                      <p:cBhvr>
                                        <p:cTn id="7" dur="500"/>
                                        <p:tgtEl>
                                          <p:spTgt spid="513027">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13126"/>
                                        </p:tgtEl>
                                        <p:attrNameLst>
                                          <p:attrName>style.visibility</p:attrName>
                                        </p:attrNameLst>
                                      </p:cBhvr>
                                      <p:to>
                                        <p:strVal val="visible"/>
                                      </p:to>
                                    </p:set>
                                    <p:animEffect transition="in" filter="wipe(up)">
                                      <p:cBhvr>
                                        <p:cTn id="11" dur="500"/>
                                        <p:tgtEl>
                                          <p:spTgt spid="5131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13072"/>
                                        </p:tgtEl>
                                        <p:attrNameLst>
                                          <p:attrName>style.visibility</p:attrName>
                                        </p:attrNameLst>
                                      </p:cBhvr>
                                      <p:to>
                                        <p:strVal val="visible"/>
                                      </p:to>
                                    </p:set>
                                    <p:animEffect transition="in" filter="wipe(left)">
                                      <p:cBhvr>
                                        <p:cTn id="16" dur="500"/>
                                        <p:tgtEl>
                                          <p:spTgt spid="513072"/>
                                        </p:tgtEl>
                                      </p:cBhvr>
                                    </p:animEffect>
                                  </p:childTnLst>
                                </p:cTn>
                              </p:par>
                              <p:par>
                                <p:cTn id="17" presetID="22" presetClass="entr" presetSubtype="8" fill="hold" nodeType="withEffect">
                                  <p:stCondLst>
                                    <p:cond delay="0"/>
                                  </p:stCondLst>
                                  <p:childTnLst>
                                    <p:set>
                                      <p:cBhvr>
                                        <p:cTn id="18" dur="1" fill="hold">
                                          <p:stCondLst>
                                            <p:cond delay="0"/>
                                          </p:stCondLst>
                                        </p:cTn>
                                        <p:tgtEl>
                                          <p:spTgt spid="513070"/>
                                        </p:tgtEl>
                                        <p:attrNameLst>
                                          <p:attrName>style.visibility</p:attrName>
                                        </p:attrNameLst>
                                      </p:cBhvr>
                                      <p:to>
                                        <p:strVal val="visible"/>
                                      </p:to>
                                    </p:set>
                                    <p:animEffect transition="in" filter="wipe(left)">
                                      <p:cBhvr>
                                        <p:cTn id="19" dur="500"/>
                                        <p:tgtEl>
                                          <p:spTgt spid="513070"/>
                                        </p:tgtEl>
                                      </p:cBhvr>
                                    </p:animEffec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513071"/>
                                        </p:tgtEl>
                                        <p:attrNameLst>
                                          <p:attrName>style.visibility</p:attrName>
                                        </p:attrNameLst>
                                      </p:cBhvr>
                                      <p:to>
                                        <p:strVal val="visible"/>
                                      </p:to>
                                    </p:set>
                                    <p:animEffect transition="in" filter="wipe(left)">
                                      <p:cBhvr>
                                        <p:cTn id="23" dur="500"/>
                                        <p:tgtEl>
                                          <p:spTgt spid="51307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513120"/>
                                        </p:tgtEl>
                                        <p:attrNameLst>
                                          <p:attrName>style.visibility</p:attrName>
                                        </p:attrNameLst>
                                      </p:cBhvr>
                                      <p:to>
                                        <p:strVal val="visible"/>
                                      </p:to>
                                    </p:set>
                                    <p:animEffect transition="in" filter="wipe(left)">
                                      <p:cBhvr>
                                        <p:cTn id="28" dur="500"/>
                                        <p:tgtEl>
                                          <p:spTgt spid="51312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13088"/>
                                        </p:tgtEl>
                                        <p:attrNameLst>
                                          <p:attrName>style.visibility</p:attrName>
                                        </p:attrNameLst>
                                      </p:cBhvr>
                                      <p:to>
                                        <p:strVal val="visible"/>
                                      </p:to>
                                    </p:set>
                                    <p:animEffect transition="in" filter="wipe(left)">
                                      <p:cBhvr>
                                        <p:cTn id="33" dur="500"/>
                                        <p:tgtEl>
                                          <p:spTgt spid="513088"/>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513121"/>
                                        </p:tgtEl>
                                        <p:attrNameLst>
                                          <p:attrName>style.visibility</p:attrName>
                                        </p:attrNameLst>
                                      </p:cBhvr>
                                      <p:to>
                                        <p:strVal val="visible"/>
                                      </p:to>
                                    </p:set>
                                    <p:animEffect transition="in" filter="wipe(up)">
                                      <p:cBhvr>
                                        <p:cTn id="37" dur="500"/>
                                        <p:tgtEl>
                                          <p:spTgt spid="5131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513122"/>
                                        </p:tgtEl>
                                        <p:attrNameLst>
                                          <p:attrName>style.visibility</p:attrName>
                                        </p:attrNameLst>
                                      </p:cBhvr>
                                      <p:to>
                                        <p:strVal val="visible"/>
                                      </p:to>
                                    </p:set>
                                    <p:animEffect transition="in" filter="wipe(up)">
                                      <p:cBhvr>
                                        <p:cTn id="42" dur="500"/>
                                        <p:tgtEl>
                                          <p:spTgt spid="51312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13123"/>
                                        </p:tgtEl>
                                        <p:attrNameLst>
                                          <p:attrName>style.visibility</p:attrName>
                                        </p:attrNameLst>
                                      </p:cBhvr>
                                      <p:to>
                                        <p:strVal val="visible"/>
                                      </p:to>
                                    </p:set>
                                    <p:animEffect transition="in" filter="wipe(left)">
                                      <p:cBhvr>
                                        <p:cTn id="47" dur="500"/>
                                        <p:tgtEl>
                                          <p:spTgt spid="513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8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2945" tIns="41473" rIns="82945" bIns="41473"/>
          <a:lstStyle>
            <a:lvl1pPr eaLnBrk="0">
              <a:tabLst>
                <a:tab pos="656650" algn="l"/>
                <a:tab pos="1313299" algn="l"/>
                <a:tab pos="1969949" algn="l"/>
              </a:tabLst>
              <a:defRPr>
                <a:solidFill>
                  <a:schemeClr val="tx1"/>
                </a:solidFill>
                <a:latin typeface="Arial" pitchFamily="34" charset="0"/>
                <a:cs typeface="Lucida Sans Unicode" pitchFamily="34" charset="0"/>
              </a:defRPr>
            </a:lvl1pPr>
            <a:lvl2pPr eaLnBrk="0">
              <a:tabLst>
                <a:tab pos="656650" algn="l"/>
                <a:tab pos="1313299" algn="l"/>
                <a:tab pos="1969949" algn="l"/>
              </a:tabLst>
              <a:defRPr>
                <a:solidFill>
                  <a:schemeClr val="tx1"/>
                </a:solidFill>
                <a:latin typeface="Arial" pitchFamily="34" charset="0"/>
                <a:cs typeface="Lucida Sans Unicode" pitchFamily="34" charset="0"/>
              </a:defRPr>
            </a:lvl2pPr>
            <a:lvl3pPr eaLnBrk="0">
              <a:tabLst>
                <a:tab pos="656650" algn="l"/>
                <a:tab pos="1313299" algn="l"/>
                <a:tab pos="1969949" algn="l"/>
              </a:tabLst>
              <a:defRPr>
                <a:solidFill>
                  <a:schemeClr val="tx1"/>
                </a:solidFill>
                <a:latin typeface="Arial" pitchFamily="34" charset="0"/>
                <a:cs typeface="Lucida Sans Unicode" pitchFamily="34" charset="0"/>
              </a:defRPr>
            </a:lvl3pPr>
            <a:lvl4pPr eaLnBrk="0">
              <a:tabLst>
                <a:tab pos="656650" algn="l"/>
                <a:tab pos="1313299" algn="l"/>
                <a:tab pos="1969949" algn="l"/>
              </a:tabLst>
              <a:defRPr>
                <a:solidFill>
                  <a:schemeClr val="tx1"/>
                </a:solidFill>
                <a:latin typeface="Arial" pitchFamily="34" charset="0"/>
                <a:cs typeface="Lucida Sans Unicode" pitchFamily="34" charset="0"/>
              </a:defRPr>
            </a:lvl4pPr>
            <a:lvl5pPr eaLnBrk="0">
              <a:tabLst>
                <a:tab pos="656650" algn="l"/>
                <a:tab pos="1313299" algn="l"/>
                <a:tab pos="1969949" algn="l"/>
              </a:tabLst>
              <a:defRPr>
                <a:solidFill>
                  <a:schemeClr val="tx1"/>
                </a:solidFill>
                <a:latin typeface="Arial" pitchFamily="34" charset="0"/>
                <a:cs typeface="Lucida Sans Unicode" pitchFamily="34" charset="0"/>
              </a:defRPr>
            </a:lvl5pPr>
            <a:lvl6pPr marL="2280994"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6pPr>
            <a:lvl7pPr marL="2695720"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7pPr>
            <a:lvl8pPr marL="3110446"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8pPr>
            <a:lvl9pPr marL="3525172"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9pPr>
          </a:lstStyle>
          <a:p>
            <a:pPr eaLnBrk="1">
              <a:buFont typeface="Times New Roman" pitchFamily="18" charset="0"/>
              <a:buNone/>
            </a:pPr>
            <a:fld id="{95B698CA-CEDD-4D28-8E50-206B37071B9B}" type="slidenum">
              <a:rPr lang="en-US" smtClean="0">
                <a:solidFill>
                  <a:srgbClr val="000000"/>
                </a:solidFill>
                <a:latin typeface="Times New Roman" pitchFamily="18" charset="0"/>
              </a:rPr>
              <a:pPr eaLnBrk="1">
                <a:buFont typeface="Times New Roman" pitchFamily="18" charset="0"/>
                <a:buNone/>
              </a:pPr>
              <a:t>26</a:t>
            </a:fld>
            <a:endParaRPr lang="en-US" smtClean="0">
              <a:solidFill>
                <a:srgbClr val="000000"/>
              </a:solidFill>
              <a:latin typeface="Times New Roman" pitchFamily="18" charset="0"/>
            </a:endParaRPr>
          </a:p>
        </p:txBody>
      </p:sp>
      <p:sp>
        <p:nvSpPr>
          <p:cNvPr id="20485" name="Rectangle 1"/>
          <p:cNvSpPr>
            <a:spLocks noGrp="1" noChangeArrowheads="1"/>
          </p:cNvSpPr>
          <p:nvPr>
            <p:ph type="title"/>
          </p:nvPr>
        </p:nvSpPr>
        <p:spPr>
          <a:xfrm>
            <a:off x="456481" y="273629"/>
            <a:ext cx="8228160" cy="1144921"/>
          </a:xfrm>
        </p:spPr>
        <p:txBody>
          <a:bodyPr lIns="82945" tIns="35203" rIns="82945" bIns="41473"/>
          <a:lstStyle/>
          <a:p>
            <a:pPr eaLnBrk="1">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mtClean="0"/>
              <a:t>Encoders</a:t>
            </a:r>
          </a:p>
        </p:txBody>
      </p:sp>
      <p:sp>
        <p:nvSpPr>
          <p:cNvPr id="20486" name="Rectangle 2"/>
          <p:cNvSpPr>
            <a:spLocks noGrp="1" noChangeArrowheads="1"/>
          </p:cNvSpPr>
          <p:nvPr>
            <p:ph type="body" idx="1"/>
          </p:nvPr>
        </p:nvSpPr>
        <p:spPr>
          <a:xfrm>
            <a:off x="107504" y="656693"/>
            <a:ext cx="8928992" cy="6319215"/>
          </a:xfrm>
        </p:spPr>
        <p:txBody>
          <a:bodyPr tIns="22401"/>
          <a:lstStyle/>
          <a:p>
            <a:pPr marL="391686" indent="-293764" eaLnBrk="1">
              <a:buClr>
                <a:srgbClr val="FF6633"/>
              </a:buClr>
              <a:buSzPct val="45000"/>
              <a:buFont typeface="Wingdings" pitchFamily="2"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500" dirty="0"/>
              <a:t>An encoder has</a:t>
            </a:r>
          </a:p>
          <a:p>
            <a:pPr marL="1566743" lvl="1" indent="-519848" eaLnBrk="1">
              <a:buClr>
                <a:srgbClr val="FF6633"/>
              </a:buClr>
              <a:buSzPct val="75000"/>
              <a:buFont typeface="Symbol" pitchFamily="18"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200" dirty="0"/>
              <a:t>2</a:t>
            </a:r>
            <a:r>
              <a:rPr lang="en-US" sz="2200" baseline="40000" dirty="0"/>
              <a:t>N</a:t>
            </a:r>
            <a:r>
              <a:rPr lang="en-US" sz="2200" dirty="0"/>
              <a:t> inputs</a:t>
            </a:r>
          </a:p>
          <a:p>
            <a:pPr marL="1566743" lvl="1" indent="-519848" eaLnBrk="1">
              <a:buClr>
                <a:srgbClr val="FF6633"/>
              </a:buClr>
              <a:buSzPct val="75000"/>
              <a:buFont typeface="Symbol" pitchFamily="18"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200" dirty="0"/>
              <a:t>N </a:t>
            </a:r>
            <a:r>
              <a:rPr lang="en-US" sz="2200" dirty="0" smtClean="0"/>
              <a:t>outputs</a:t>
            </a:r>
          </a:p>
          <a:p>
            <a:pPr marL="757118" indent="-519848" eaLnBrk="1">
              <a:buClr>
                <a:srgbClr val="FF6633"/>
              </a:buClr>
              <a:buSzPct val="75000"/>
              <a:buFont typeface="Wingdings" pitchFamily="2" charset="2"/>
              <a:buChar char="Ø"/>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400" dirty="0" smtClean="0"/>
              <a:t>An </a:t>
            </a:r>
            <a:r>
              <a:rPr lang="en-US" sz="2400" dirty="0"/>
              <a:t>encoder outputs the binary value of the selected (or active) input</a:t>
            </a:r>
            <a:r>
              <a:rPr lang="en-US" sz="2800" dirty="0"/>
              <a:t>.</a:t>
            </a:r>
          </a:p>
          <a:p>
            <a:pPr marL="440822" indent="-342900" eaLnBrk="1">
              <a:buClr>
                <a:srgbClr val="FF6633"/>
              </a:buClr>
              <a:buSzPct val="45000"/>
              <a:buFont typeface="Wingdings" pitchFamily="2" charset="2"/>
              <a:buChar char="Ø"/>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400" dirty="0"/>
              <a:t>An encoder performs the inverse operation of a decoder.</a:t>
            </a:r>
          </a:p>
          <a:p>
            <a:pPr marL="440822" indent="-342900" eaLnBrk="1">
              <a:buClr>
                <a:srgbClr val="FF6633"/>
              </a:buClr>
              <a:buSzPct val="45000"/>
              <a:buFont typeface="Wingdings" pitchFamily="2" charset="2"/>
              <a:buChar char="Ø"/>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400" dirty="0"/>
              <a:t>Issues</a:t>
            </a:r>
          </a:p>
          <a:p>
            <a:pPr marL="1389795" lvl="1" indent="-342900" eaLnBrk="1">
              <a:buClr>
                <a:srgbClr val="FF6633"/>
              </a:buClr>
              <a:buSzPct val="75000"/>
              <a:buFont typeface="Wingdings" pitchFamily="2" charset="2"/>
              <a:buChar char="Ø"/>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200" dirty="0"/>
              <a:t>What if more than one input is </a:t>
            </a:r>
            <a:r>
              <a:rPr lang="en-US" sz="2200" dirty="0" smtClean="0"/>
              <a:t>active?</a:t>
            </a:r>
          </a:p>
          <a:p>
            <a:pPr marL="1389795" lvl="1" indent="-342900" eaLnBrk="1">
              <a:buClr>
                <a:srgbClr val="FF6633"/>
              </a:buClr>
              <a:buSzPct val="75000"/>
              <a:buFont typeface="Wingdings" pitchFamily="2" charset="2"/>
              <a:buChar char="Ø"/>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200" dirty="0" smtClean="0"/>
              <a:t>What </a:t>
            </a:r>
            <a:r>
              <a:rPr lang="en-US" sz="2200" dirty="0"/>
              <a:t>if no inputs are active?</a:t>
            </a:r>
          </a:p>
        </p:txBody>
      </p:sp>
    </p:spTree>
    <p:extLst>
      <p:ext uri="{BB962C8B-B14F-4D97-AF65-F5344CB8AC3E}">
        <p14:creationId xmlns:p14="http://schemas.microsoft.com/office/powerpoint/2010/main" val="232621536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Title 516097"/>
          <p:cNvSpPr>
            <a:spLocks noGrp="1"/>
          </p:cNvSpPr>
          <p:nvPr>
            <p:ph type="title"/>
          </p:nvPr>
        </p:nvSpPr>
        <p:spPr/>
        <p:txBody>
          <a:bodyPr lIns="63500" tIns="25400" rIns="63500" bIns="25400">
            <a:spAutoFit/>
          </a:bodyPr>
          <a:lstStyle/>
          <a:p>
            <a:r>
              <a:t>Encoders</a:t>
            </a:r>
          </a:p>
        </p:txBody>
      </p:sp>
      <p:sp>
        <p:nvSpPr>
          <p:cNvPr id="516099" name="Text Placeholder 516098"/>
          <p:cNvSpPr>
            <a:spLocks noGrp="1"/>
          </p:cNvSpPr>
          <p:nvPr>
            <p:ph type="body" idx="1"/>
          </p:nvPr>
        </p:nvSpPr>
        <p:spPr>
          <a:xfrm>
            <a:off x="106998" y="621030"/>
            <a:ext cx="8280400" cy="1666875"/>
          </a:xfrm>
        </p:spPr>
        <p:txBody>
          <a:bodyPr lIns="63500" tIns="25400" rIns="63500" bIns="25400">
            <a:spAutoFit/>
          </a:bodyPr>
          <a:lstStyle/>
          <a:p>
            <a:r>
              <a:rPr dirty="0"/>
              <a:t>Put “</a:t>
            </a:r>
            <a:r>
              <a:rPr i="1" dirty="0">
                <a:solidFill>
                  <a:schemeClr val="accent1"/>
                </a:solidFill>
              </a:rPr>
              <a:t>Information</a:t>
            </a:r>
            <a:r>
              <a:rPr dirty="0"/>
              <a:t>” into code</a:t>
            </a:r>
          </a:p>
          <a:p>
            <a:r>
              <a:rPr dirty="0"/>
              <a:t>Binary Encoder</a:t>
            </a:r>
          </a:p>
          <a:p>
            <a:pPr lvl="1"/>
            <a:r>
              <a:rPr dirty="0"/>
              <a:t>Example: 4-to-2 Binary Encoder</a:t>
            </a:r>
          </a:p>
        </p:txBody>
      </p:sp>
      <p:graphicFrame>
        <p:nvGraphicFramePr>
          <p:cNvPr id="516146" name="Table 516145"/>
          <p:cNvGraphicFramePr/>
          <p:nvPr/>
        </p:nvGraphicFramePr>
        <p:xfrm>
          <a:off x="5832475" y="3608388"/>
          <a:ext cx="2519363" cy="2159000"/>
        </p:xfrm>
        <a:graphic>
          <a:graphicData uri="http://schemas.openxmlformats.org/drawingml/2006/table">
            <a:tbl>
              <a:tblPr/>
              <a:tblGrid>
                <a:gridCol w="1439863"/>
                <a:gridCol w="1079500"/>
              </a:tblGrid>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dirty="0">
                          <a:solidFill>
                            <a:srgbClr val="FFFF00"/>
                          </a:solidFill>
                        </a:rPr>
                        <a:t>x</a:t>
                      </a:r>
                      <a:r>
                        <a:rPr i="1" baseline="-25000" dirty="0">
                          <a:solidFill>
                            <a:srgbClr val="FFFF00"/>
                          </a:solidFill>
                        </a:rPr>
                        <a:t>3</a:t>
                      </a:r>
                      <a:r>
                        <a:rPr i="1" dirty="0">
                          <a:solidFill>
                            <a:srgbClr val="FFFF00"/>
                          </a:solidFill>
                        </a:rPr>
                        <a:t>  x</a:t>
                      </a:r>
                      <a:r>
                        <a:rPr i="1" baseline="-25000" dirty="0">
                          <a:solidFill>
                            <a:srgbClr val="FFFF00"/>
                          </a:solidFill>
                        </a:rPr>
                        <a:t>2</a:t>
                      </a:r>
                      <a:r>
                        <a:rPr i="1" dirty="0">
                          <a:solidFill>
                            <a:srgbClr val="FFFF00"/>
                          </a:solidFill>
                        </a:rPr>
                        <a:t>  x</a:t>
                      </a:r>
                      <a:r>
                        <a:rPr i="1" baseline="-25000" dirty="0">
                          <a:solidFill>
                            <a:srgbClr val="FFFF00"/>
                          </a:solidFill>
                        </a:rPr>
                        <a:t>1</a:t>
                      </a:r>
                      <a:endParaRPr lang="en-US" i="1" dirty="0">
                        <a:solidFill>
                          <a:srgbClr val="FFFF00"/>
                        </a:solidFill>
                      </a:endParaRPr>
                    </a:p>
                  </a:txBody>
                  <a:tcPr marL="0" marR="0" marT="0" marB="0">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y</a:t>
                      </a:r>
                      <a:r>
                        <a:rPr i="1" baseline="-25000">
                          <a:solidFill>
                            <a:srgbClr val="FFFF00"/>
                          </a:solidFill>
                        </a:rPr>
                        <a:t>1</a:t>
                      </a:r>
                      <a:r>
                        <a:rPr i="1">
                          <a:solidFill>
                            <a:srgbClr val="FFFF00"/>
                          </a:solidFill>
                        </a:rPr>
                        <a:t>  y</a:t>
                      </a:r>
                      <a:r>
                        <a:rPr i="1" baseline="-25000">
                          <a:solidFill>
                            <a:srgbClr val="FFFF00"/>
                          </a:solidFill>
                        </a:rPr>
                        <a:t>0</a:t>
                      </a:r>
                      <a:endParaRPr lang="en-US" i="1" baseline="-25000">
                        <a:solidFill>
                          <a:srgbClr val="FFFF00"/>
                        </a:solidFill>
                      </a:endParaRPr>
                    </a:p>
                  </a:txBody>
                  <a:tcPr marL="0" marR="0" marT="0" marB="0">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0   0   0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dirty="0">
                          <a:solidFill>
                            <a:schemeClr val="tx1"/>
                          </a:solidFill>
                        </a:rPr>
                        <a:t>0   0</a:t>
                      </a:r>
                      <a:endParaRPr lang="en-US" dirty="0">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0   0   </a:t>
                      </a:r>
                      <a:r>
                        <a:rPr>
                          <a:solidFill>
                            <a:srgbClr val="CC00CC"/>
                          </a:solidFill>
                        </a:rPr>
                        <a:t>1</a:t>
                      </a:r>
                      <a:endParaRPr lang="en-US">
                        <a:solidFill>
                          <a:srgbClr val="CC00CC"/>
                        </a:solidFill>
                      </a:endParaRPr>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a:t>
                      </a:r>
                      <a:r>
                        <a:rPr>
                          <a:solidFill>
                            <a:schemeClr val="accent1"/>
                          </a:solidFill>
                        </a:rPr>
                        <a:t>1</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a:t>
                      </a:r>
                      <a:r>
                        <a:rPr>
                          <a:solidFill>
                            <a:srgbClr val="CC00CC"/>
                          </a:solidFill>
                        </a:rPr>
                        <a:t>1</a:t>
                      </a:r>
                      <a:r>
                        <a:t>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1   </a:t>
                      </a:r>
                      <a:r>
                        <a:rPr>
                          <a:solidFill>
                            <a:schemeClr val="tx1"/>
                          </a:solidFill>
                        </a:rPr>
                        <a:t>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rgbClr val="CC00CC"/>
                          </a:solidFill>
                        </a:rPr>
                        <a:t>1</a:t>
                      </a:r>
                      <a:r>
                        <a:t>   0   0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1  </a:t>
                      </a:r>
                      <a:r>
                        <a:rPr>
                          <a:solidFill>
                            <a:schemeClr val="tx1"/>
                          </a:solidFill>
                        </a:rPr>
                        <a:t> </a:t>
                      </a:r>
                      <a:r>
                        <a:rPr>
                          <a:solidFill>
                            <a:schemeClr val="accent1"/>
                          </a:solidFill>
                        </a:rPr>
                        <a:t>1</a:t>
                      </a:r>
                      <a:endParaRPr lang="en-US">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pSp>
        <p:nvGrpSpPr>
          <p:cNvPr id="516147" name="Group 516146"/>
          <p:cNvGrpSpPr/>
          <p:nvPr/>
        </p:nvGrpSpPr>
        <p:grpSpPr>
          <a:xfrm>
            <a:off x="107505" y="3402013"/>
            <a:ext cx="5056634" cy="3180715"/>
            <a:chOff x="570" y="2143"/>
            <a:chExt cx="2683" cy="1605"/>
          </a:xfrm>
        </p:grpSpPr>
        <p:sp>
          <p:nvSpPr>
            <p:cNvPr id="516105" name="Rectangles 516104"/>
            <p:cNvSpPr/>
            <p:nvPr/>
          </p:nvSpPr>
          <p:spPr>
            <a:xfrm>
              <a:off x="612" y="2160"/>
              <a:ext cx="68" cy="227"/>
            </a:xfrm>
            <a:prstGeom prst="rect">
              <a:avLst/>
            </a:prstGeom>
          </p:spPr>
          <p:txBody>
            <a:bodyPr wrap="none" fromWordArt="1">
              <a:prstTxWarp prst="textPlain">
                <a:avLst>
                  <a:gd name="adj" fmla="val 49384"/>
                </a:avLst>
              </a:prstTxWarp>
              <a:normAutofit fontScale="92500" lnSpcReduction="20000"/>
            </a:bodyPr>
            <a:lstStyle/>
            <a:p>
              <a:pPr algn="ctr"/>
              <a:r>
                <a:rPr lang="en-US" sz="3600" spc="720" dirty="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1</a:t>
              </a:r>
            </a:p>
          </p:txBody>
        </p:sp>
        <p:sp>
          <p:nvSpPr>
            <p:cNvPr id="516106" name="Rectangles 516105"/>
            <p:cNvSpPr/>
            <p:nvPr/>
          </p:nvSpPr>
          <p:spPr>
            <a:xfrm>
              <a:off x="612" y="2726"/>
              <a:ext cx="113" cy="233"/>
            </a:xfrm>
            <a:prstGeom prst="rect">
              <a:avLst/>
            </a:prstGeom>
          </p:spPr>
          <p:txBody>
            <a:bodyPr wrap="none" fromWordArt="1">
              <a:prstTxWarp prst="textPlain">
                <a:avLst>
                  <a:gd name="adj" fmla="val 49384"/>
                </a:avLst>
              </a:prstTxWarp>
              <a:normAutofit fontScale="92500" lnSpcReduction="20000"/>
            </a:bodyPr>
            <a:lstStyle/>
            <a:p>
              <a:pPr algn="ctr"/>
              <a:r>
                <a:rPr lang="en-US" sz="3600" spc="720" dirty="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2</a:t>
              </a:r>
            </a:p>
          </p:txBody>
        </p:sp>
        <p:sp>
          <p:nvSpPr>
            <p:cNvPr id="516108" name="Rectangles 516107"/>
            <p:cNvSpPr/>
            <p:nvPr/>
          </p:nvSpPr>
          <p:spPr>
            <a:xfrm>
              <a:off x="570" y="3112"/>
              <a:ext cx="110" cy="215"/>
            </a:xfrm>
            <a:prstGeom prst="rect">
              <a:avLst/>
            </a:prstGeom>
          </p:spPr>
          <p:txBody>
            <a:bodyPr wrap="none" fromWordArt="1">
              <a:prstTxWarp prst="textPlain">
                <a:avLst>
                  <a:gd name="adj" fmla="val 49384"/>
                </a:avLst>
              </a:prstTxWarp>
              <a:normAutofit fontScale="85000" lnSpcReduction="20000"/>
            </a:bodyPr>
            <a:lstStyle/>
            <a:p>
              <a:pPr algn="ctr"/>
              <a:r>
                <a:rPr lang="en-US" sz="3600" spc="720" dirty="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3</a:t>
              </a:r>
            </a:p>
          </p:txBody>
        </p:sp>
        <p:sp>
          <p:nvSpPr>
            <p:cNvPr id="516110" name="Rounded Rectangle 516109"/>
            <p:cNvSpPr/>
            <p:nvPr/>
          </p:nvSpPr>
          <p:spPr>
            <a:xfrm>
              <a:off x="1745" y="2160"/>
              <a:ext cx="907" cy="1588"/>
            </a:xfrm>
            <a:prstGeom prst="roundRect">
              <a:avLst>
                <a:gd name="adj" fmla="val 16667"/>
              </a:avLst>
            </a:prstGeom>
            <a:solidFill>
              <a:srgbClr val="FFFF00"/>
            </a:solidFill>
            <a:ln w="28575" cap="flat" cmpd="sng">
              <a:solidFill>
                <a:srgbClr val="008000"/>
              </a:solidFill>
              <a:prstDash val="solid"/>
              <a:headEnd type="none" w="med" len="med"/>
              <a:tailEnd type="none" w="med" len="med"/>
            </a:ln>
          </p:spPr>
          <p:txBody>
            <a:bodyPr wrap="none" lIns="0" tIns="0" rIns="0" bIns="0" anchor="ctr" anchorCtr="0"/>
            <a:lstStyle/>
            <a:p>
              <a:pPr>
                <a:buClr>
                  <a:schemeClr val="bg1"/>
                </a:buClr>
              </a:pPr>
              <a:r>
                <a:rPr sz="2400" b="1" dirty="0">
                  <a:solidFill>
                    <a:schemeClr val="accent1"/>
                  </a:solidFill>
                  <a:latin typeface="Times New Roman" panose="02020603050405020304" pitchFamily="18" charset="0"/>
                  <a:cs typeface="Times New Roman" panose="02020603050405020304" pitchFamily="18" charset="0"/>
                </a:rPr>
                <a:t>Binary</a:t>
              </a:r>
              <a:br>
                <a:rPr sz="2400" b="1" dirty="0">
                  <a:solidFill>
                    <a:schemeClr val="accent1"/>
                  </a:solidFill>
                  <a:latin typeface="Times New Roman" panose="02020603050405020304" pitchFamily="18" charset="0"/>
                  <a:cs typeface="Times New Roman" panose="02020603050405020304" pitchFamily="18" charset="0"/>
                </a:rPr>
              </a:br>
              <a:r>
                <a:rPr sz="2400" b="1" dirty="0">
                  <a:solidFill>
                    <a:schemeClr val="accent1"/>
                  </a:solidFill>
                  <a:latin typeface="Times New Roman" panose="02020603050405020304" pitchFamily="18" charset="0"/>
                  <a:cs typeface="Times New Roman" panose="02020603050405020304" pitchFamily="18" charset="0"/>
                </a:rPr>
                <a:t>Encoder</a:t>
              </a:r>
              <a:endParaRPr sz="2400" b="1" dirty="0">
                <a:solidFill>
                  <a:schemeClr val="accent1"/>
                </a:solidFill>
                <a:latin typeface="Times New Roman" panose="02020603050405020304" pitchFamily="18" charset="0"/>
                <a:ea typeface="Times New Roman" panose="02020603050405020304" pitchFamily="18" charset="0"/>
              </a:endParaRPr>
            </a:p>
          </p:txBody>
        </p:sp>
        <p:sp>
          <p:nvSpPr>
            <p:cNvPr id="516111" name="Straight Connector 516110"/>
            <p:cNvSpPr/>
            <p:nvPr/>
          </p:nvSpPr>
          <p:spPr>
            <a:xfrm>
              <a:off x="1065" y="2387"/>
              <a:ext cx="681" cy="0"/>
            </a:xfrm>
            <a:prstGeom prst="line">
              <a:avLst/>
            </a:prstGeom>
            <a:ln w="38100" cap="flat" cmpd="sng">
              <a:solidFill>
                <a:schemeClr val="accent2"/>
              </a:solidFill>
              <a:prstDash val="solid"/>
              <a:headEnd type="none" w="med" len="med"/>
              <a:tailEnd type="none" w="med" len="med"/>
            </a:ln>
          </p:spPr>
        </p:sp>
        <p:sp>
          <p:nvSpPr>
            <p:cNvPr id="516112" name="Straight Connector 516111"/>
            <p:cNvSpPr/>
            <p:nvPr/>
          </p:nvSpPr>
          <p:spPr>
            <a:xfrm>
              <a:off x="1064" y="2757"/>
              <a:ext cx="681" cy="0"/>
            </a:xfrm>
            <a:prstGeom prst="line">
              <a:avLst/>
            </a:prstGeom>
            <a:ln w="38100" cap="flat" cmpd="sng">
              <a:solidFill>
                <a:schemeClr val="accent2"/>
              </a:solidFill>
              <a:prstDash val="solid"/>
              <a:headEnd type="none" w="med" len="med"/>
              <a:tailEnd type="none" w="med" len="med"/>
            </a:ln>
          </p:spPr>
        </p:sp>
        <p:sp>
          <p:nvSpPr>
            <p:cNvPr id="516113" name="Text Box 516112"/>
            <p:cNvSpPr txBox="1"/>
            <p:nvPr/>
          </p:nvSpPr>
          <p:spPr>
            <a:xfrm>
              <a:off x="3027" y="2614"/>
              <a:ext cx="226" cy="690"/>
            </a:xfrm>
            <a:prstGeom prst="rect">
              <a:avLst/>
            </a:prstGeom>
            <a:noFill/>
            <a:ln w="28575">
              <a:noFill/>
            </a:ln>
          </p:spPr>
          <p:txBody>
            <a:bodyPr lIns="0" tIns="0" rIns="0" bIns="0">
              <a:spAutoFit/>
            </a:bodyPr>
            <a:lstStyle/>
            <a:p>
              <a:pPr>
                <a:lnSpc>
                  <a:spcPct val="100000"/>
                </a:lnSpc>
                <a:spcBef>
                  <a:spcPct val="0"/>
                </a:spcBef>
                <a:buClr>
                  <a:schemeClr val="bg1"/>
                </a:buClr>
              </a:pPr>
              <a:r>
                <a:rPr sz="2400" b="1" i="1" baseline="-25000">
                  <a:solidFill>
                    <a:schemeClr val="accent2"/>
                  </a:solidFill>
                  <a:latin typeface="Times New Roman" panose="02020603050405020304" pitchFamily="18" charset="0"/>
                  <a:cs typeface="Times New Roman" panose="02020603050405020304" pitchFamily="18" charset="0"/>
                </a:rPr>
                <a:t> </a:t>
              </a:r>
              <a:r>
                <a:rPr sz="2400" b="1" i="1">
                  <a:solidFill>
                    <a:schemeClr val="accent2"/>
                  </a:solidFill>
                  <a:latin typeface="Times New Roman" panose="02020603050405020304" pitchFamily="18" charset="0"/>
                  <a:cs typeface="Times New Roman" panose="02020603050405020304" pitchFamily="18" charset="0"/>
                </a:rPr>
                <a:t>y</a:t>
              </a:r>
              <a:r>
                <a:rPr sz="2400" b="1" i="1" baseline="-25000">
                  <a:solidFill>
                    <a:schemeClr val="accent2"/>
                  </a:solidFill>
                  <a:latin typeface="Times New Roman" panose="02020603050405020304" pitchFamily="18" charset="0"/>
                  <a:cs typeface="Times New Roman" panose="02020603050405020304" pitchFamily="18" charset="0"/>
                </a:rPr>
                <a:t>1</a:t>
              </a:r>
            </a:p>
            <a:p>
              <a:pPr>
                <a:lnSpc>
                  <a:spcPct val="100000"/>
                </a:lnSpc>
                <a:spcBef>
                  <a:spcPct val="0"/>
                </a:spcBef>
                <a:buClr>
                  <a:schemeClr val="bg1"/>
                </a:buClr>
              </a:pPr>
              <a:endParaRPr sz="2400" b="1" i="1">
                <a:solidFill>
                  <a:schemeClr val="accent2"/>
                </a:solidFill>
                <a:latin typeface="Times New Roman" panose="02020603050405020304" pitchFamily="18" charset="0"/>
                <a:cs typeface="Times New Roman" panose="02020603050405020304" pitchFamily="18" charset="0"/>
              </a:endParaRPr>
            </a:p>
            <a:p>
              <a:pPr>
                <a:lnSpc>
                  <a:spcPct val="100000"/>
                </a:lnSpc>
                <a:spcBef>
                  <a:spcPct val="0"/>
                </a:spcBef>
                <a:buClr>
                  <a:schemeClr val="bg1"/>
                </a:buClr>
              </a:pPr>
              <a:r>
                <a:rPr sz="2400" b="1" i="1">
                  <a:solidFill>
                    <a:schemeClr val="accent2"/>
                  </a:solidFill>
                  <a:latin typeface="Times New Roman" panose="02020603050405020304" pitchFamily="18" charset="0"/>
                  <a:cs typeface="Times New Roman" panose="02020603050405020304" pitchFamily="18" charset="0"/>
                </a:rPr>
                <a:t>y</a:t>
              </a:r>
              <a:r>
                <a:rPr sz="2400" b="1" i="1" baseline="-25000">
                  <a:solidFill>
                    <a:schemeClr val="accent2"/>
                  </a:solidFill>
                  <a:latin typeface="Times New Roman" panose="02020603050405020304" pitchFamily="18" charset="0"/>
                  <a:cs typeface="Times New Roman" panose="02020603050405020304" pitchFamily="18" charset="0"/>
                </a:rPr>
                <a:t>0</a:t>
              </a:r>
              <a:endParaRPr sz="2400" b="1" i="1" baseline="-25000">
                <a:solidFill>
                  <a:schemeClr val="accent2"/>
                </a:solidFill>
                <a:latin typeface="Times New Roman" panose="02020603050405020304" pitchFamily="18" charset="0"/>
                <a:ea typeface="Times New Roman" panose="02020603050405020304" pitchFamily="18" charset="0"/>
              </a:endParaRPr>
            </a:p>
          </p:txBody>
        </p:sp>
        <p:sp>
          <p:nvSpPr>
            <p:cNvPr id="516114" name="Straight Connector 516113"/>
            <p:cNvSpPr/>
            <p:nvPr/>
          </p:nvSpPr>
          <p:spPr>
            <a:xfrm>
              <a:off x="2652" y="2753"/>
              <a:ext cx="341" cy="0"/>
            </a:xfrm>
            <a:prstGeom prst="line">
              <a:avLst/>
            </a:prstGeom>
            <a:ln w="38100" cap="flat" cmpd="sng">
              <a:solidFill>
                <a:schemeClr val="accent1"/>
              </a:solidFill>
              <a:prstDash val="solid"/>
              <a:headEnd type="none" w="med" len="med"/>
              <a:tailEnd type="triangle" w="med" len="lg"/>
            </a:ln>
          </p:spPr>
        </p:sp>
        <p:sp>
          <p:nvSpPr>
            <p:cNvPr id="516115" name="Straight Connector 516114"/>
            <p:cNvSpPr/>
            <p:nvPr/>
          </p:nvSpPr>
          <p:spPr>
            <a:xfrm>
              <a:off x="2652" y="3207"/>
              <a:ext cx="341" cy="0"/>
            </a:xfrm>
            <a:prstGeom prst="line">
              <a:avLst/>
            </a:prstGeom>
            <a:ln w="38100" cap="flat" cmpd="sng">
              <a:solidFill>
                <a:schemeClr val="accent1"/>
              </a:solidFill>
              <a:prstDash val="solid"/>
              <a:headEnd type="none" w="med" len="med"/>
              <a:tailEnd type="triangle" w="med" len="lg"/>
            </a:ln>
          </p:spPr>
        </p:sp>
        <p:sp>
          <p:nvSpPr>
            <p:cNvPr id="516116" name="Straight Connector 516115"/>
            <p:cNvSpPr/>
            <p:nvPr/>
          </p:nvSpPr>
          <p:spPr>
            <a:xfrm>
              <a:off x="1047" y="3207"/>
              <a:ext cx="681" cy="0"/>
            </a:xfrm>
            <a:prstGeom prst="line">
              <a:avLst/>
            </a:prstGeom>
            <a:ln w="38100" cap="flat" cmpd="sng">
              <a:solidFill>
                <a:schemeClr val="accent2"/>
              </a:solidFill>
              <a:prstDash val="solid"/>
              <a:headEnd type="none" w="med" len="med"/>
              <a:tailEnd type="none" w="med" len="med"/>
            </a:ln>
          </p:spPr>
        </p:sp>
        <p:pic>
          <p:nvPicPr>
            <p:cNvPr id="516104" name="Picture 516103" descr="MCj02402230000[1]"/>
            <p:cNvPicPr>
              <a:picLocks noChangeAspect="1"/>
            </p:cNvPicPr>
            <p:nvPr/>
          </p:nvPicPr>
          <p:blipFill>
            <a:blip r:embed="rId3"/>
            <a:stretch>
              <a:fillRect/>
            </a:stretch>
          </p:blipFill>
          <p:spPr>
            <a:xfrm>
              <a:off x="735" y="3067"/>
              <a:ext cx="278" cy="260"/>
            </a:xfrm>
            <a:prstGeom prst="rect">
              <a:avLst/>
            </a:prstGeom>
            <a:noFill/>
            <a:ln w="9525">
              <a:noFill/>
            </a:ln>
          </p:spPr>
        </p:pic>
        <p:pic>
          <p:nvPicPr>
            <p:cNvPr id="516103" name="Picture 516102" descr="MCj02402230000[1]"/>
            <p:cNvPicPr>
              <a:picLocks noChangeAspect="1"/>
            </p:cNvPicPr>
            <p:nvPr/>
          </p:nvPicPr>
          <p:blipFill>
            <a:blip r:embed="rId3"/>
            <a:stretch>
              <a:fillRect/>
            </a:stretch>
          </p:blipFill>
          <p:spPr>
            <a:xfrm>
              <a:off x="774" y="2641"/>
              <a:ext cx="278" cy="232"/>
            </a:xfrm>
            <a:prstGeom prst="rect">
              <a:avLst/>
            </a:prstGeom>
            <a:noFill/>
            <a:ln w="9525">
              <a:noFill/>
            </a:ln>
          </p:spPr>
        </p:pic>
        <p:pic>
          <p:nvPicPr>
            <p:cNvPr id="516102" name="Picture 516101" descr="MCj02402230000[1]"/>
            <p:cNvPicPr>
              <a:picLocks noChangeAspect="1"/>
            </p:cNvPicPr>
            <p:nvPr/>
          </p:nvPicPr>
          <p:blipFill>
            <a:blip r:embed="rId3"/>
            <a:stretch>
              <a:fillRect/>
            </a:stretch>
          </p:blipFill>
          <p:spPr>
            <a:xfrm>
              <a:off x="839" y="2160"/>
              <a:ext cx="278" cy="341"/>
            </a:xfrm>
            <a:prstGeom prst="rect">
              <a:avLst/>
            </a:prstGeom>
            <a:noFill/>
            <a:ln w="9525">
              <a:noFill/>
            </a:ln>
          </p:spPr>
        </p:pic>
        <p:sp>
          <p:nvSpPr>
            <p:cNvPr id="516141" name="Text Box 516140"/>
            <p:cNvSpPr txBox="1"/>
            <p:nvPr/>
          </p:nvSpPr>
          <p:spPr>
            <a:xfrm>
              <a:off x="1292" y="2143"/>
              <a:ext cx="226" cy="1143"/>
            </a:xfrm>
            <a:prstGeom prst="rect">
              <a:avLst/>
            </a:prstGeom>
            <a:noFill/>
            <a:ln w="28575">
              <a:noFill/>
            </a:ln>
          </p:spPr>
          <p:txBody>
            <a:bodyPr lIns="0" tIns="0" rIns="0" bIns="0">
              <a:spAutoFit/>
            </a:bodyPr>
            <a:lstStyle/>
            <a:p>
              <a:pPr>
                <a:lnSpc>
                  <a:spcPct val="80000"/>
                </a:lnSpc>
                <a:spcBef>
                  <a:spcPct val="0"/>
                </a:spcBef>
                <a:buClr>
                  <a:schemeClr val="bg1"/>
                </a:buClr>
              </a:pPr>
              <a:r>
                <a:rPr sz="2400" b="1" i="1" baseline="-25000" dirty="0">
                  <a:solidFill>
                    <a:srgbClr val="CC00CC"/>
                  </a:solidFill>
                  <a:latin typeface="Times New Roman" panose="02020603050405020304" pitchFamily="18" charset="0"/>
                  <a:cs typeface="Times New Roman" panose="02020603050405020304" pitchFamily="18" charset="0"/>
                </a:rPr>
                <a:t> </a:t>
              </a:r>
              <a:r>
                <a:rPr sz="2400" b="1" i="1" dirty="0">
                  <a:solidFill>
                    <a:srgbClr val="CC00CC"/>
                  </a:solidFill>
                  <a:latin typeface="Times New Roman" panose="02020603050405020304" pitchFamily="18" charset="0"/>
                  <a:cs typeface="Times New Roman" panose="02020603050405020304" pitchFamily="18" charset="0"/>
                </a:rPr>
                <a:t>x</a:t>
              </a:r>
              <a:r>
                <a:rPr sz="2400" b="1" i="1" baseline="-25000" dirty="0">
                  <a:solidFill>
                    <a:srgbClr val="CC00CC"/>
                  </a:solidFill>
                  <a:latin typeface="Times New Roman" panose="02020603050405020304" pitchFamily="18" charset="0"/>
                  <a:cs typeface="Times New Roman" panose="02020603050405020304" pitchFamily="18" charset="0"/>
                </a:rPr>
                <a:t>1</a:t>
              </a:r>
            </a:p>
            <a:p>
              <a:pPr>
                <a:lnSpc>
                  <a:spcPct val="80000"/>
                </a:lnSpc>
                <a:spcBef>
                  <a:spcPct val="0"/>
                </a:spcBef>
                <a:buClr>
                  <a:schemeClr val="bg1"/>
                </a:buClr>
              </a:pPr>
              <a:endParaRPr sz="2400" b="1" i="1" dirty="0">
                <a:solidFill>
                  <a:srgbClr val="CC00CC"/>
                </a:solidFill>
                <a:latin typeface="Times New Roman" panose="02020603050405020304" pitchFamily="18" charset="0"/>
                <a:cs typeface="Times New Roman" panose="02020603050405020304" pitchFamily="18" charset="0"/>
              </a:endParaRPr>
            </a:p>
            <a:p>
              <a:pPr>
                <a:lnSpc>
                  <a:spcPct val="80000"/>
                </a:lnSpc>
                <a:spcBef>
                  <a:spcPct val="0"/>
                </a:spcBef>
                <a:buClr>
                  <a:schemeClr val="bg1"/>
                </a:buClr>
              </a:pPr>
              <a:endParaRPr sz="2400" b="1" i="1" dirty="0">
                <a:solidFill>
                  <a:srgbClr val="CC00CC"/>
                </a:solidFill>
                <a:latin typeface="Times New Roman" panose="02020603050405020304" pitchFamily="18" charset="0"/>
                <a:cs typeface="Times New Roman" panose="02020603050405020304" pitchFamily="18" charset="0"/>
              </a:endParaRPr>
            </a:p>
            <a:p>
              <a:pPr>
                <a:lnSpc>
                  <a:spcPct val="80000"/>
                </a:lnSpc>
                <a:spcBef>
                  <a:spcPct val="0"/>
                </a:spcBef>
                <a:buClr>
                  <a:schemeClr val="bg1"/>
                </a:buClr>
              </a:pPr>
              <a:r>
                <a:rPr sz="2400" b="1" i="1" dirty="0">
                  <a:solidFill>
                    <a:srgbClr val="CC00CC"/>
                  </a:solidFill>
                  <a:latin typeface="Times New Roman" panose="02020603050405020304" pitchFamily="18" charset="0"/>
                  <a:cs typeface="Times New Roman" panose="02020603050405020304" pitchFamily="18" charset="0"/>
                </a:rPr>
                <a:t>x</a:t>
              </a:r>
              <a:r>
                <a:rPr sz="2400" b="1" i="1" baseline="-25000" dirty="0">
                  <a:solidFill>
                    <a:srgbClr val="CC00CC"/>
                  </a:solidFill>
                  <a:latin typeface="Times New Roman" panose="02020603050405020304" pitchFamily="18" charset="0"/>
                  <a:cs typeface="Times New Roman" panose="02020603050405020304" pitchFamily="18" charset="0"/>
                </a:rPr>
                <a:t>2</a:t>
              </a:r>
              <a:r>
                <a:rPr sz="2400" b="1" i="1" dirty="0">
                  <a:solidFill>
                    <a:srgbClr val="CC00CC"/>
                  </a:solidFill>
                  <a:latin typeface="Times New Roman" panose="02020603050405020304" pitchFamily="18" charset="0"/>
                  <a:cs typeface="Times New Roman" panose="02020603050405020304" pitchFamily="18" charset="0"/>
                </a:rPr>
                <a:t> </a:t>
              </a:r>
            </a:p>
            <a:p>
              <a:pPr>
                <a:lnSpc>
                  <a:spcPct val="80000"/>
                </a:lnSpc>
                <a:spcBef>
                  <a:spcPct val="0"/>
                </a:spcBef>
                <a:buClr>
                  <a:schemeClr val="bg1"/>
                </a:buClr>
              </a:pPr>
              <a:endParaRPr sz="2400" b="1" i="1" dirty="0">
                <a:solidFill>
                  <a:srgbClr val="CC00CC"/>
                </a:solidFill>
                <a:latin typeface="Times New Roman" panose="02020603050405020304" pitchFamily="18" charset="0"/>
                <a:cs typeface="Times New Roman" panose="02020603050405020304" pitchFamily="18" charset="0"/>
              </a:endParaRPr>
            </a:p>
            <a:p>
              <a:pPr>
                <a:lnSpc>
                  <a:spcPct val="80000"/>
                </a:lnSpc>
                <a:spcBef>
                  <a:spcPct val="0"/>
                </a:spcBef>
                <a:buClr>
                  <a:schemeClr val="bg1"/>
                </a:buClr>
              </a:pPr>
              <a:endParaRPr sz="2400" b="1" i="1" dirty="0">
                <a:solidFill>
                  <a:srgbClr val="CC00CC"/>
                </a:solidFill>
                <a:latin typeface="Times New Roman" panose="02020603050405020304" pitchFamily="18" charset="0"/>
                <a:cs typeface="Times New Roman" panose="02020603050405020304" pitchFamily="18" charset="0"/>
              </a:endParaRPr>
            </a:p>
            <a:p>
              <a:pPr>
                <a:lnSpc>
                  <a:spcPct val="80000"/>
                </a:lnSpc>
                <a:spcBef>
                  <a:spcPct val="0"/>
                </a:spcBef>
                <a:buClr>
                  <a:schemeClr val="bg1"/>
                </a:buClr>
              </a:pPr>
              <a:r>
                <a:rPr lang="en-US" sz="2400" b="1" i="1" dirty="0" smtClean="0">
                  <a:solidFill>
                    <a:srgbClr val="CC00CC"/>
                  </a:solidFill>
                  <a:latin typeface="Times New Roman" panose="02020603050405020304" pitchFamily="18" charset="0"/>
                  <a:cs typeface="Times New Roman" panose="02020603050405020304" pitchFamily="18" charset="0"/>
                </a:rPr>
                <a:t>X</a:t>
              </a:r>
              <a:r>
                <a:rPr sz="2400" b="1" i="1" baseline="-25000" dirty="0" smtClean="0">
                  <a:solidFill>
                    <a:srgbClr val="CC00CC"/>
                  </a:solidFill>
                  <a:latin typeface="Times New Roman" panose="02020603050405020304" pitchFamily="18" charset="0"/>
                  <a:cs typeface="Times New Roman" panose="02020603050405020304" pitchFamily="18" charset="0"/>
                </a:rPr>
                <a:t>3</a:t>
              </a:r>
              <a:endParaRPr lang="en-US" sz="2400" b="1" i="1" baseline="-25000" dirty="0" smtClean="0">
                <a:solidFill>
                  <a:srgbClr val="CC00CC"/>
                </a:solidFill>
                <a:latin typeface="Times New Roman" panose="02020603050405020304" pitchFamily="18" charset="0"/>
                <a:cs typeface="Times New Roman" panose="02020603050405020304" pitchFamily="18" charset="0"/>
              </a:endParaRPr>
            </a:p>
            <a:p>
              <a:pPr>
                <a:lnSpc>
                  <a:spcPct val="80000"/>
                </a:lnSpc>
                <a:spcBef>
                  <a:spcPct val="0"/>
                </a:spcBef>
                <a:buClr>
                  <a:schemeClr val="bg1"/>
                </a:buClr>
              </a:pPr>
              <a:endParaRPr sz="2400" b="1" i="1" baseline="-25000" dirty="0">
                <a:solidFill>
                  <a:srgbClr val="CC00CC"/>
                </a:solidFill>
                <a:latin typeface="Times New Roman" panose="02020603050405020304" pitchFamily="18" charset="0"/>
                <a:ea typeface="Times New Roman" panose="02020603050405020304" pitchFamily="18" charset="0"/>
              </a:endParaRPr>
            </a:p>
          </p:txBody>
        </p:sp>
      </p:grpSp>
      <p:sp>
        <p:nvSpPr>
          <p:cNvPr id="516148" name="Rounded Rectangular Callout 516147"/>
          <p:cNvSpPr/>
          <p:nvPr/>
        </p:nvSpPr>
        <p:spPr>
          <a:xfrm>
            <a:off x="7272338" y="1268413"/>
            <a:ext cx="1439862" cy="1800225"/>
          </a:xfrm>
          <a:prstGeom prst="wedgeRoundRectCallout">
            <a:avLst>
              <a:gd name="adj1" fmla="val -92667"/>
              <a:gd name="adj2" fmla="val 73014"/>
              <a:gd name="adj3" fmla="val 16667"/>
            </a:avLst>
          </a:prstGeom>
          <a:noFill/>
          <a:ln w="28575" cap="flat" cmpd="sng">
            <a:solidFill>
              <a:schemeClr val="accent2"/>
            </a:solidFill>
            <a:prstDash val="solid"/>
            <a:miter/>
            <a:headEnd type="none" w="med" len="med"/>
            <a:tailEnd type="none" w="med" len="med"/>
          </a:ln>
        </p:spPr>
        <p:txBody>
          <a:bodyPr lIns="0" tIns="0" rIns="0" bIns="0"/>
          <a:lstStyle/>
          <a:p>
            <a:pPr>
              <a:buClr>
                <a:schemeClr val="bg1"/>
              </a:buClr>
            </a:pPr>
            <a:r>
              <a:rPr sz="2400" b="1">
                <a:latin typeface="Times New Roman" panose="02020603050405020304" pitchFamily="18" charset="0"/>
                <a:cs typeface="Times New Roman" panose="02020603050405020304" pitchFamily="18" charset="0"/>
              </a:rPr>
              <a:t>Only </a:t>
            </a:r>
            <a:r>
              <a:rPr sz="2400" b="1" i="1">
                <a:solidFill>
                  <a:schemeClr val="accent1"/>
                </a:solidFill>
                <a:latin typeface="Times New Roman" panose="02020603050405020304" pitchFamily="18" charset="0"/>
                <a:cs typeface="Times New Roman" panose="02020603050405020304" pitchFamily="18" charset="0"/>
              </a:rPr>
              <a:t>one</a:t>
            </a:r>
            <a:r>
              <a:rPr sz="2400" b="1">
                <a:latin typeface="Times New Roman" panose="02020603050405020304" pitchFamily="18" charset="0"/>
                <a:cs typeface="Times New Roman" panose="02020603050405020304" pitchFamily="18" charset="0"/>
              </a:rPr>
              <a:t> switch should be activated at a time</a:t>
            </a:r>
            <a:endParaRPr sz="2400" b="1">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27</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16099">
                                            <p:txEl>
                                              <p:pRg st="0" end="0"/>
                                            </p:txEl>
                                          </p:spTgt>
                                        </p:tgtEl>
                                        <p:attrNameLst>
                                          <p:attrName>style.visibility</p:attrName>
                                        </p:attrNameLst>
                                      </p:cBhvr>
                                      <p:to>
                                        <p:strVal val="visible"/>
                                      </p:to>
                                    </p:set>
                                    <p:animEffect transition="in" filter="wipe(left)">
                                      <p:cBhvr>
                                        <p:cTn id="7" dur="500"/>
                                        <p:tgtEl>
                                          <p:spTgt spid="516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16099">
                                            <p:txEl>
                                              <p:pRg st="1" end="1"/>
                                            </p:txEl>
                                          </p:spTgt>
                                        </p:tgtEl>
                                        <p:attrNameLst>
                                          <p:attrName>style.visibility</p:attrName>
                                        </p:attrNameLst>
                                      </p:cBhvr>
                                      <p:to>
                                        <p:strVal val="visible"/>
                                      </p:to>
                                    </p:set>
                                    <p:animEffect transition="in" filter="wipe(left)">
                                      <p:cBhvr>
                                        <p:cTn id="12" dur="500"/>
                                        <p:tgtEl>
                                          <p:spTgt spid="516099">
                                            <p:txEl>
                                              <p:pRg st="1" end="1"/>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16099">
                                            <p:txEl>
                                              <p:pRg st="2" end="2"/>
                                            </p:txEl>
                                          </p:spTgt>
                                        </p:tgtEl>
                                        <p:attrNameLst>
                                          <p:attrName>style.visibility</p:attrName>
                                        </p:attrNameLst>
                                      </p:cBhvr>
                                      <p:to>
                                        <p:strVal val="visible"/>
                                      </p:to>
                                    </p:set>
                                    <p:animEffect transition="in" filter="wipe(left)">
                                      <p:cBhvr>
                                        <p:cTn id="16" dur="500"/>
                                        <p:tgtEl>
                                          <p:spTgt spid="516099">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16147"/>
                                        </p:tgtEl>
                                        <p:attrNameLst>
                                          <p:attrName>style.visibility</p:attrName>
                                        </p:attrNameLst>
                                      </p:cBhvr>
                                      <p:to>
                                        <p:strVal val="visible"/>
                                      </p:to>
                                    </p:set>
                                    <p:animEffect transition="in" filter="wipe(left)">
                                      <p:cBhvr>
                                        <p:cTn id="21" dur="500"/>
                                        <p:tgtEl>
                                          <p:spTgt spid="516147"/>
                                        </p:tgtEl>
                                      </p:cBhvr>
                                    </p:animEffect>
                                  </p:childTnLst>
                                </p:cTn>
                              </p:par>
                            </p:childTnLst>
                          </p:cTn>
                        </p:par>
                        <p:par>
                          <p:cTn id="22" fill="hold">
                            <p:stCondLst>
                              <p:cond delay="500"/>
                            </p:stCondLst>
                            <p:childTnLst>
                              <p:par>
                                <p:cTn id="23" presetID="22" presetClass="entr" presetSubtype="1" fill="hold" nodeType="afterEffect">
                                  <p:stCondLst>
                                    <p:cond delay="0"/>
                                  </p:stCondLst>
                                  <p:childTnLst>
                                    <p:set>
                                      <p:cBhvr>
                                        <p:cTn id="24" dur="1" fill="hold">
                                          <p:stCondLst>
                                            <p:cond delay="0"/>
                                          </p:stCondLst>
                                        </p:cTn>
                                        <p:tgtEl>
                                          <p:spTgt spid="516146"/>
                                        </p:tgtEl>
                                        <p:attrNameLst>
                                          <p:attrName>style.visibility</p:attrName>
                                        </p:attrNameLst>
                                      </p:cBhvr>
                                      <p:to>
                                        <p:strVal val="visible"/>
                                      </p:to>
                                    </p:set>
                                    <p:animEffect transition="in" filter="wipe(up)">
                                      <p:cBhvr>
                                        <p:cTn id="25" dur="500"/>
                                        <p:tgtEl>
                                          <p:spTgt spid="516146"/>
                                        </p:tgtEl>
                                      </p:cBhvr>
                                    </p:animEffect>
                                  </p:childTnLst>
                                </p:cTn>
                              </p:par>
                            </p:childTnLst>
                          </p:cTn>
                        </p:par>
                        <p:par>
                          <p:cTn id="26" fill="hold">
                            <p:stCondLst>
                              <p:cond delay="1000"/>
                            </p:stCondLst>
                            <p:childTnLst>
                              <p:par>
                                <p:cTn id="27" presetID="22" presetClass="entr" presetSubtype="4" fill="hold" grpId="0" nodeType="afterEffect">
                                  <p:stCondLst>
                                    <p:cond delay="0"/>
                                  </p:stCondLst>
                                  <p:childTnLst>
                                    <p:set>
                                      <p:cBhvr>
                                        <p:cTn id="28" dur="1" fill="hold">
                                          <p:stCondLst>
                                            <p:cond delay="0"/>
                                          </p:stCondLst>
                                        </p:cTn>
                                        <p:tgtEl>
                                          <p:spTgt spid="516148"/>
                                        </p:tgtEl>
                                        <p:attrNameLst>
                                          <p:attrName>style.visibility</p:attrName>
                                        </p:attrNameLst>
                                      </p:cBhvr>
                                      <p:to>
                                        <p:strVal val="visible"/>
                                      </p:to>
                                    </p:set>
                                    <p:animEffect transition="in" filter="wipe(down)">
                                      <p:cBhvr>
                                        <p:cTn id="29" dur="500"/>
                                        <p:tgtEl>
                                          <p:spTgt spid="51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14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Title 517121"/>
          <p:cNvSpPr>
            <a:spLocks noGrp="1"/>
          </p:cNvSpPr>
          <p:nvPr>
            <p:ph type="title"/>
          </p:nvPr>
        </p:nvSpPr>
        <p:spPr/>
        <p:txBody>
          <a:bodyPr lIns="63500" tIns="25400" rIns="63500" bIns="25400">
            <a:spAutoFit/>
          </a:bodyPr>
          <a:lstStyle/>
          <a:p>
            <a:r>
              <a:t>Encoders</a:t>
            </a:r>
          </a:p>
        </p:txBody>
      </p:sp>
      <p:sp>
        <p:nvSpPr>
          <p:cNvPr id="517123" name="Text Placeholder 517122"/>
          <p:cNvSpPr>
            <a:spLocks noGrp="1"/>
          </p:cNvSpPr>
          <p:nvPr>
            <p:ph type="body" idx="1"/>
          </p:nvPr>
        </p:nvSpPr>
        <p:spPr>
          <a:xfrm>
            <a:off x="106998" y="621030"/>
            <a:ext cx="8280400" cy="477838"/>
          </a:xfrm>
        </p:spPr>
        <p:txBody>
          <a:bodyPr lIns="63500" tIns="25400" rIns="63500" bIns="25400">
            <a:spAutoFit/>
          </a:bodyPr>
          <a:lstStyle/>
          <a:p>
            <a:r>
              <a:t>Octal-to-Binary Encoder (8-to-3)</a:t>
            </a:r>
          </a:p>
        </p:txBody>
      </p:sp>
      <p:graphicFrame>
        <p:nvGraphicFramePr>
          <p:cNvPr id="517186" name="Table 517185"/>
          <p:cNvGraphicFramePr/>
          <p:nvPr/>
        </p:nvGraphicFramePr>
        <p:xfrm>
          <a:off x="792163" y="1749425"/>
          <a:ext cx="4319588" cy="3359150"/>
        </p:xfrm>
        <a:graphic>
          <a:graphicData uri="http://schemas.openxmlformats.org/drawingml/2006/table">
            <a:tbl>
              <a:tblPr/>
              <a:tblGrid>
                <a:gridCol w="3059113"/>
                <a:gridCol w="1260475"/>
              </a:tblGrid>
              <a:tr h="43815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I</a:t>
                      </a:r>
                      <a:r>
                        <a:rPr i="1" baseline="-25000">
                          <a:solidFill>
                            <a:srgbClr val="FFFF00"/>
                          </a:solidFill>
                        </a:rPr>
                        <a:t>7</a:t>
                      </a:r>
                      <a:r>
                        <a:rPr i="1">
                          <a:solidFill>
                            <a:srgbClr val="FFFF00"/>
                          </a:solidFill>
                        </a:rPr>
                        <a:t>  I</a:t>
                      </a:r>
                      <a:r>
                        <a:rPr i="1" baseline="-25000">
                          <a:solidFill>
                            <a:srgbClr val="FFFF00"/>
                          </a:solidFill>
                        </a:rPr>
                        <a:t>6</a:t>
                      </a:r>
                      <a:r>
                        <a:rPr i="1">
                          <a:solidFill>
                            <a:srgbClr val="FFFF00"/>
                          </a:solidFill>
                        </a:rPr>
                        <a:t>  I</a:t>
                      </a:r>
                      <a:r>
                        <a:rPr i="1" baseline="-25000">
                          <a:solidFill>
                            <a:srgbClr val="FFFF00"/>
                          </a:solidFill>
                        </a:rPr>
                        <a:t>5</a:t>
                      </a:r>
                      <a:r>
                        <a:rPr i="1">
                          <a:solidFill>
                            <a:srgbClr val="FFFF00"/>
                          </a:solidFill>
                        </a:rPr>
                        <a:t>  I</a:t>
                      </a:r>
                      <a:r>
                        <a:rPr i="1" baseline="-25000">
                          <a:solidFill>
                            <a:srgbClr val="FFFF00"/>
                          </a:solidFill>
                        </a:rPr>
                        <a:t>4</a:t>
                      </a:r>
                      <a:r>
                        <a:rPr i="1">
                          <a:solidFill>
                            <a:srgbClr val="FFFF00"/>
                          </a:solidFill>
                        </a:rPr>
                        <a:t>  I</a:t>
                      </a:r>
                      <a:r>
                        <a:rPr i="1" baseline="-25000">
                          <a:solidFill>
                            <a:srgbClr val="FFFF00"/>
                          </a:solidFill>
                        </a:rPr>
                        <a:t>3</a:t>
                      </a:r>
                      <a:r>
                        <a:rPr i="1">
                          <a:solidFill>
                            <a:srgbClr val="FFFF00"/>
                          </a:solidFill>
                        </a:rPr>
                        <a:t>  I</a:t>
                      </a:r>
                      <a:r>
                        <a:rPr i="1" baseline="-25000">
                          <a:solidFill>
                            <a:srgbClr val="FFFF00"/>
                          </a:solidFill>
                        </a:rPr>
                        <a:t>2</a:t>
                      </a:r>
                      <a:r>
                        <a:rPr i="1">
                          <a:solidFill>
                            <a:srgbClr val="FFFF00"/>
                          </a:solidFill>
                        </a:rPr>
                        <a:t>  I</a:t>
                      </a:r>
                      <a:r>
                        <a:rPr i="1" baseline="-25000">
                          <a:solidFill>
                            <a:srgbClr val="FFFF00"/>
                          </a:solidFill>
                        </a:rPr>
                        <a:t>1</a:t>
                      </a:r>
                      <a:r>
                        <a:rPr i="1">
                          <a:solidFill>
                            <a:srgbClr val="FFFF00"/>
                          </a:solidFill>
                        </a:rPr>
                        <a:t>  I</a:t>
                      </a:r>
                      <a:r>
                        <a:rPr i="1" baseline="-25000">
                          <a:solidFill>
                            <a:srgbClr val="FFFF00"/>
                          </a:solidFill>
                        </a:rPr>
                        <a:t>0</a:t>
                      </a:r>
                      <a:endParaRPr lang="en-US" i="1" baseline="-25000">
                        <a:solidFill>
                          <a:srgbClr val="FFFF00"/>
                        </a:solidFill>
                      </a:endParaRPr>
                    </a:p>
                  </a:txBody>
                  <a:tcPr marL="0" marR="0" marT="0" marB="0">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Y</a:t>
                      </a:r>
                      <a:r>
                        <a:rPr i="1" baseline="-25000">
                          <a:solidFill>
                            <a:srgbClr val="FFFF00"/>
                          </a:solidFill>
                        </a:rPr>
                        <a:t>2</a:t>
                      </a:r>
                      <a:r>
                        <a:rPr i="1">
                          <a:solidFill>
                            <a:srgbClr val="FFFF00"/>
                          </a:solidFill>
                        </a:rPr>
                        <a:t> Y</a:t>
                      </a:r>
                      <a:r>
                        <a:rPr i="1" baseline="-25000">
                          <a:solidFill>
                            <a:srgbClr val="FFFF00"/>
                          </a:solidFill>
                        </a:rPr>
                        <a:t>1</a:t>
                      </a:r>
                      <a:r>
                        <a:rPr i="1">
                          <a:solidFill>
                            <a:srgbClr val="FFFF00"/>
                          </a:solidFill>
                        </a:rPr>
                        <a:t> Y</a:t>
                      </a:r>
                      <a:r>
                        <a:rPr i="1" baseline="-25000">
                          <a:solidFill>
                            <a:srgbClr val="FFFF00"/>
                          </a:solidFill>
                        </a:rPr>
                        <a:t>0</a:t>
                      </a:r>
                      <a:endParaRPr lang="en-US" i="1" baseline="-25000">
                        <a:solidFill>
                          <a:srgbClr val="FFFF00"/>
                        </a:solidFill>
                      </a:endParaRPr>
                    </a:p>
                  </a:txBody>
                  <a:tcPr marL="0" marR="0" marT="0" marB="0">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r>
              <a:tr h="36512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0   0   0   0   0   0   0   </a:t>
                      </a:r>
                      <a:r>
                        <a:rPr>
                          <a:solidFill>
                            <a:srgbClr val="CC00CC"/>
                          </a:solidFill>
                        </a:rPr>
                        <a:t>1</a:t>
                      </a:r>
                      <a:endParaRPr lang="en-US">
                        <a:solidFill>
                          <a:srgbClr val="CC00CC"/>
                        </a:solidFill>
                      </a:endParaRPr>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0   0   0</a:t>
                      </a:r>
                      <a:endParaRPr lang="en-US">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512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0   0   0   0   0   0   </a:t>
                      </a:r>
                      <a:r>
                        <a:rPr>
                          <a:solidFill>
                            <a:srgbClr val="CC00CC"/>
                          </a:solidFill>
                        </a:rPr>
                        <a:t>1   </a:t>
                      </a:r>
                      <a:r>
                        <a:t>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0   0   </a:t>
                      </a:r>
                      <a:r>
                        <a:rPr>
                          <a:solidFill>
                            <a:schemeClr val="accent1"/>
                          </a:solidFill>
                        </a:rPr>
                        <a:t>1</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512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0   0   0   0   0   </a:t>
                      </a:r>
                      <a:r>
                        <a:rPr>
                          <a:solidFill>
                            <a:srgbClr val="CC00CC"/>
                          </a:solidFill>
                        </a:rPr>
                        <a:t>1</a:t>
                      </a:r>
                      <a:r>
                        <a:t>   0   0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   </a:t>
                      </a:r>
                      <a:r>
                        <a:rPr>
                          <a:solidFill>
                            <a:schemeClr val="accent1"/>
                          </a:solidFill>
                        </a:rPr>
                        <a:t>1   </a:t>
                      </a:r>
                      <a:r>
                        <a:rPr>
                          <a:solidFill>
                            <a:schemeClr val="tx1"/>
                          </a:solidFill>
                        </a:rPr>
                        <a:t>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512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0   0   0   0   </a:t>
                      </a:r>
                      <a:r>
                        <a:rPr>
                          <a:solidFill>
                            <a:srgbClr val="CC00CC"/>
                          </a:solidFill>
                        </a:rPr>
                        <a:t>1</a:t>
                      </a:r>
                      <a:r>
                        <a:t>   0   0   0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457200" lvl="0" indent="-457200" algn="ctr">
                        <a:buNone/>
                      </a:pPr>
                      <a:r>
                        <a:rPr>
                          <a:solidFill>
                            <a:schemeClr val="tx1"/>
                          </a:solidFill>
                        </a:rPr>
                        <a:t>0   </a:t>
                      </a:r>
                      <a:r>
                        <a:rPr>
                          <a:solidFill>
                            <a:schemeClr val="accent1"/>
                          </a:solidFill>
                        </a:rPr>
                        <a:t>1   1</a:t>
                      </a:r>
                      <a:endParaRPr lang="en-US">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512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0   0   0   </a:t>
                      </a:r>
                      <a:r>
                        <a:rPr>
                          <a:solidFill>
                            <a:srgbClr val="CC00CC"/>
                          </a:solidFill>
                        </a:rPr>
                        <a:t>1</a:t>
                      </a:r>
                      <a:r>
                        <a:t>   0   0   0   0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457200" lvl="0" indent="-457200" algn="ctr">
                        <a:buNone/>
                      </a:pPr>
                      <a:r>
                        <a:rPr>
                          <a:solidFill>
                            <a:schemeClr val="accent1"/>
                          </a:solidFill>
                        </a:rPr>
                        <a:t>1</a:t>
                      </a:r>
                      <a:r>
                        <a:rPr>
                          <a:solidFill>
                            <a:schemeClr val="tx1"/>
                          </a:solidFill>
                        </a:rPr>
                        <a:t>   0</a:t>
                      </a:r>
                      <a:r>
                        <a:rPr>
                          <a:solidFill>
                            <a:schemeClr val="accent1"/>
                          </a:solidFill>
                        </a:rPr>
                        <a:t>   </a:t>
                      </a:r>
                      <a:r>
                        <a:rPr>
                          <a:solidFill>
                            <a:schemeClr val="tx1"/>
                          </a:solidFill>
                        </a:rPr>
                        <a:t>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512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0   0   </a:t>
                      </a:r>
                      <a:r>
                        <a:rPr>
                          <a:solidFill>
                            <a:srgbClr val="CC00CC"/>
                          </a:solidFill>
                        </a:rPr>
                        <a:t>1</a:t>
                      </a:r>
                      <a:r>
                        <a:t>   0   0   0   0   0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457200" lvl="0" indent="-457200" algn="ctr">
                        <a:buNone/>
                      </a:pPr>
                      <a:r>
                        <a:rPr>
                          <a:solidFill>
                            <a:schemeClr val="accent1"/>
                          </a:solidFill>
                        </a:rPr>
                        <a:t>1</a:t>
                      </a:r>
                      <a:r>
                        <a:rPr>
                          <a:solidFill>
                            <a:schemeClr val="tx1"/>
                          </a:solidFill>
                        </a:rPr>
                        <a:t>   0</a:t>
                      </a:r>
                      <a:r>
                        <a:rPr>
                          <a:solidFill>
                            <a:schemeClr val="accent1"/>
                          </a:solidFill>
                        </a:rPr>
                        <a:t>   1</a:t>
                      </a:r>
                      <a:endParaRPr lang="en-US">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512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a:t>
                      </a:r>
                      <a:r>
                        <a:rPr>
                          <a:solidFill>
                            <a:srgbClr val="CC00CC"/>
                          </a:solidFill>
                        </a:rPr>
                        <a:t>1</a:t>
                      </a:r>
                      <a:r>
                        <a:t>   0   0   0   0   0   0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457200" lvl="0" indent="-457200" algn="ctr">
                        <a:buNone/>
                      </a:pPr>
                      <a:r>
                        <a:rPr>
                          <a:solidFill>
                            <a:schemeClr val="accent1"/>
                          </a:solidFill>
                        </a:rPr>
                        <a:t>1</a:t>
                      </a:r>
                      <a:r>
                        <a:rPr>
                          <a:solidFill>
                            <a:schemeClr val="tx1"/>
                          </a:solidFill>
                        </a:rPr>
                        <a:t>   </a:t>
                      </a:r>
                      <a:r>
                        <a:rPr>
                          <a:solidFill>
                            <a:schemeClr val="accent1"/>
                          </a:solidFill>
                        </a:rPr>
                        <a:t>1   </a:t>
                      </a:r>
                      <a:r>
                        <a:rPr>
                          <a:solidFill>
                            <a:schemeClr val="tx1"/>
                          </a:solidFill>
                        </a:rPr>
                        <a:t>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5125">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rgbClr val="CC00CC"/>
                          </a:solidFill>
                        </a:rPr>
                        <a:t>1</a:t>
                      </a:r>
                      <a:r>
                        <a:t>   0   0   0   0   0   0   0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457200" lvl="0" indent="-457200" algn="ctr">
                        <a:buNone/>
                      </a:pPr>
                      <a:r>
                        <a:rPr>
                          <a:solidFill>
                            <a:schemeClr val="accent1"/>
                          </a:solidFill>
                        </a:rPr>
                        <a:t>1</a:t>
                      </a:r>
                      <a:r>
                        <a:rPr>
                          <a:solidFill>
                            <a:schemeClr val="tx1"/>
                          </a:solidFill>
                        </a:rPr>
                        <a:t>   </a:t>
                      </a:r>
                      <a:r>
                        <a:rPr>
                          <a:solidFill>
                            <a:schemeClr val="accent1"/>
                          </a:solidFill>
                        </a:rPr>
                        <a:t>1   1</a:t>
                      </a:r>
                      <a:endParaRPr lang="en-US">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pSp>
        <p:nvGrpSpPr>
          <p:cNvPr id="517204" name="Group 517203"/>
          <p:cNvGrpSpPr/>
          <p:nvPr/>
        </p:nvGrpSpPr>
        <p:grpSpPr>
          <a:xfrm>
            <a:off x="6011863" y="1089025"/>
            <a:ext cx="2881312" cy="3421063"/>
            <a:chOff x="3674" y="913"/>
            <a:chExt cx="1815" cy="2155"/>
          </a:xfrm>
        </p:grpSpPr>
        <p:sp>
          <p:nvSpPr>
            <p:cNvPr id="517188" name="Rounded Rectangle 517187"/>
            <p:cNvSpPr/>
            <p:nvPr/>
          </p:nvSpPr>
          <p:spPr>
            <a:xfrm flipH="1" flipV="1">
              <a:off x="4015" y="913"/>
              <a:ext cx="1134" cy="2155"/>
            </a:xfrm>
            <a:prstGeom prst="roundRect">
              <a:avLst>
                <a:gd name="adj" fmla="val 16667"/>
              </a:avLst>
            </a:prstGeom>
            <a:solidFill>
              <a:srgbClr val="FFFF00"/>
            </a:solidFill>
            <a:ln w="28575" cap="flat" cmpd="sng">
              <a:solidFill>
                <a:srgbClr val="008000"/>
              </a:solidFill>
              <a:prstDash val="solid"/>
              <a:headEnd type="none" w="med" len="med"/>
              <a:tailEnd type="none" w="med" len="med"/>
            </a:ln>
          </p:spPr>
          <p:txBody>
            <a:bodyPr vert="eaVert" wrap="none" lIns="0" tIns="0" rIns="0" bIns="0" anchor="ctr" anchorCtr="1"/>
            <a:lstStyle/>
            <a:p>
              <a:pPr>
                <a:buClr>
                  <a:schemeClr val="bg1"/>
                </a:buClr>
              </a:pPr>
              <a:r>
                <a:rPr sz="2400" b="1">
                  <a:solidFill>
                    <a:schemeClr val="accent1"/>
                  </a:solidFill>
                  <a:latin typeface="Times New Roman" panose="02020603050405020304" pitchFamily="18" charset="0"/>
                  <a:cs typeface="Times New Roman" panose="02020603050405020304" pitchFamily="18" charset="0"/>
                </a:rPr>
                <a:t>Binary</a:t>
              </a:r>
              <a:br>
                <a:rPr sz="2400" b="1">
                  <a:solidFill>
                    <a:schemeClr val="accent1"/>
                  </a:solidFill>
                  <a:latin typeface="Times New Roman" panose="02020603050405020304" pitchFamily="18" charset="0"/>
                  <a:cs typeface="Times New Roman" panose="02020603050405020304" pitchFamily="18" charset="0"/>
                </a:rPr>
              </a:br>
              <a:r>
                <a:rPr sz="2400" b="1">
                  <a:solidFill>
                    <a:schemeClr val="accent1"/>
                  </a:solidFill>
                  <a:latin typeface="Times New Roman" panose="02020603050405020304" pitchFamily="18" charset="0"/>
                  <a:cs typeface="Times New Roman" panose="02020603050405020304" pitchFamily="18" charset="0"/>
                </a:rPr>
                <a:t>Encoder</a:t>
              </a:r>
              <a:endParaRPr sz="2400" b="1">
                <a:solidFill>
                  <a:schemeClr val="accent1"/>
                </a:solidFill>
                <a:latin typeface="Times New Roman" panose="02020603050405020304" pitchFamily="18" charset="0"/>
                <a:ea typeface="Times New Roman" panose="02020603050405020304" pitchFamily="18" charset="0"/>
              </a:endParaRPr>
            </a:p>
          </p:txBody>
        </p:sp>
        <p:sp>
          <p:nvSpPr>
            <p:cNvPr id="517189" name="Straight Connector 517188"/>
            <p:cNvSpPr/>
            <p:nvPr/>
          </p:nvSpPr>
          <p:spPr>
            <a:xfrm>
              <a:off x="5148" y="1819"/>
              <a:ext cx="341" cy="0"/>
            </a:xfrm>
            <a:prstGeom prst="line">
              <a:avLst/>
            </a:prstGeom>
            <a:ln w="38100" cap="flat" cmpd="sng">
              <a:solidFill>
                <a:schemeClr val="accent2"/>
              </a:solidFill>
              <a:prstDash val="solid"/>
              <a:headEnd type="none" w="med" len="med"/>
              <a:tailEnd type="none" w="med" len="med"/>
            </a:ln>
          </p:spPr>
        </p:sp>
        <p:sp>
          <p:nvSpPr>
            <p:cNvPr id="517190" name="Straight Connector 517189"/>
            <p:cNvSpPr/>
            <p:nvPr/>
          </p:nvSpPr>
          <p:spPr>
            <a:xfrm>
              <a:off x="5148" y="2273"/>
              <a:ext cx="341" cy="0"/>
            </a:xfrm>
            <a:prstGeom prst="line">
              <a:avLst/>
            </a:prstGeom>
            <a:ln w="38100" cap="flat" cmpd="sng">
              <a:solidFill>
                <a:schemeClr val="accent2"/>
              </a:solidFill>
              <a:prstDash val="solid"/>
              <a:headEnd type="none" w="med" len="med"/>
              <a:tailEnd type="none" w="med" len="med"/>
            </a:ln>
          </p:spPr>
        </p:sp>
        <p:sp>
          <p:nvSpPr>
            <p:cNvPr id="517191" name="Text Box 517190"/>
            <p:cNvSpPr txBox="1"/>
            <p:nvPr/>
          </p:nvSpPr>
          <p:spPr>
            <a:xfrm>
              <a:off x="4921" y="1649"/>
              <a:ext cx="226" cy="690"/>
            </a:xfrm>
            <a:prstGeom prst="rect">
              <a:avLst/>
            </a:prstGeom>
            <a:noFill/>
            <a:ln w="28575">
              <a:noFill/>
            </a:ln>
          </p:spPr>
          <p:txBody>
            <a:bodyPr lIns="0" tIns="0" rIns="0" bIns="0">
              <a:spAutoFit/>
            </a:bodyPr>
            <a:lstStyle/>
            <a:p>
              <a:pPr algn="l">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2</a:t>
              </a:r>
            </a:p>
            <a:p>
              <a:pPr algn="l">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1</a:t>
              </a:r>
              <a:endParaRPr sz="2400" b="1" i="1">
                <a:latin typeface="Times New Roman" panose="02020603050405020304" pitchFamily="18" charset="0"/>
                <a:cs typeface="Times New Roman" panose="02020603050405020304" pitchFamily="18" charset="0"/>
              </a:endParaRPr>
            </a:p>
            <a:p>
              <a:pPr algn="l">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17192" name="Straight Connector 517191"/>
            <p:cNvSpPr/>
            <p:nvPr/>
          </p:nvSpPr>
          <p:spPr>
            <a:xfrm>
              <a:off x="3674" y="1253"/>
              <a:ext cx="341" cy="0"/>
            </a:xfrm>
            <a:prstGeom prst="line">
              <a:avLst/>
            </a:prstGeom>
            <a:ln w="38100" cap="flat" cmpd="sng">
              <a:solidFill>
                <a:schemeClr val="accent2"/>
              </a:solidFill>
              <a:prstDash val="solid"/>
              <a:headEnd type="none" w="med" len="med"/>
              <a:tailEnd type="none" w="med" len="med"/>
            </a:ln>
          </p:spPr>
        </p:sp>
        <p:sp>
          <p:nvSpPr>
            <p:cNvPr id="517193" name="Text Box 517192"/>
            <p:cNvSpPr txBox="1"/>
            <p:nvPr/>
          </p:nvSpPr>
          <p:spPr>
            <a:xfrm>
              <a:off x="4014" y="1114"/>
              <a:ext cx="226" cy="1840"/>
            </a:xfrm>
            <a:prstGeom prst="rect">
              <a:avLst/>
            </a:prstGeom>
            <a:noFill/>
            <a:ln w="28575">
              <a:noFill/>
            </a:ln>
          </p:spPr>
          <p:txBody>
            <a:bodyPr lIns="0" tIns="0" rIns="0" bIns="0">
              <a:spAutoFit/>
            </a:bodyPr>
            <a:lstStyle/>
            <a:p>
              <a:pPr algn="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7</a:t>
              </a:r>
            </a:p>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6</a:t>
              </a:r>
            </a:p>
            <a:p>
              <a:pPr algn="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5</a:t>
              </a:r>
            </a:p>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4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3</a:t>
              </a:r>
            </a:p>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2</a:t>
              </a:r>
            </a:p>
            <a:p>
              <a:pPr algn="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1</a:t>
              </a:r>
            </a:p>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17194" name="Straight Connector 517193"/>
            <p:cNvSpPr/>
            <p:nvPr/>
          </p:nvSpPr>
          <p:spPr>
            <a:xfrm>
              <a:off x="3674" y="1480"/>
              <a:ext cx="341" cy="0"/>
            </a:xfrm>
            <a:prstGeom prst="line">
              <a:avLst/>
            </a:prstGeom>
            <a:ln w="38100" cap="flat" cmpd="sng">
              <a:solidFill>
                <a:schemeClr val="accent2"/>
              </a:solidFill>
              <a:prstDash val="solid"/>
              <a:headEnd type="none" w="med" len="med"/>
              <a:tailEnd type="none" w="med" len="med"/>
            </a:ln>
          </p:spPr>
        </p:sp>
        <p:sp>
          <p:nvSpPr>
            <p:cNvPr id="517195" name="Straight Connector 517194"/>
            <p:cNvSpPr/>
            <p:nvPr/>
          </p:nvSpPr>
          <p:spPr>
            <a:xfrm>
              <a:off x="3674" y="1707"/>
              <a:ext cx="341" cy="0"/>
            </a:xfrm>
            <a:prstGeom prst="line">
              <a:avLst/>
            </a:prstGeom>
            <a:ln w="38100" cap="flat" cmpd="sng">
              <a:solidFill>
                <a:schemeClr val="accent2"/>
              </a:solidFill>
              <a:prstDash val="solid"/>
              <a:headEnd type="none" w="med" len="med"/>
              <a:tailEnd type="none" w="med" len="med"/>
            </a:ln>
          </p:spPr>
        </p:sp>
        <p:sp>
          <p:nvSpPr>
            <p:cNvPr id="517196" name="Straight Connector 517195"/>
            <p:cNvSpPr/>
            <p:nvPr/>
          </p:nvSpPr>
          <p:spPr>
            <a:xfrm>
              <a:off x="3674" y="1934"/>
              <a:ext cx="341" cy="0"/>
            </a:xfrm>
            <a:prstGeom prst="line">
              <a:avLst/>
            </a:prstGeom>
            <a:ln w="38100" cap="flat" cmpd="sng">
              <a:solidFill>
                <a:schemeClr val="accent2"/>
              </a:solidFill>
              <a:prstDash val="solid"/>
              <a:headEnd type="none" w="med" len="med"/>
              <a:tailEnd type="none" w="med" len="med"/>
            </a:ln>
          </p:spPr>
        </p:sp>
        <p:sp>
          <p:nvSpPr>
            <p:cNvPr id="517197" name="Straight Connector 517196"/>
            <p:cNvSpPr/>
            <p:nvPr/>
          </p:nvSpPr>
          <p:spPr>
            <a:xfrm>
              <a:off x="5148" y="2046"/>
              <a:ext cx="341" cy="0"/>
            </a:xfrm>
            <a:prstGeom prst="line">
              <a:avLst/>
            </a:prstGeom>
            <a:ln w="38100" cap="flat" cmpd="sng">
              <a:solidFill>
                <a:schemeClr val="accent2"/>
              </a:solidFill>
              <a:prstDash val="solid"/>
              <a:headEnd type="none" w="med" len="med"/>
              <a:tailEnd type="none" w="med" len="med"/>
            </a:ln>
          </p:spPr>
        </p:sp>
        <p:sp>
          <p:nvSpPr>
            <p:cNvPr id="517198" name="Straight Connector 517197"/>
            <p:cNvSpPr/>
            <p:nvPr/>
          </p:nvSpPr>
          <p:spPr>
            <a:xfrm>
              <a:off x="3674" y="2160"/>
              <a:ext cx="341" cy="0"/>
            </a:xfrm>
            <a:prstGeom prst="line">
              <a:avLst/>
            </a:prstGeom>
            <a:ln w="38100" cap="flat" cmpd="sng">
              <a:solidFill>
                <a:schemeClr val="accent2"/>
              </a:solidFill>
              <a:prstDash val="solid"/>
              <a:headEnd type="none" w="med" len="med"/>
              <a:tailEnd type="none" w="med" len="med"/>
            </a:ln>
          </p:spPr>
        </p:sp>
        <p:sp>
          <p:nvSpPr>
            <p:cNvPr id="517199" name="Straight Connector 517198"/>
            <p:cNvSpPr/>
            <p:nvPr/>
          </p:nvSpPr>
          <p:spPr>
            <a:xfrm>
              <a:off x="3674" y="2386"/>
              <a:ext cx="341" cy="0"/>
            </a:xfrm>
            <a:prstGeom prst="line">
              <a:avLst/>
            </a:prstGeom>
            <a:ln w="38100" cap="flat" cmpd="sng">
              <a:solidFill>
                <a:schemeClr val="accent2"/>
              </a:solidFill>
              <a:prstDash val="solid"/>
              <a:headEnd type="none" w="med" len="med"/>
              <a:tailEnd type="none" w="med" len="med"/>
            </a:ln>
          </p:spPr>
        </p:sp>
        <p:sp>
          <p:nvSpPr>
            <p:cNvPr id="517200" name="Straight Connector 517199"/>
            <p:cNvSpPr/>
            <p:nvPr/>
          </p:nvSpPr>
          <p:spPr>
            <a:xfrm>
              <a:off x="3674" y="2612"/>
              <a:ext cx="341" cy="0"/>
            </a:xfrm>
            <a:prstGeom prst="line">
              <a:avLst/>
            </a:prstGeom>
            <a:ln w="38100" cap="flat" cmpd="sng">
              <a:solidFill>
                <a:schemeClr val="accent2"/>
              </a:solidFill>
              <a:prstDash val="solid"/>
              <a:headEnd type="none" w="med" len="med"/>
              <a:tailEnd type="none" w="med" len="med"/>
            </a:ln>
          </p:spPr>
        </p:sp>
        <p:sp>
          <p:nvSpPr>
            <p:cNvPr id="517201" name="Straight Connector 517200"/>
            <p:cNvSpPr/>
            <p:nvPr/>
          </p:nvSpPr>
          <p:spPr>
            <a:xfrm>
              <a:off x="3674" y="2838"/>
              <a:ext cx="341" cy="0"/>
            </a:xfrm>
            <a:prstGeom prst="line">
              <a:avLst/>
            </a:prstGeom>
            <a:ln w="38100" cap="flat" cmpd="sng">
              <a:solidFill>
                <a:schemeClr val="accent2"/>
              </a:solidFill>
              <a:prstDash val="solid"/>
              <a:headEnd type="none" w="med" len="med"/>
              <a:tailEnd type="none" w="med" len="med"/>
            </a:ln>
          </p:spPr>
        </p:sp>
      </p:grpSp>
      <p:graphicFrame>
        <p:nvGraphicFramePr>
          <p:cNvPr id="517202" name="Object 517201"/>
          <p:cNvGraphicFramePr/>
          <p:nvPr/>
        </p:nvGraphicFramePr>
        <p:xfrm>
          <a:off x="804863" y="5229225"/>
          <a:ext cx="2493962" cy="1389063"/>
        </p:xfrm>
        <a:graphic>
          <a:graphicData uri="http://schemas.openxmlformats.org/presentationml/2006/ole">
            <mc:AlternateContent xmlns:mc="http://schemas.openxmlformats.org/markup-compatibility/2006">
              <mc:Choice xmlns:v="urn:schemas-microsoft-com:vml" Requires="v">
                <p:oleObj spid="_x0000_s30797" r:id="rId4" imgW="1231265" imgH="685800" progId="Equation.3">
                  <p:embed/>
                </p:oleObj>
              </mc:Choice>
              <mc:Fallback>
                <p:oleObj r:id="rId4" imgW="1231265" imgH="685800" progId="Equation.3">
                  <p:embed/>
                  <p:pic>
                    <p:nvPicPr>
                      <p:cNvPr id="0" name="Picture 3138"/>
                      <p:cNvPicPr/>
                      <p:nvPr/>
                    </p:nvPicPr>
                    <p:blipFill>
                      <a:blip r:embed="rId5"/>
                      <a:stretch>
                        <a:fillRect/>
                      </a:stretch>
                    </p:blipFill>
                    <p:spPr>
                      <a:xfrm>
                        <a:off x="804863" y="5229225"/>
                        <a:ext cx="2493962" cy="1389063"/>
                      </a:xfrm>
                      <a:prstGeom prst="rect">
                        <a:avLst/>
                      </a:prstGeom>
                      <a:noFill/>
                      <a:ln w="38100">
                        <a:noFill/>
                        <a:miter/>
                      </a:ln>
                    </p:spPr>
                  </p:pic>
                </p:oleObj>
              </mc:Fallback>
            </mc:AlternateContent>
          </a:graphicData>
        </a:graphic>
      </p:graphicFrame>
      <p:graphicFrame>
        <p:nvGraphicFramePr>
          <p:cNvPr id="517205" name="Object 517204"/>
          <p:cNvGraphicFramePr/>
          <p:nvPr/>
        </p:nvGraphicFramePr>
        <p:xfrm>
          <a:off x="5337175" y="4491038"/>
          <a:ext cx="2970213" cy="2309812"/>
        </p:xfrm>
        <a:graphic>
          <a:graphicData uri="http://schemas.openxmlformats.org/presentationml/2006/ole">
            <mc:AlternateContent xmlns:mc="http://schemas.openxmlformats.org/markup-compatibility/2006">
              <mc:Choice xmlns:v="urn:schemas-microsoft-com:vml" Requires="v">
                <p:oleObj spid="_x0000_s30798" r:id="rId6" imgW="2813685" imgH="2180590" progId="Visio.Drawing.11">
                  <p:embed/>
                </p:oleObj>
              </mc:Choice>
              <mc:Fallback>
                <p:oleObj r:id="rId6" imgW="2813685" imgH="2180590" progId="Visio.Drawing.11">
                  <p:embed/>
                  <p:pic>
                    <p:nvPicPr>
                      <p:cNvPr id="0" name="Picture 3139"/>
                      <p:cNvPicPr/>
                      <p:nvPr/>
                    </p:nvPicPr>
                    <p:blipFill>
                      <a:blip r:embed="rId7"/>
                      <a:stretch>
                        <a:fillRect/>
                      </a:stretch>
                    </p:blipFill>
                    <p:spPr>
                      <a:xfrm>
                        <a:off x="5337175" y="4491038"/>
                        <a:ext cx="2970213" cy="2309812"/>
                      </a:xfrm>
                      <a:prstGeom prst="rect">
                        <a:avLst/>
                      </a:prstGeom>
                      <a:noFill/>
                      <a:ln w="38100">
                        <a:noFill/>
                        <a:miter/>
                      </a:ln>
                    </p:spPr>
                  </p:pic>
                </p:oleObj>
              </mc:Fallback>
            </mc:AlternateContent>
          </a:graphicData>
        </a:graphic>
      </p:graphicFrame>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28</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17123">
                                            <p:txEl>
                                              <p:pRg st="0" end="0"/>
                                            </p:txEl>
                                          </p:spTgt>
                                        </p:tgtEl>
                                        <p:attrNameLst>
                                          <p:attrName>style.visibility</p:attrName>
                                        </p:attrNameLst>
                                      </p:cBhvr>
                                      <p:to>
                                        <p:strVal val="visible"/>
                                      </p:to>
                                    </p:set>
                                    <p:animEffect transition="in" filter="wipe(left)">
                                      <p:cBhvr>
                                        <p:cTn id="7" dur="500"/>
                                        <p:tgtEl>
                                          <p:spTgt spid="517123">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17186"/>
                                        </p:tgtEl>
                                        <p:attrNameLst>
                                          <p:attrName>style.visibility</p:attrName>
                                        </p:attrNameLst>
                                      </p:cBhvr>
                                      <p:to>
                                        <p:strVal val="visible"/>
                                      </p:to>
                                    </p:set>
                                    <p:animEffect transition="in" filter="wipe(up)">
                                      <p:cBhvr>
                                        <p:cTn id="11" dur="500"/>
                                        <p:tgtEl>
                                          <p:spTgt spid="51718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17204"/>
                                        </p:tgtEl>
                                        <p:attrNameLst>
                                          <p:attrName>style.visibility</p:attrName>
                                        </p:attrNameLst>
                                      </p:cBhvr>
                                      <p:to>
                                        <p:strVal val="visible"/>
                                      </p:to>
                                    </p:set>
                                    <p:animEffect transition="in" filter="wipe(left)">
                                      <p:cBhvr>
                                        <p:cTn id="15" dur="500"/>
                                        <p:tgtEl>
                                          <p:spTgt spid="51720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17202"/>
                                        </p:tgtEl>
                                        <p:attrNameLst>
                                          <p:attrName>style.visibility</p:attrName>
                                        </p:attrNameLst>
                                      </p:cBhvr>
                                      <p:to>
                                        <p:strVal val="visible"/>
                                      </p:to>
                                    </p:set>
                                    <p:animEffect transition="in" filter="wipe(left)">
                                      <p:cBhvr>
                                        <p:cTn id="20" dur="500"/>
                                        <p:tgtEl>
                                          <p:spTgt spid="517202"/>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517205"/>
                                        </p:tgtEl>
                                        <p:attrNameLst>
                                          <p:attrName>style.visibility</p:attrName>
                                        </p:attrNameLst>
                                      </p:cBhvr>
                                      <p:to>
                                        <p:strVal val="visible"/>
                                      </p:to>
                                    </p:set>
                                    <p:animEffect transition="in" filter="wipe(left)">
                                      <p:cBhvr>
                                        <p:cTn id="24" dur="500"/>
                                        <p:tgtEl>
                                          <p:spTgt spid="517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Title 520193"/>
          <p:cNvSpPr>
            <a:spLocks noGrp="1"/>
          </p:cNvSpPr>
          <p:nvPr>
            <p:ph type="title"/>
          </p:nvPr>
        </p:nvSpPr>
        <p:spPr/>
        <p:txBody>
          <a:bodyPr lIns="63500" tIns="25400" rIns="63500" bIns="25400">
            <a:spAutoFit/>
          </a:bodyPr>
          <a:lstStyle/>
          <a:p>
            <a:r>
              <a:t>Encoder / Decoder Pairs</a:t>
            </a:r>
          </a:p>
        </p:txBody>
      </p:sp>
      <p:sp>
        <p:nvSpPr>
          <p:cNvPr id="520197" name="Rounded Rectangle 520196"/>
          <p:cNvSpPr/>
          <p:nvPr/>
        </p:nvSpPr>
        <p:spPr>
          <a:xfrm flipH="1" flipV="1">
            <a:off x="1331913" y="1989138"/>
            <a:ext cx="1079500" cy="3421062"/>
          </a:xfrm>
          <a:prstGeom prst="roundRect">
            <a:avLst>
              <a:gd name="adj" fmla="val 16667"/>
            </a:avLst>
          </a:prstGeom>
          <a:solidFill>
            <a:srgbClr val="FFFF00"/>
          </a:solidFill>
          <a:ln w="28575" cap="flat" cmpd="sng">
            <a:solidFill>
              <a:srgbClr val="008000"/>
            </a:solidFill>
            <a:prstDash val="solid"/>
            <a:headEnd type="none" w="med" len="med"/>
            <a:tailEnd type="none" w="med" len="med"/>
          </a:ln>
        </p:spPr>
        <p:txBody>
          <a:bodyPr rot="10800000" vert="eaVert" wrap="none" lIns="0" tIns="0" rIns="0" bIns="0" anchor="ctr" anchorCtr="1"/>
          <a:lstStyle/>
          <a:p>
            <a:pPr>
              <a:buClr>
                <a:schemeClr val="bg1"/>
              </a:buClr>
            </a:pPr>
            <a:endParaRPr sz="2400" b="1">
              <a:solidFill>
                <a:schemeClr val="accent1"/>
              </a:solidFill>
              <a:latin typeface="Times New Roman" panose="02020603050405020304" pitchFamily="18" charset="0"/>
              <a:ea typeface="Times New Roman" panose="02020603050405020304" pitchFamily="18" charset="0"/>
            </a:endParaRPr>
          </a:p>
        </p:txBody>
      </p:sp>
      <p:sp>
        <p:nvSpPr>
          <p:cNvPr id="520198" name="Straight Connector 520197"/>
          <p:cNvSpPr/>
          <p:nvPr/>
        </p:nvSpPr>
        <p:spPr>
          <a:xfrm>
            <a:off x="2411413" y="3429000"/>
            <a:ext cx="4140200" cy="0"/>
          </a:xfrm>
          <a:prstGeom prst="line">
            <a:avLst/>
          </a:prstGeom>
          <a:ln w="38100" cap="flat" cmpd="sng">
            <a:solidFill>
              <a:schemeClr val="accent2"/>
            </a:solidFill>
            <a:prstDash val="solid"/>
            <a:headEnd type="none" w="med" len="med"/>
            <a:tailEnd type="none" w="med" len="med"/>
          </a:ln>
        </p:spPr>
      </p:sp>
      <p:sp>
        <p:nvSpPr>
          <p:cNvPr id="520199" name="Straight Connector 520198"/>
          <p:cNvSpPr/>
          <p:nvPr/>
        </p:nvSpPr>
        <p:spPr>
          <a:xfrm>
            <a:off x="2411413" y="4149725"/>
            <a:ext cx="4140200" cy="0"/>
          </a:xfrm>
          <a:prstGeom prst="line">
            <a:avLst/>
          </a:prstGeom>
          <a:ln w="38100" cap="flat" cmpd="sng">
            <a:solidFill>
              <a:schemeClr val="accent2"/>
            </a:solidFill>
            <a:prstDash val="solid"/>
            <a:headEnd type="none" w="med" len="med"/>
            <a:tailEnd type="none" w="med" len="med"/>
          </a:ln>
        </p:spPr>
      </p:sp>
      <p:sp>
        <p:nvSpPr>
          <p:cNvPr id="520200" name="Text Box 520199"/>
          <p:cNvSpPr txBox="1"/>
          <p:nvPr/>
        </p:nvSpPr>
        <p:spPr>
          <a:xfrm>
            <a:off x="2051050" y="3157538"/>
            <a:ext cx="358775" cy="1095375"/>
          </a:xfrm>
          <a:prstGeom prst="rect">
            <a:avLst/>
          </a:prstGeom>
          <a:noFill/>
          <a:ln w="28575">
            <a:noFill/>
          </a:ln>
        </p:spPr>
        <p:txBody>
          <a:bodyPr lIns="0" tIns="0" rIns="0" bIns="0">
            <a:spAutoFit/>
          </a:bodyPr>
          <a:lstStyle/>
          <a:p>
            <a:pPr algn="l">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2</a:t>
            </a:r>
          </a:p>
          <a:p>
            <a:pPr algn="l">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1</a:t>
            </a:r>
            <a:endParaRPr sz="2400" b="1" i="1">
              <a:latin typeface="Times New Roman" panose="02020603050405020304" pitchFamily="18" charset="0"/>
              <a:cs typeface="Times New Roman" panose="02020603050405020304" pitchFamily="18" charset="0"/>
            </a:endParaRPr>
          </a:p>
          <a:p>
            <a:pPr algn="l">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20201" name="Straight Connector 520200"/>
          <p:cNvSpPr/>
          <p:nvPr/>
        </p:nvSpPr>
        <p:spPr>
          <a:xfrm>
            <a:off x="971550" y="2528888"/>
            <a:ext cx="360363" cy="0"/>
          </a:xfrm>
          <a:prstGeom prst="line">
            <a:avLst/>
          </a:prstGeom>
          <a:ln w="38100" cap="flat" cmpd="sng">
            <a:solidFill>
              <a:schemeClr val="accent2"/>
            </a:solidFill>
            <a:prstDash val="solid"/>
            <a:headEnd type="none" w="med" len="med"/>
            <a:tailEnd type="none" w="med" len="med"/>
          </a:ln>
        </p:spPr>
      </p:sp>
      <p:sp>
        <p:nvSpPr>
          <p:cNvPr id="520202" name="Text Box 520201"/>
          <p:cNvSpPr txBox="1"/>
          <p:nvPr/>
        </p:nvSpPr>
        <p:spPr>
          <a:xfrm>
            <a:off x="1330325" y="2308225"/>
            <a:ext cx="358775" cy="2921000"/>
          </a:xfrm>
          <a:prstGeom prst="rect">
            <a:avLst/>
          </a:prstGeom>
          <a:noFill/>
          <a:ln w="28575">
            <a:noFill/>
          </a:ln>
        </p:spPr>
        <p:txBody>
          <a:bodyPr lIns="0" tIns="0" rIns="0" bIns="0">
            <a:spAutoFit/>
          </a:bodyPr>
          <a:lstStyle/>
          <a:p>
            <a:pPr algn="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7</a:t>
            </a:r>
          </a:p>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6</a:t>
            </a:r>
          </a:p>
          <a:p>
            <a:pPr algn="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5</a:t>
            </a:r>
          </a:p>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4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3</a:t>
            </a:r>
          </a:p>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2</a:t>
            </a:r>
          </a:p>
          <a:p>
            <a:pPr algn="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1</a:t>
            </a:r>
          </a:p>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20203" name="Straight Connector 520202"/>
          <p:cNvSpPr/>
          <p:nvPr/>
        </p:nvSpPr>
        <p:spPr>
          <a:xfrm>
            <a:off x="971550" y="2889250"/>
            <a:ext cx="360363" cy="0"/>
          </a:xfrm>
          <a:prstGeom prst="line">
            <a:avLst/>
          </a:prstGeom>
          <a:ln w="38100" cap="flat" cmpd="sng">
            <a:solidFill>
              <a:schemeClr val="accent2"/>
            </a:solidFill>
            <a:prstDash val="solid"/>
            <a:headEnd type="none" w="med" len="med"/>
            <a:tailEnd type="none" w="med" len="med"/>
          </a:ln>
        </p:spPr>
      </p:sp>
      <p:sp>
        <p:nvSpPr>
          <p:cNvPr id="520204" name="Straight Connector 520203"/>
          <p:cNvSpPr/>
          <p:nvPr/>
        </p:nvSpPr>
        <p:spPr>
          <a:xfrm>
            <a:off x="971550" y="3249613"/>
            <a:ext cx="360363" cy="0"/>
          </a:xfrm>
          <a:prstGeom prst="line">
            <a:avLst/>
          </a:prstGeom>
          <a:ln w="38100" cap="flat" cmpd="sng">
            <a:solidFill>
              <a:schemeClr val="accent2"/>
            </a:solidFill>
            <a:prstDash val="solid"/>
            <a:headEnd type="none" w="med" len="med"/>
            <a:tailEnd type="none" w="med" len="med"/>
          </a:ln>
        </p:spPr>
      </p:sp>
      <p:sp>
        <p:nvSpPr>
          <p:cNvPr id="520205" name="Straight Connector 520204"/>
          <p:cNvSpPr/>
          <p:nvPr/>
        </p:nvSpPr>
        <p:spPr>
          <a:xfrm>
            <a:off x="971550" y="3608388"/>
            <a:ext cx="360363" cy="1587"/>
          </a:xfrm>
          <a:prstGeom prst="line">
            <a:avLst/>
          </a:prstGeom>
          <a:ln w="38100" cap="flat" cmpd="sng">
            <a:solidFill>
              <a:schemeClr val="accent2"/>
            </a:solidFill>
            <a:prstDash val="solid"/>
            <a:headEnd type="none" w="med" len="med"/>
            <a:tailEnd type="none" w="med" len="med"/>
          </a:ln>
        </p:spPr>
      </p:sp>
      <p:sp>
        <p:nvSpPr>
          <p:cNvPr id="520206" name="Straight Connector 520205"/>
          <p:cNvSpPr/>
          <p:nvPr/>
        </p:nvSpPr>
        <p:spPr>
          <a:xfrm>
            <a:off x="2411413" y="3789363"/>
            <a:ext cx="4140200" cy="0"/>
          </a:xfrm>
          <a:prstGeom prst="line">
            <a:avLst/>
          </a:prstGeom>
          <a:ln w="38100" cap="flat" cmpd="sng">
            <a:solidFill>
              <a:schemeClr val="accent2"/>
            </a:solidFill>
            <a:prstDash val="solid"/>
            <a:headEnd type="none" w="med" len="med"/>
            <a:tailEnd type="none" w="med" len="med"/>
          </a:ln>
        </p:spPr>
      </p:sp>
      <p:sp>
        <p:nvSpPr>
          <p:cNvPr id="520207" name="Straight Connector 520206"/>
          <p:cNvSpPr/>
          <p:nvPr/>
        </p:nvSpPr>
        <p:spPr>
          <a:xfrm>
            <a:off x="971550" y="3968750"/>
            <a:ext cx="360363" cy="0"/>
          </a:xfrm>
          <a:prstGeom prst="line">
            <a:avLst/>
          </a:prstGeom>
          <a:ln w="38100" cap="flat" cmpd="sng">
            <a:solidFill>
              <a:schemeClr val="accent2"/>
            </a:solidFill>
            <a:prstDash val="solid"/>
            <a:headEnd type="none" w="med" len="med"/>
            <a:tailEnd type="none" w="med" len="med"/>
          </a:ln>
        </p:spPr>
      </p:sp>
      <p:sp>
        <p:nvSpPr>
          <p:cNvPr id="520208" name="Straight Connector 520207"/>
          <p:cNvSpPr/>
          <p:nvPr/>
        </p:nvSpPr>
        <p:spPr>
          <a:xfrm flipV="1">
            <a:off x="971550" y="4327525"/>
            <a:ext cx="360363" cy="1588"/>
          </a:xfrm>
          <a:prstGeom prst="line">
            <a:avLst/>
          </a:prstGeom>
          <a:ln w="38100" cap="flat" cmpd="sng">
            <a:solidFill>
              <a:schemeClr val="accent2"/>
            </a:solidFill>
            <a:prstDash val="solid"/>
            <a:headEnd type="none" w="med" len="med"/>
            <a:tailEnd type="none" w="med" len="med"/>
          </a:ln>
        </p:spPr>
      </p:sp>
      <p:sp>
        <p:nvSpPr>
          <p:cNvPr id="520209" name="Straight Connector 520208"/>
          <p:cNvSpPr/>
          <p:nvPr/>
        </p:nvSpPr>
        <p:spPr>
          <a:xfrm flipV="1">
            <a:off x="971550" y="4686300"/>
            <a:ext cx="360363" cy="3175"/>
          </a:xfrm>
          <a:prstGeom prst="line">
            <a:avLst/>
          </a:prstGeom>
          <a:ln w="38100" cap="flat" cmpd="sng">
            <a:solidFill>
              <a:schemeClr val="accent2"/>
            </a:solidFill>
            <a:prstDash val="solid"/>
            <a:headEnd type="none" w="med" len="med"/>
            <a:tailEnd type="none" w="med" len="med"/>
          </a:ln>
        </p:spPr>
      </p:sp>
      <p:sp>
        <p:nvSpPr>
          <p:cNvPr id="520210" name="Straight Connector 520209"/>
          <p:cNvSpPr/>
          <p:nvPr/>
        </p:nvSpPr>
        <p:spPr>
          <a:xfrm flipV="1">
            <a:off x="971550" y="5045075"/>
            <a:ext cx="360363" cy="4763"/>
          </a:xfrm>
          <a:prstGeom prst="line">
            <a:avLst/>
          </a:prstGeom>
          <a:ln w="38100" cap="flat" cmpd="sng">
            <a:solidFill>
              <a:schemeClr val="accent2"/>
            </a:solidFill>
            <a:prstDash val="solid"/>
            <a:headEnd type="none" w="med" len="med"/>
            <a:tailEnd type="none" w="med" len="med"/>
          </a:ln>
        </p:spPr>
      </p:sp>
      <p:sp>
        <p:nvSpPr>
          <p:cNvPr id="520212" name="Rounded Rectangle 520211"/>
          <p:cNvSpPr/>
          <p:nvPr/>
        </p:nvSpPr>
        <p:spPr>
          <a:xfrm flipH="1" flipV="1">
            <a:off x="6551613" y="1989138"/>
            <a:ext cx="1081087" cy="3421062"/>
          </a:xfrm>
          <a:prstGeom prst="roundRect">
            <a:avLst>
              <a:gd name="adj" fmla="val 16667"/>
            </a:avLst>
          </a:prstGeom>
          <a:solidFill>
            <a:srgbClr val="FFFF00"/>
          </a:solidFill>
          <a:ln w="28575" cap="flat" cmpd="sng">
            <a:solidFill>
              <a:srgbClr val="008000"/>
            </a:solidFill>
            <a:prstDash val="solid"/>
            <a:headEnd type="none" w="med" len="med"/>
            <a:tailEnd type="none" w="med" len="med"/>
          </a:ln>
        </p:spPr>
        <p:txBody>
          <a:bodyPr rot="10800000" vert="eaVert" wrap="none" lIns="0" tIns="0" rIns="0" bIns="0" anchor="ctr" anchorCtr="1"/>
          <a:lstStyle/>
          <a:p>
            <a:pPr>
              <a:buClr>
                <a:schemeClr val="bg1"/>
              </a:buClr>
            </a:pPr>
            <a:endParaRPr sz="2400" b="1">
              <a:solidFill>
                <a:schemeClr val="accent1"/>
              </a:solidFill>
              <a:latin typeface="Times New Roman" panose="02020603050405020304" pitchFamily="18" charset="0"/>
              <a:ea typeface="Times New Roman" panose="02020603050405020304" pitchFamily="18" charset="0"/>
            </a:endParaRPr>
          </a:p>
        </p:txBody>
      </p:sp>
      <p:sp>
        <p:nvSpPr>
          <p:cNvPr id="520215" name="Text Box 520214"/>
          <p:cNvSpPr txBox="1"/>
          <p:nvPr/>
        </p:nvSpPr>
        <p:spPr>
          <a:xfrm>
            <a:off x="6553200" y="3233738"/>
            <a:ext cx="358775" cy="1095375"/>
          </a:xfrm>
          <a:prstGeom prst="rect">
            <a:avLst/>
          </a:prstGeom>
          <a:noFill/>
          <a:ln w="28575">
            <a:noFill/>
          </a:ln>
        </p:spPr>
        <p:txBody>
          <a:bodyPr lIns="0" tIns="0" rIns="0" bIns="0">
            <a:spAutoFit/>
          </a:bodyPr>
          <a:lstStyle/>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2</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1</a:t>
            </a:r>
            <a:endParaRPr sz="2400" b="1" i="1">
              <a:latin typeface="Times New Roman" panose="02020603050405020304" pitchFamily="18" charset="0"/>
              <a:cs typeface="Times New Roman" panose="02020603050405020304" pitchFamily="18" charset="0"/>
            </a:endParaRP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20216" name="Straight Connector 520215"/>
          <p:cNvSpPr/>
          <p:nvPr/>
        </p:nvSpPr>
        <p:spPr>
          <a:xfrm>
            <a:off x="7632700" y="2528888"/>
            <a:ext cx="541338" cy="0"/>
          </a:xfrm>
          <a:prstGeom prst="line">
            <a:avLst/>
          </a:prstGeom>
          <a:ln w="38100" cap="flat" cmpd="sng">
            <a:solidFill>
              <a:schemeClr val="accent2"/>
            </a:solidFill>
            <a:prstDash val="solid"/>
            <a:headEnd type="none" w="med" len="med"/>
            <a:tailEnd type="none" w="med" len="med"/>
          </a:ln>
        </p:spPr>
      </p:sp>
      <p:sp>
        <p:nvSpPr>
          <p:cNvPr id="520217" name="Text Box 520216"/>
          <p:cNvSpPr txBox="1"/>
          <p:nvPr/>
        </p:nvSpPr>
        <p:spPr>
          <a:xfrm>
            <a:off x="7221538" y="2168525"/>
            <a:ext cx="358775" cy="2921000"/>
          </a:xfrm>
          <a:prstGeom prst="rect">
            <a:avLst/>
          </a:prstGeom>
          <a:noFill/>
          <a:ln w="28575">
            <a:noFill/>
          </a:ln>
        </p:spPr>
        <p:txBody>
          <a:bodyPr lIns="0" tIns="0" rIns="0" bIns="0">
            <a:spAutoFit/>
          </a:bodyPr>
          <a:lstStyle/>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7</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6</a:t>
            </a:r>
          </a:p>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5</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4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3</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2</a:t>
            </a:r>
          </a:p>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1</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20218" name="Straight Connector 520217"/>
          <p:cNvSpPr/>
          <p:nvPr/>
        </p:nvSpPr>
        <p:spPr>
          <a:xfrm>
            <a:off x="7632700" y="2889250"/>
            <a:ext cx="539750" cy="0"/>
          </a:xfrm>
          <a:prstGeom prst="line">
            <a:avLst/>
          </a:prstGeom>
          <a:ln w="38100" cap="flat" cmpd="sng">
            <a:solidFill>
              <a:schemeClr val="accent2"/>
            </a:solidFill>
            <a:prstDash val="solid"/>
            <a:headEnd type="none" w="med" len="med"/>
            <a:tailEnd type="none" w="med" len="med"/>
          </a:ln>
        </p:spPr>
      </p:sp>
      <p:sp>
        <p:nvSpPr>
          <p:cNvPr id="520219" name="Straight Connector 520218"/>
          <p:cNvSpPr/>
          <p:nvPr/>
        </p:nvSpPr>
        <p:spPr>
          <a:xfrm>
            <a:off x="7632700" y="3249613"/>
            <a:ext cx="541338" cy="0"/>
          </a:xfrm>
          <a:prstGeom prst="line">
            <a:avLst/>
          </a:prstGeom>
          <a:ln w="38100" cap="flat" cmpd="sng">
            <a:solidFill>
              <a:schemeClr val="accent2"/>
            </a:solidFill>
            <a:prstDash val="solid"/>
            <a:headEnd type="none" w="med" len="med"/>
            <a:tailEnd type="none" w="med" len="med"/>
          </a:ln>
        </p:spPr>
      </p:sp>
      <p:sp>
        <p:nvSpPr>
          <p:cNvPr id="520220" name="Straight Connector 520219"/>
          <p:cNvSpPr/>
          <p:nvPr/>
        </p:nvSpPr>
        <p:spPr>
          <a:xfrm>
            <a:off x="7632700" y="3609975"/>
            <a:ext cx="541338" cy="0"/>
          </a:xfrm>
          <a:prstGeom prst="line">
            <a:avLst/>
          </a:prstGeom>
          <a:ln w="38100" cap="flat" cmpd="sng">
            <a:solidFill>
              <a:schemeClr val="accent2"/>
            </a:solidFill>
            <a:prstDash val="solid"/>
            <a:headEnd type="none" w="med" len="med"/>
            <a:tailEnd type="none" w="med" len="med"/>
          </a:ln>
        </p:spPr>
      </p:sp>
      <p:sp>
        <p:nvSpPr>
          <p:cNvPr id="520222" name="Straight Connector 520221"/>
          <p:cNvSpPr/>
          <p:nvPr/>
        </p:nvSpPr>
        <p:spPr>
          <a:xfrm>
            <a:off x="7632700" y="3968750"/>
            <a:ext cx="541338" cy="0"/>
          </a:xfrm>
          <a:prstGeom prst="line">
            <a:avLst/>
          </a:prstGeom>
          <a:ln w="38100" cap="flat" cmpd="sng">
            <a:solidFill>
              <a:schemeClr val="accent2"/>
            </a:solidFill>
            <a:prstDash val="solid"/>
            <a:headEnd type="none" w="med" len="med"/>
            <a:tailEnd type="none" w="med" len="med"/>
          </a:ln>
        </p:spPr>
      </p:sp>
      <p:sp>
        <p:nvSpPr>
          <p:cNvPr id="520223" name="Straight Connector 520222"/>
          <p:cNvSpPr/>
          <p:nvPr/>
        </p:nvSpPr>
        <p:spPr>
          <a:xfrm>
            <a:off x="7632700" y="4327525"/>
            <a:ext cx="541338" cy="0"/>
          </a:xfrm>
          <a:prstGeom prst="line">
            <a:avLst/>
          </a:prstGeom>
          <a:ln w="38100" cap="flat" cmpd="sng">
            <a:solidFill>
              <a:schemeClr val="accent2"/>
            </a:solidFill>
            <a:prstDash val="solid"/>
            <a:headEnd type="none" w="med" len="med"/>
            <a:tailEnd type="none" w="med" len="med"/>
          </a:ln>
        </p:spPr>
      </p:sp>
      <p:sp>
        <p:nvSpPr>
          <p:cNvPr id="520224" name="Straight Connector 520223"/>
          <p:cNvSpPr/>
          <p:nvPr/>
        </p:nvSpPr>
        <p:spPr>
          <a:xfrm>
            <a:off x="7632700" y="4686300"/>
            <a:ext cx="541338" cy="0"/>
          </a:xfrm>
          <a:prstGeom prst="line">
            <a:avLst/>
          </a:prstGeom>
          <a:ln w="38100" cap="flat" cmpd="sng">
            <a:solidFill>
              <a:schemeClr val="accent2"/>
            </a:solidFill>
            <a:prstDash val="solid"/>
            <a:headEnd type="none" w="med" len="med"/>
            <a:tailEnd type="none" w="med" len="med"/>
          </a:ln>
        </p:spPr>
      </p:sp>
      <p:sp>
        <p:nvSpPr>
          <p:cNvPr id="520225" name="Straight Connector 520224"/>
          <p:cNvSpPr/>
          <p:nvPr/>
        </p:nvSpPr>
        <p:spPr>
          <a:xfrm>
            <a:off x="7632700" y="5045075"/>
            <a:ext cx="541338" cy="0"/>
          </a:xfrm>
          <a:prstGeom prst="line">
            <a:avLst/>
          </a:prstGeom>
          <a:ln w="38100" cap="flat" cmpd="sng">
            <a:solidFill>
              <a:schemeClr val="accent2"/>
            </a:solidFill>
            <a:prstDash val="solid"/>
            <a:headEnd type="none" w="med" len="med"/>
            <a:tailEnd type="none" w="med" len="med"/>
          </a:ln>
        </p:spPr>
      </p:sp>
      <p:sp>
        <p:nvSpPr>
          <p:cNvPr id="520227" name="Rectangles 520226"/>
          <p:cNvSpPr/>
          <p:nvPr/>
        </p:nvSpPr>
        <p:spPr>
          <a:xfrm>
            <a:off x="1331913" y="1268413"/>
            <a:ext cx="1100137" cy="657225"/>
          </a:xfrm>
          <a:prstGeom prst="rect">
            <a:avLst/>
          </a:prstGeom>
          <a:noFill/>
          <a:ln w="28575">
            <a:noFill/>
          </a:ln>
        </p:spPr>
        <p:txBody>
          <a:bodyPr wrap="none" lIns="0" tIns="0" rIns="0" bIns="0" anchor="t" anchorCtr="0">
            <a:spAutoFit/>
          </a:bodyPr>
          <a:lstStyle/>
          <a:p>
            <a:pPr>
              <a:buClr>
                <a:schemeClr val="bg1"/>
              </a:buClr>
            </a:pPr>
            <a:r>
              <a:rPr sz="2400" b="1">
                <a:solidFill>
                  <a:schemeClr val="accent1"/>
                </a:solidFill>
                <a:latin typeface="Times New Roman" panose="02020603050405020304" pitchFamily="18" charset="0"/>
                <a:cs typeface="Times New Roman" panose="02020603050405020304" pitchFamily="18" charset="0"/>
              </a:rPr>
              <a:t>Binary</a:t>
            </a:r>
            <a:br>
              <a:rPr sz="2400" b="1">
                <a:solidFill>
                  <a:schemeClr val="accent1"/>
                </a:solidFill>
                <a:latin typeface="Times New Roman" panose="02020603050405020304" pitchFamily="18" charset="0"/>
                <a:cs typeface="Times New Roman" panose="02020603050405020304" pitchFamily="18" charset="0"/>
              </a:rPr>
            </a:br>
            <a:r>
              <a:rPr sz="2400" b="1">
                <a:solidFill>
                  <a:schemeClr val="accent1"/>
                </a:solidFill>
                <a:latin typeface="Times New Roman" panose="02020603050405020304" pitchFamily="18" charset="0"/>
                <a:cs typeface="Times New Roman" panose="02020603050405020304" pitchFamily="18" charset="0"/>
              </a:rPr>
              <a:t>Encoder</a:t>
            </a:r>
            <a:endParaRPr sz="2400" b="1">
              <a:solidFill>
                <a:schemeClr val="accent1"/>
              </a:solidFill>
              <a:latin typeface="Times New Roman" panose="02020603050405020304" pitchFamily="18" charset="0"/>
              <a:ea typeface="Times New Roman" panose="02020603050405020304" pitchFamily="18" charset="0"/>
            </a:endParaRPr>
          </a:p>
        </p:txBody>
      </p:sp>
      <p:sp>
        <p:nvSpPr>
          <p:cNvPr id="520229" name="Rectangles 520228"/>
          <p:cNvSpPr/>
          <p:nvPr/>
        </p:nvSpPr>
        <p:spPr>
          <a:xfrm>
            <a:off x="6551613" y="1268413"/>
            <a:ext cx="1082675" cy="657225"/>
          </a:xfrm>
          <a:prstGeom prst="rect">
            <a:avLst/>
          </a:prstGeom>
          <a:noFill/>
          <a:ln w="28575">
            <a:noFill/>
          </a:ln>
        </p:spPr>
        <p:txBody>
          <a:bodyPr wrap="none" lIns="0" tIns="0" rIns="0" bIns="0" anchor="t" anchorCtr="0">
            <a:spAutoFit/>
          </a:bodyPr>
          <a:lstStyle/>
          <a:p>
            <a:pPr>
              <a:buClr>
                <a:schemeClr val="bg1"/>
              </a:buClr>
            </a:pPr>
            <a:r>
              <a:rPr sz="2400" b="1">
                <a:solidFill>
                  <a:schemeClr val="accent1"/>
                </a:solidFill>
                <a:latin typeface="Times New Roman" panose="02020603050405020304" pitchFamily="18" charset="0"/>
                <a:cs typeface="Times New Roman" panose="02020603050405020304" pitchFamily="18" charset="0"/>
              </a:rPr>
              <a:t>Binary</a:t>
            </a:r>
            <a:br>
              <a:rPr sz="2400" b="1">
                <a:solidFill>
                  <a:schemeClr val="accent1"/>
                </a:solidFill>
                <a:latin typeface="Times New Roman" panose="02020603050405020304" pitchFamily="18" charset="0"/>
                <a:cs typeface="Times New Roman" panose="02020603050405020304" pitchFamily="18" charset="0"/>
              </a:rPr>
            </a:br>
            <a:r>
              <a:rPr sz="2400" b="1">
                <a:solidFill>
                  <a:schemeClr val="accent1"/>
                </a:solidFill>
                <a:latin typeface="Times New Roman" panose="02020603050405020304" pitchFamily="18" charset="0"/>
                <a:cs typeface="Times New Roman" panose="02020603050405020304" pitchFamily="18" charset="0"/>
              </a:rPr>
              <a:t>Decoder</a:t>
            </a:r>
            <a:endParaRPr sz="2400" b="1">
              <a:solidFill>
                <a:schemeClr val="accent1"/>
              </a:solidFill>
              <a:latin typeface="Times New Roman" panose="02020603050405020304" pitchFamily="18" charset="0"/>
              <a:ea typeface="Times New Roman" panose="02020603050405020304" pitchFamily="18" charset="0"/>
            </a:endParaRPr>
          </a:p>
        </p:txBody>
      </p:sp>
      <p:sp>
        <p:nvSpPr>
          <p:cNvPr id="520231" name="Rectangles 520230"/>
          <p:cNvSpPr/>
          <p:nvPr/>
        </p:nvSpPr>
        <p:spPr>
          <a:xfrm>
            <a:off x="488950" y="2349500"/>
            <a:ext cx="122238" cy="265113"/>
          </a:xfrm>
          <a:prstGeom prst="rect">
            <a:avLst/>
          </a:prstGeom>
        </p:spPr>
        <p:txBody>
          <a:bodyPr wrap="none" fromWordArt="1">
            <a:prstTxWarp prst="textPlain">
              <a:avLst>
                <a:gd name="adj" fmla="val 49384"/>
              </a:avLst>
            </a:prstTxWarp>
            <a:normAutofit fontScale="40000" lnSpcReduction="20000"/>
          </a:bodyPr>
          <a:lstStyle/>
          <a:p>
            <a:pPr algn="ctr"/>
            <a:r>
              <a:rPr lang="en-US" sz="3600"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7</a:t>
            </a:r>
          </a:p>
        </p:txBody>
      </p:sp>
      <p:pic>
        <p:nvPicPr>
          <p:cNvPr id="520243" name="Picture 520242" descr="MCj02402230000[1]"/>
          <p:cNvPicPr>
            <a:picLocks noChangeAspect="1"/>
          </p:cNvPicPr>
          <p:nvPr/>
        </p:nvPicPr>
        <p:blipFill>
          <a:blip r:embed="rId3"/>
          <a:stretch>
            <a:fillRect/>
          </a:stretch>
        </p:blipFill>
        <p:spPr>
          <a:xfrm>
            <a:off x="792163" y="2349500"/>
            <a:ext cx="219075" cy="358775"/>
          </a:xfrm>
          <a:prstGeom prst="rect">
            <a:avLst/>
          </a:prstGeom>
          <a:noFill/>
          <a:ln w="9525">
            <a:noFill/>
          </a:ln>
        </p:spPr>
      </p:pic>
      <p:pic>
        <p:nvPicPr>
          <p:cNvPr id="520245" name="Picture 520244" descr="MCj02402230000[1]"/>
          <p:cNvPicPr>
            <a:picLocks noChangeAspect="1"/>
          </p:cNvPicPr>
          <p:nvPr/>
        </p:nvPicPr>
        <p:blipFill>
          <a:blip r:embed="rId3"/>
          <a:stretch>
            <a:fillRect/>
          </a:stretch>
        </p:blipFill>
        <p:spPr>
          <a:xfrm>
            <a:off x="792163" y="2708275"/>
            <a:ext cx="219075" cy="358775"/>
          </a:xfrm>
          <a:prstGeom prst="rect">
            <a:avLst/>
          </a:prstGeom>
          <a:noFill/>
          <a:ln w="9525">
            <a:noFill/>
          </a:ln>
        </p:spPr>
      </p:pic>
      <p:pic>
        <p:nvPicPr>
          <p:cNvPr id="520246" name="Picture 520245" descr="MCj02402230000[1]"/>
          <p:cNvPicPr>
            <a:picLocks noChangeAspect="1"/>
          </p:cNvPicPr>
          <p:nvPr/>
        </p:nvPicPr>
        <p:blipFill>
          <a:blip r:embed="rId3"/>
          <a:stretch>
            <a:fillRect/>
          </a:stretch>
        </p:blipFill>
        <p:spPr>
          <a:xfrm>
            <a:off x="792163" y="3070225"/>
            <a:ext cx="219075" cy="358775"/>
          </a:xfrm>
          <a:prstGeom prst="rect">
            <a:avLst/>
          </a:prstGeom>
          <a:noFill/>
          <a:ln w="9525">
            <a:noFill/>
          </a:ln>
        </p:spPr>
      </p:pic>
      <p:pic>
        <p:nvPicPr>
          <p:cNvPr id="520247" name="Picture 520246" descr="MCj02402230000[1]"/>
          <p:cNvPicPr>
            <a:picLocks noChangeAspect="1"/>
          </p:cNvPicPr>
          <p:nvPr/>
        </p:nvPicPr>
        <p:blipFill>
          <a:blip r:embed="rId3"/>
          <a:stretch>
            <a:fillRect/>
          </a:stretch>
        </p:blipFill>
        <p:spPr>
          <a:xfrm>
            <a:off x="792163" y="3429000"/>
            <a:ext cx="219075" cy="358775"/>
          </a:xfrm>
          <a:prstGeom prst="rect">
            <a:avLst/>
          </a:prstGeom>
          <a:noFill/>
          <a:ln w="9525">
            <a:noFill/>
          </a:ln>
        </p:spPr>
      </p:pic>
      <p:pic>
        <p:nvPicPr>
          <p:cNvPr id="520248" name="Picture 520247" descr="MCj02402230000[1]"/>
          <p:cNvPicPr>
            <a:picLocks noChangeAspect="1"/>
          </p:cNvPicPr>
          <p:nvPr/>
        </p:nvPicPr>
        <p:blipFill>
          <a:blip r:embed="rId3"/>
          <a:stretch>
            <a:fillRect/>
          </a:stretch>
        </p:blipFill>
        <p:spPr>
          <a:xfrm>
            <a:off x="792163" y="3789363"/>
            <a:ext cx="219075" cy="358775"/>
          </a:xfrm>
          <a:prstGeom prst="rect">
            <a:avLst/>
          </a:prstGeom>
          <a:noFill/>
          <a:ln w="9525">
            <a:noFill/>
          </a:ln>
        </p:spPr>
      </p:pic>
      <p:pic>
        <p:nvPicPr>
          <p:cNvPr id="520249" name="Picture 520248" descr="MCj02402230000[1]"/>
          <p:cNvPicPr>
            <a:picLocks noChangeAspect="1"/>
          </p:cNvPicPr>
          <p:nvPr/>
        </p:nvPicPr>
        <p:blipFill>
          <a:blip r:embed="rId3"/>
          <a:stretch>
            <a:fillRect/>
          </a:stretch>
        </p:blipFill>
        <p:spPr>
          <a:xfrm>
            <a:off x="792163" y="4149725"/>
            <a:ext cx="219075" cy="358775"/>
          </a:xfrm>
          <a:prstGeom prst="rect">
            <a:avLst/>
          </a:prstGeom>
          <a:noFill/>
          <a:ln w="9525">
            <a:noFill/>
          </a:ln>
        </p:spPr>
      </p:pic>
      <p:pic>
        <p:nvPicPr>
          <p:cNvPr id="520250" name="Picture 520249" descr="MCj02402230000[1]"/>
          <p:cNvPicPr>
            <a:picLocks noChangeAspect="1"/>
          </p:cNvPicPr>
          <p:nvPr/>
        </p:nvPicPr>
        <p:blipFill>
          <a:blip r:embed="rId3"/>
          <a:stretch>
            <a:fillRect/>
          </a:stretch>
        </p:blipFill>
        <p:spPr>
          <a:xfrm>
            <a:off x="792163" y="4508500"/>
            <a:ext cx="219075" cy="358775"/>
          </a:xfrm>
          <a:prstGeom prst="rect">
            <a:avLst/>
          </a:prstGeom>
          <a:noFill/>
          <a:ln w="9525">
            <a:noFill/>
          </a:ln>
        </p:spPr>
      </p:pic>
      <p:pic>
        <p:nvPicPr>
          <p:cNvPr id="520251" name="Picture 520250" descr="MCj02402230000[1]"/>
          <p:cNvPicPr>
            <a:picLocks noChangeAspect="1"/>
          </p:cNvPicPr>
          <p:nvPr/>
        </p:nvPicPr>
        <p:blipFill>
          <a:blip r:embed="rId3"/>
          <a:stretch>
            <a:fillRect/>
          </a:stretch>
        </p:blipFill>
        <p:spPr>
          <a:xfrm>
            <a:off x="792163" y="4868863"/>
            <a:ext cx="219075" cy="358775"/>
          </a:xfrm>
          <a:prstGeom prst="rect">
            <a:avLst/>
          </a:prstGeom>
          <a:noFill/>
          <a:ln w="9525">
            <a:noFill/>
          </a:ln>
        </p:spPr>
      </p:pic>
      <p:sp>
        <p:nvSpPr>
          <p:cNvPr id="520273" name="Rectangles 520272"/>
          <p:cNvSpPr/>
          <p:nvPr/>
        </p:nvSpPr>
        <p:spPr>
          <a:xfrm>
            <a:off x="488950" y="2708275"/>
            <a:ext cx="122238" cy="265113"/>
          </a:xfrm>
          <a:prstGeom prst="rect">
            <a:avLst/>
          </a:prstGeom>
        </p:spPr>
        <p:txBody>
          <a:bodyPr wrap="none" fromWordArt="1">
            <a:prstTxWarp prst="textPlain">
              <a:avLst>
                <a:gd name="adj" fmla="val 49384"/>
              </a:avLst>
            </a:prstTxWarp>
            <a:normAutofit fontScale="40000" lnSpcReduction="20000"/>
          </a:bodyPr>
          <a:lstStyle/>
          <a:p>
            <a:pPr algn="ctr"/>
            <a:r>
              <a:rPr lang="en-US" sz="3600"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6</a:t>
            </a:r>
          </a:p>
        </p:txBody>
      </p:sp>
      <p:sp>
        <p:nvSpPr>
          <p:cNvPr id="520274" name="Rectangles 520273"/>
          <p:cNvSpPr/>
          <p:nvPr/>
        </p:nvSpPr>
        <p:spPr>
          <a:xfrm>
            <a:off x="488950" y="3068638"/>
            <a:ext cx="122238" cy="265112"/>
          </a:xfrm>
          <a:prstGeom prst="rect">
            <a:avLst/>
          </a:prstGeom>
        </p:spPr>
        <p:txBody>
          <a:bodyPr wrap="none" fromWordArt="1">
            <a:prstTxWarp prst="textPlain">
              <a:avLst>
                <a:gd name="adj" fmla="val 49384"/>
              </a:avLst>
            </a:prstTxWarp>
            <a:normAutofit fontScale="40000" lnSpcReduction="20000"/>
          </a:bodyPr>
          <a:lstStyle/>
          <a:p>
            <a:pPr algn="ctr"/>
            <a:r>
              <a:rPr lang="en-US" sz="3600"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5</a:t>
            </a:r>
          </a:p>
        </p:txBody>
      </p:sp>
      <p:sp>
        <p:nvSpPr>
          <p:cNvPr id="520275" name="Rectangles 520274"/>
          <p:cNvSpPr/>
          <p:nvPr/>
        </p:nvSpPr>
        <p:spPr>
          <a:xfrm>
            <a:off x="488950" y="3429000"/>
            <a:ext cx="122238" cy="265113"/>
          </a:xfrm>
          <a:prstGeom prst="rect">
            <a:avLst/>
          </a:prstGeom>
        </p:spPr>
        <p:txBody>
          <a:bodyPr wrap="none" fromWordArt="1">
            <a:prstTxWarp prst="textPlain">
              <a:avLst>
                <a:gd name="adj" fmla="val 49384"/>
              </a:avLst>
            </a:prstTxWarp>
            <a:normAutofit fontScale="40000" lnSpcReduction="20000"/>
          </a:bodyPr>
          <a:lstStyle/>
          <a:p>
            <a:pPr algn="ctr"/>
            <a:r>
              <a:rPr lang="en-US" sz="3600"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4</a:t>
            </a:r>
          </a:p>
        </p:txBody>
      </p:sp>
      <p:sp>
        <p:nvSpPr>
          <p:cNvPr id="520276" name="Rectangles 520275"/>
          <p:cNvSpPr/>
          <p:nvPr/>
        </p:nvSpPr>
        <p:spPr>
          <a:xfrm>
            <a:off x="488950" y="3789363"/>
            <a:ext cx="122238" cy="265112"/>
          </a:xfrm>
          <a:prstGeom prst="rect">
            <a:avLst/>
          </a:prstGeom>
        </p:spPr>
        <p:txBody>
          <a:bodyPr wrap="none" fromWordArt="1">
            <a:prstTxWarp prst="textPlain">
              <a:avLst>
                <a:gd name="adj" fmla="val 49384"/>
              </a:avLst>
            </a:prstTxWarp>
            <a:normAutofit fontScale="40000" lnSpcReduction="20000"/>
          </a:bodyPr>
          <a:lstStyle/>
          <a:p>
            <a:pPr algn="ctr"/>
            <a:r>
              <a:rPr lang="en-US" sz="3600"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3</a:t>
            </a:r>
          </a:p>
        </p:txBody>
      </p:sp>
      <p:sp>
        <p:nvSpPr>
          <p:cNvPr id="520277" name="Rectangles 520276"/>
          <p:cNvSpPr/>
          <p:nvPr/>
        </p:nvSpPr>
        <p:spPr>
          <a:xfrm>
            <a:off x="488950" y="4149725"/>
            <a:ext cx="122238" cy="265113"/>
          </a:xfrm>
          <a:prstGeom prst="rect">
            <a:avLst/>
          </a:prstGeom>
        </p:spPr>
        <p:txBody>
          <a:bodyPr wrap="none" fromWordArt="1">
            <a:prstTxWarp prst="textPlain">
              <a:avLst>
                <a:gd name="adj" fmla="val 49384"/>
              </a:avLst>
            </a:prstTxWarp>
            <a:normAutofit fontScale="40000" lnSpcReduction="20000"/>
          </a:bodyPr>
          <a:lstStyle/>
          <a:p>
            <a:pPr algn="ctr"/>
            <a:r>
              <a:rPr lang="en-US" sz="3600"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2</a:t>
            </a:r>
          </a:p>
        </p:txBody>
      </p:sp>
      <p:sp>
        <p:nvSpPr>
          <p:cNvPr id="520278" name="Rectangles 520277"/>
          <p:cNvSpPr/>
          <p:nvPr/>
        </p:nvSpPr>
        <p:spPr>
          <a:xfrm>
            <a:off x="488950" y="4510088"/>
            <a:ext cx="122238" cy="265112"/>
          </a:xfrm>
          <a:prstGeom prst="rect">
            <a:avLst/>
          </a:prstGeom>
        </p:spPr>
        <p:txBody>
          <a:bodyPr wrap="none" fromWordArt="1">
            <a:prstTxWarp prst="textPlain">
              <a:avLst>
                <a:gd name="adj" fmla="val 49384"/>
              </a:avLst>
            </a:prstTxWarp>
            <a:normAutofit fontScale="40000" lnSpcReduction="20000"/>
          </a:bodyPr>
          <a:lstStyle/>
          <a:p>
            <a:pPr algn="ctr"/>
            <a:r>
              <a:rPr lang="en-US" sz="3600"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1</a:t>
            </a:r>
          </a:p>
        </p:txBody>
      </p:sp>
      <p:sp>
        <p:nvSpPr>
          <p:cNvPr id="520279" name="Rectangles 520278"/>
          <p:cNvSpPr/>
          <p:nvPr/>
        </p:nvSpPr>
        <p:spPr>
          <a:xfrm>
            <a:off x="488950" y="4870450"/>
            <a:ext cx="122238" cy="265113"/>
          </a:xfrm>
          <a:prstGeom prst="rect">
            <a:avLst/>
          </a:prstGeom>
        </p:spPr>
        <p:txBody>
          <a:bodyPr wrap="none" fromWordArt="1">
            <a:prstTxWarp prst="textPlain">
              <a:avLst>
                <a:gd name="adj" fmla="val 49384"/>
              </a:avLst>
            </a:prstTxWarp>
            <a:normAutofit fontScale="40000" lnSpcReduction="20000"/>
          </a:bodyPr>
          <a:lstStyle/>
          <a:p>
            <a:pPr algn="ctr"/>
            <a:r>
              <a:rPr lang="en-US" sz="3600"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0</a:t>
            </a:r>
          </a:p>
        </p:txBody>
      </p:sp>
      <p:grpSp>
        <p:nvGrpSpPr>
          <p:cNvPr id="520289" name="Group 520288"/>
          <p:cNvGrpSpPr/>
          <p:nvPr/>
        </p:nvGrpSpPr>
        <p:grpSpPr>
          <a:xfrm>
            <a:off x="7993063" y="2216150"/>
            <a:ext cx="358775" cy="312738"/>
            <a:chOff x="2414" y="2954"/>
            <a:chExt cx="920" cy="907"/>
          </a:xfrm>
        </p:grpSpPr>
        <p:sp>
          <p:nvSpPr>
            <p:cNvPr id="520280" name="Litebulb"/>
            <p:cNvSpPr>
              <a:spLocks noChangeAspect="1" noEditPoints="1"/>
            </p:cNvSpPr>
            <p:nvPr/>
          </p:nvSpPr>
          <p:spPr>
            <a:xfrm>
              <a:off x="2653" y="3485"/>
              <a:ext cx="275" cy="376"/>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6350" cap="flat" cmpd="sng">
              <a:solidFill>
                <a:srgbClr val="000000"/>
              </a:solidFill>
              <a:prstDash val="solid"/>
              <a:miter/>
              <a:headEnd type="none" w="med" len="med"/>
              <a:tailEnd type="none" w="med" len="med"/>
            </a:ln>
          </p:spPr>
          <p:txBody>
            <a:bodyPr/>
            <a:lstStyle/>
            <a:p>
              <a:endParaRPr lang="en-US"/>
            </a:p>
          </p:txBody>
        </p:sp>
        <p:sp>
          <p:nvSpPr>
            <p:cNvPr id="520283" name="Parallelogram 520282"/>
            <p:cNvSpPr/>
            <p:nvPr/>
          </p:nvSpPr>
          <p:spPr>
            <a:xfrm>
              <a:off x="2427" y="2954"/>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20284" name="Straight Connector 520283"/>
            <p:cNvSpPr/>
            <p:nvPr/>
          </p:nvSpPr>
          <p:spPr>
            <a:xfrm>
              <a:off x="2965" y="3521"/>
              <a:ext cx="0" cy="340"/>
            </a:xfrm>
            <a:prstGeom prst="line">
              <a:avLst/>
            </a:prstGeom>
            <a:ln w="12700" cap="flat" cmpd="sng">
              <a:solidFill>
                <a:schemeClr val="tx1"/>
              </a:solidFill>
              <a:prstDash val="solid"/>
              <a:headEnd type="none" w="med" len="med"/>
              <a:tailEnd type="none" w="med" len="med"/>
            </a:ln>
          </p:spPr>
        </p:sp>
        <p:sp>
          <p:nvSpPr>
            <p:cNvPr id="520285" name="Straight Connector 520284"/>
            <p:cNvSpPr/>
            <p:nvPr/>
          </p:nvSpPr>
          <p:spPr>
            <a:xfrm flipH="1">
              <a:off x="2965" y="3294"/>
              <a:ext cx="369" cy="567"/>
            </a:xfrm>
            <a:prstGeom prst="line">
              <a:avLst/>
            </a:prstGeom>
            <a:ln w="12700" cap="flat" cmpd="sng">
              <a:solidFill>
                <a:schemeClr val="tx1"/>
              </a:solidFill>
              <a:prstDash val="solid"/>
              <a:headEnd type="none" w="med" len="med"/>
              <a:tailEnd type="none" w="med" len="med"/>
            </a:ln>
          </p:spPr>
        </p:sp>
        <p:sp>
          <p:nvSpPr>
            <p:cNvPr id="520286" name="Right Triangle 520285"/>
            <p:cNvSpPr/>
            <p:nvPr/>
          </p:nvSpPr>
          <p:spPr>
            <a:xfrm rot="5400000">
              <a:off x="2357" y="3578"/>
              <a:ext cx="340" cy="226"/>
            </a:xfrm>
            <a:prstGeom prst="rtTriangle">
              <a:avLst/>
            </a:prstGeom>
            <a:solidFill>
              <a:srgbClr val="5F5F5F"/>
            </a:solidFill>
            <a:ln w="28575">
              <a:noFill/>
            </a:ln>
          </p:spPr>
          <p:txBody>
            <a:bodyPr/>
            <a:lstStyle/>
            <a:p>
              <a:endParaRPr lang="en-US"/>
            </a:p>
          </p:txBody>
        </p:sp>
        <p:sp>
          <p:nvSpPr>
            <p:cNvPr id="520287" name="Rectangles 520286"/>
            <p:cNvSpPr/>
            <p:nvPr/>
          </p:nvSpPr>
          <p:spPr>
            <a:xfrm>
              <a:off x="2642" y="3015"/>
              <a:ext cx="460" cy="408"/>
            </a:xfrm>
            <a:prstGeom prst="rect">
              <a:avLst/>
            </a:prstGeom>
          </p:spPr>
          <p:txBody>
            <a:bodyPr wrap="none" fromWordArt="1">
              <a:prstTxWarp prst="textPlain">
                <a:avLst>
                  <a:gd name="adj" fmla="val 31958"/>
                </a:avLst>
              </a:prstTxWarp>
              <a:normAutofit fontScale="25000" lnSpcReduction="20000"/>
            </a:bodyPr>
            <a:lstStyle/>
            <a:p>
              <a:pPr algn="ct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7</a:t>
              </a:r>
            </a:p>
          </p:txBody>
        </p:sp>
        <p:sp>
          <p:nvSpPr>
            <p:cNvPr id="520288" name="Straight Connector 520287"/>
            <p:cNvSpPr/>
            <p:nvPr/>
          </p:nvSpPr>
          <p:spPr>
            <a:xfrm>
              <a:off x="3334" y="2954"/>
              <a:ext cx="0" cy="340"/>
            </a:xfrm>
            <a:prstGeom prst="line">
              <a:avLst/>
            </a:prstGeom>
            <a:ln w="12700" cap="flat" cmpd="sng">
              <a:solidFill>
                <a:schemeClr val="tx1"/>
              </a:solidFill>
              <a:prstDash val="solid"/>
              <a:headEnd type="none" w="med" len="med"/>
              <a:tailEnd type="none" w="med" len="med"/>
            </a:ln>
          </p:spPr>
        </p:sp>
      </p:grpSp>
      <p:grpSp>
        <p:nvGrpSpPr>
          <p:cNvPr id="520318" name="Group 520317"/>
          <p:cNvGrpSpPr/>
          <p:nvPr/>
        </p:nvGrpSpPr>
        <p:grpSpPr>
          <a:xfrm>
            <a:off x="7993063" y="2576513"/>
            <a:ext cx="358775" cy="312737"/>
            <a:chOff x="2414" y="2954"/>
            <a:chExt cx="920" cy="907"/>
          </a:xfrm>
        </p:grpSpPr>
        <p:sp>
          <p:nvSpPr>
            <p:cNvPr id="520319" name="Litebulb"/>
            <p:cNvSpPr>
              <a:spLocks noChangeAspect="1" noEditPoints="1"/>
            </p:cNvSpPr>
            <p:nvPr/>
          </p:nvSpPr>
          <p:spPr>
            <a:xfrm>
              <a:off x="2653" y="3485"/>
              <a:ext cx="275" cy="376"/>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6350" cap="flat" cmpd="sng">
              <a:solidFill>
                <a:srgbClr val="000000"/>
              </a:solidFill>
              <a:prstDash val="solid"/>
              <a:miter/>
              <a:headEnd type="none" w="med" len="med"/>
              <a:tailEnd type="none" w="med" len="med"/>
            </a:ln>
          </p:spPr>
          <p:txBody>
            <a:bodyPr/>
            <a:lstStyle/>
            <a:p>
              <a:endParaRPr lang="en-US"/>
            </a:p>
          </p:txBody>
        </p:sp>
        <p:sp>
          <p:nvSpPr>
            <p:cNvPr id="520320" name="Parallelogram 520319"/>
            <p:cNvSpPr/>
            <p:nvPr/>
          </p:nvSpPr>
          <p:spPr>
            <a:xfrm>
              <a:off x="2427" y="2954"/>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20321" name="Straight Connector 520320"/>
            <p:cNvSpPr/>
            <p:nvPr/>
          </p:nvSpPr>
          <p:spPr>
            <a:xfrm>
              <a:off x="2965" y="3521"/>
              <a:ext cx="0" cy="340"/>
            </a:xfrm>
            <a:prstGeom prst="line">
              <a:avLst/>
            </a:prstGeom>
            <a:ln w="12700" cap="flat" cmpd="sng">
              <a:solidFill>
                <a:schemeClr val="tx1"/>
              </a:solidFill>
              <a:prstDash val="solid"/>
              <a:headEnd type="none" w="med" len="med"/>
              <a:tailEnd type="none" w="med" len="med"/>
            </a:ln>
          </p:spPr>
        </p:sp>
        <p:sp>
          <p:nvSpPr>
            <p:cNvPr id="520322" name="Straight Connector 520321"/>
            <p:cNvSpPr/>
            <p:nvPr/>
          </p:nvSpPr>
          <p:spPr>
            <a:xfrm flipH="1">
              <a:off x="2965" y="3294"/>
              <a:ext cx="369" cy="567"/>
            </a:xfrm>
            <a:prstGeom prst="line">
              <a:avLst/>
            </a:prstGeom>
            <a:ln w="12700" cap="flat" cmpd="sng">
              <a:solidFill>
                <a:schemeClr val="tx1"/>
              </a:solidFill>
              <a:prstDash val="solid"/>
              <a:headEnd type="none" w="med" len="med"/>
              <a:tailEnd type="none" w="med" len="med"/>
            </a:ln>
          </p:spPr>
        </p:sp>
        <p:sp>
          <p:nvSpPr>
            <p:cNvPr id="520323" name="Right Triangle 520322"/>
            <p:cNvSpPr/>
            <p:nvPr/>
          </p:nvSpPr>
          <p:spPr>
            <a:xfrm rot="5400000">
              <a:off x="2357" y="3578"/>
              <a:ext cx="340" cy="226"/>
            </a:xfrm>
            <a:prstGeom prst="rtTriangle">
              <a:avLst/>
            </a:prstGeom>
            <a:solidFill>
              <a:srgbClr val="5F5F5F"/>
            </a:solidFill>
            <a:ln w="28575">
              <a:noFill/>
            </a:ln>
          </p:spPr>
          <p:txBody>
            <a:bodyPr/>
            <a:lstStyle/>
            <a:p>
              <a:endParaRPr lang="en-US"/>
            </a:p>
          </p:txBody>
        </p:sp>
        <p:sp>
          <p:nvSpPr>
            <p:cNvPr id="520324" name="Rectangles 520323"/>
            <p:cNvSpPr/>
            <p:nvPr/>
          </p:nvSpPr>
          <p:spPr>
            <a:xfrm>
              <a:off x="2642" y="3015"/>
              <a:ext cx="460" cy="408"/>
            </a:xfrm>
            <a:prstGeom prst="rect">
              <a:avLst/>
            </a:prstGeom>
          </p:spPr>
          <p:txBody>
            <a:bodyPr wrap="none" fromWordArt="1">
              <a:prstTxWarp prst="textPlain">
                <a:avLst>
                  <a:gd name="adj" fmla="val 31958"/>
                </a:avLst>
              </a:prstTxWarp>
              <a:normAutofit fontScale="25000" lnSpcReduction="20000"/>
            </a:bodyPr>
            <a:lstStyle/>
            <a:p>
              <a:pPr algn="ct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6</a:t>
              </a:r>
            </a:p>
          </p:txBody>
        </p:sp>
        <p:sp>
          <p:nvSpPr>
            <p:cNvPr id="520325" name="Straight Connector 520324"/>
            <p:cNvSpPr/>
            <p:nvPr/>
          </p:nvSpPr>
          <p:spPr>
            <a:xfrm>
              <a:off x="3334" y="2954"/>
              <a:ext cx="0" cy="340"/>
            </a:xfrm>
            <a:prstGeom prst="line">
              <a:avLst/>
            </a:prstGeom>
            <a:ln w="12700" cap="flat" cmpd="sng">
              <a:solidFill>
                <a:schemeClr val="tx1"/>
              </a:solidFill>
              <a:prstDash val="solid"/>
              <a:headEnd type="none" w="med" len="med"/>
              <a:tailEnd type="none" w="med" len="med"/>
            </a:ln>
          </p:spPr>
        </p:sp>
      </p:grpSp>
      <p:grpSp>
        <p:nvGrpSpPr>
          <p:cNvPr id="520326" name="Group 520325"/>
          <p:cNvGrpSpPr/>
          <p:nvPr/>
        </p:nvGrpSpPr>
        <p:grpSpPr>
          <a:xfrm>
            <a:off x="7993063" y="2936875"/>
            <a:ext cx="358775" cy="312738"/>
            <a:chOff x="2414" y="2954"/>
            <a:chExt cx="920" cy="907"/>
          </a:xfrm>
        </p:grpSpPr>
        <p:sp>
          <p:nvSpPr>
            <p:cNvPr id="520327" name="Litebulb"/>
            <p:cNvSpPr>
              <a:spLocks noChangeAspect="1" noEditPoints="1"/>
            </p:cNvSpPr>
            <p:nvPr/>
          </p:nvSpPr>
          <p:spPr>
            <a:xfrm>
              <a:off x="2653" y="3485"/>
              <a:ext cx="275" cy="376"/>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6350" cap="flat" cmpd="sng">
              <a:solidFill>
                <a:srgbClr val="000000"/>
              </a:solidFill>
              <a:prstDash val="solid"/>
              <a:miter/>
              <a:headEnd type="none" w="med" len="med"/>
              <a:tailEnd type="none" w="med" len="med"/>
            </a:ln>
          </p:spPr>
          <p:txBody>
            <a:bodyPr/>
            <a:lstStyle/>
            <a:p>
              <a:endParaRPr lang="en-US"/>
            </a:p>
          </p:txBody>
        </p:sp>
        <p:sp>
          <p:nvSpPr>
            <p:cNvPr id="520328" name="Parallelogram 520327"/>
            <p:cNvSpPr/>
            <p:nvPr/>
          </p:nvSpPr>
          <p:spPr>
            <a:xfrm>
              <a:off x="2427" y="2954"/>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20329" name="Straight Connector 520328"/>
            <p:cNvSpPr/>
            <p:nvPr/>
          </p:nvSpPr>
          <p:spPr>
            <a:xfrm>
              <a:off x="2965" y="3521"/>
              <a:ext cx="0" cy="340"/>
            </a:xfrm>
            <a:prstGeom prst="line">
              <a:avLst/>
            </a:prstGeom>
            <a:ln w="12700" cap="flat" cmpd="sng">
              <a:solidFill>
                <a:schemeClr val="tx1"/>
              </a:solidFill>
              <a:prstDash val="solid"/>
              <a:headEnd type="none" w="med" len="med"/>
              <a:tailEnd type="none" w="med" len="med"/>
            </a:ln>
          </p:spPr>
        </p:sp>
        <p:sp>
          <p:nvSpPr>
            <p:cNvPr id="520330" name="Straight Connector 520329"/>
            <p:cNvSpPr/>
            <p:nvPr/>
          </p:nvSpPr>
          <p:spPr>
            <a:xfrm flipH="1">
              <a:off x="2965" y="3294"/>
              <a:ext cx="369" cy="567"/>
            </a:xfrm>
            <a:prstGeom prst="line">
              <a:avLst/>
            </a:prstGeom>
            <a:ln w="12700" cap="flat" cmpd="sng">
              <a:solidFill>
                <a:schemeClr val="tx1"/>
              </a:solidFill>
              <a:prstDash val="solid"/>
              <a:headEnd type="none" w="med" len="med"/>
              <a:tailEnd type="none" w="med" len="med"/>
            </a:ln>
          </p:spPr>
        </p:sp>
        <p:sp>
          <p:nvSpPr>
            <p:cNvPr id="520331" name="Right Triangle 520330"/>
            <p:cNvSpPr/>
            <p:nvPr/>
          </p:nvSpPr>
          <p:spPr>
            <a:xfrm rot="5400000">
              <a:off x="2357" y="3578"/>
              <a:ext cx="340" cy="226"/>
            </a:xfrm>
            <a:prstGeom prst="rtTriangle">
              <a:avLst/>
            </a:prstGeom>
            <a:solidFill>
              <a:srgbClr val="5F5F5F"/>
            </a:solidFill>
            <a:ln w="28575">
              <a:noFill/>
            </a:ln>
          </p:spPr>
          <p:txBody>
            <a:bodyPr/>
            <a:lstStyle/>
            <a:p>
              <a:endParaRPr lang="en-US"/>
            </a:p>
          </p:txBody>
        </p:sp>
        <p:sp>
          <p:nvSpPr>
            <p:cNvPr id="520332" name="Rectangles 520331"/>
            <p:cNvSpPr/>
            <p:nvPr/>
          </p:nvSpPr>
          <p:spPr>
            <a:xfrm>
              <a:off x="2642" y="3015"/>
              <a:ext cx="460" cy="408"/>
            </a:xfrm>
            <a:prstGeom prst="rect">
              <a:avLst/>
            </a:prstGeom>
          </p:spPr>
          <p:txBody>
            <a:bodyPr wrap="none" fromWordArt="1">
              <a:prstTxWarp prst="textPlain">
                <a:avLst>
                  <a:gd name="adj" fmla="val 31958"/>
                </a:avLst>
              </a:prstTxWarp>
              <a:normAutofit fontScale="25000" lnSpcReduction="20000"/>
            </a:bodyPr>
            <a:lstStyle/>
            <a:p>
              <a:pPr algn="ct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5</a:t>
              </a:r>
            </a:p>
          </p:txBody>
        </p:sp>
        <p:sp>
          <p:nvSpPr>
            <p:cNvPr id="520333" name="Straight Connector 520332"/>
            <p:cNvSpPr/>
            <p:nvPr/>
          </p:nvSpPr>
          <p:spPr>
            <a:xfrm>
              <a:off x="3334" y="2954"/>
              <a:ext cx="0" cy="340"/>
            </a:xfrm>
            <a:prstGeom prst="line">
              <a:avLst/>
            </a:prstGeom>
            <a:ln w="12700" cap="flat" cmpd="sng">
              <a:solidFill>
                <a:schemeClr val="tx1"/>
              </a:solidFill>
              <a:prstDash val="solid"/>
              <a:headEnd type="none" w="med" len="med"/>
              <a:tailEnd type="none" w="med" len="med"/>
            </a:ln>
          </p:spPr>
        </p:sp>
      </p:grpSp>
      <p:grpSp>
        <p:nvGrpSpPr>
          <p:cNvPr id="520334" name="Group 520333"/>
          <p:cNvGrpSpPr/>
          <p:nvPr/>
        </p:nvGrpSpPr>
        <p:grpSpPr>
          <a:xfrm>
            <a:off x="7993063" y="3295650"/>
            <a:ext cx="358775" cy="312738"/>
            <a:chOff x="2414" y="2954"/>
            <a:chExt cx="920" cy="907"/>
          </a:xfrm>
        </p:grpSpPr>
        <p:sp>
          <p:nvSpPr>
            <p:cNvPr id="520335" name="Litebulb"/>
            <p:cNvSpPr>
              <a:spLocks noChangeAspect="1" noEditPoints="1"/>
            </p:cNvSpPr>
            <p:nvPr/>
          </p:nvSpPr>
          <p:spPr>
            <a:xfrm>
              <a:off x="2653" y="3485"/>
              <a:ext cx="275" cy="376"/>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6350" cap="flat" cmpd="sng">
              <a:solidFill>
                <a:srgbClr val="000000"/>
              </a:solidFill>
              <a:prstDash val="solid"/>
              <a:miter/>
              <a:headEnd type="none" w="med" len="med"/>
              <a:tailEnd type="none" w="med" len="med"/>
            </a:ln>
          </p:spPr>
          <p:txBody>
            <a:bodyPr/>
            <a:lstStyle/>
            <a:p>
              <a:endParaRPr lang="en-US"/>
            </a:p>
          </p:txBody>
        </p:sp>
        <p:sp>
          <p:nvSpPr>
            <p:cNvPr id="520336" name="Parallelogram 520335"/>
            <p:cNvSpPr/>
            <p:nvPr/>
          </p:nvSpPr>
          <p:spPr>
            <a:xfrm>
              <a:off x="2427" y="2954"/>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20337" name="Straight Connector 520336"/>
            <p:cNvSpPr/>
            <p:nvPr/>
          </p:nvSpPr>
          <p:spPr>
            <a:xfrm>
              <a:off x="2965" y="3521"/>
              <a:ext cx="0" cy="340"/>
            </a:xfrm>
            <a:prstGeom prst="line">
              <a:avLst/>
            </a:prstGeom>
            <a:ln w="12700" cap="flat" cmpd="sng">
              <a:solidFill>
                <a:schemeClr val="tx1"/>
              </a:solidFill>
              <a:prstDash val="solid"/>
              <a:headEnd type="none" w="med" len="med"/>
              <a:tailEnd type="none" w="med" len="med"/>
            </a:ln>
          </p:spPr>
        </p:sp>
        <p:sp>
          <p:nvSpPr>
            <p:cNvPr id="520338" name="Straight Connector 520337"/>
            <p:cNvSpPr/>
            <p:nvPr/>
          </p:nvSpPr>
          <p:spPr>
            <a:xfrm flipH="1">
              <a:off x="2965" y="3294"/>
              <a:ext cx="369" cy="567"/>
            </a:xfrm>
            <a:prstGeom prst="line">
              <a:avLst/>
            </a:prstGeom>
            <a:ln w="12700" cap="flat" cmpd="sng">
              <a:solidFill>
                <a:schemeClr val="tx1"/>
              </a:solidFill>
              <a:prstDash val="solid"/>
              <a:headEnd type="none" w="med" len="med"/>
              <a:tailEnd type="none" w="med" len="med"/>
            </a:ln>
          </p:spPr>
        </p:sp>
        <p:sp>
          <p:nvSpPr>
            <p:cNvPr id="520339" name="Right Triangle 520338"/>
            <p:cNvSpPr/>
            <p:nvPr/>
          </p:nvSpPr>
          <p:spPr>
            <a:xfrm rot="5400000">
              <a:off x="2357" y="3578"/>
              <a:ext cx="340" cy="226"/>
            </a:xfrm>
            <a:prstGeom prst="rtTriangle">
              <a:avLst/>
            </a:prstGeom>
            <a:solidFill>
              <a:srgbClr val="5F5F5F"/>
            </a:solidFill>
            <a:ln w="28575">
              <a:noFill/>
            </a:ln>
          </p:spPr>
          <p:txBody>
            <a:bodyPr/>
            <a:lstStyle/>
            <a:p>
              <a:endParaRPr lang="en-US"/>
            </a:p>
          </p:txBody>
        </p:sp>
        <p:sp>
          <p:nvSpPr>
            <p:cNvPr id="520340" name="Rectangles 520339"/>
            <p:cNvSpPr/>
            <p:nvPr/>
          </p:nvSpPr>
          <p:spPr>
            <a:xfrm>
              <a:off x="2642" y="3015"/>
              <a:ext cx="460" cy="408"/>
            </a:xfrm>
            <a:prstGeom prst="rect">
              <a:avLst/>
            </a:prstGeom>
          </p:spPr>
          <p:txBody>
            <a:bodyPr wrap="none" fromWordArt="1">
              <a:prstTxWarp prst="textPlain">
                <a:avLst>
                  <a:gd name="adj" fmla="val 31958"/>
                </a:avLst>
              </a:prstTxWarp>
              <a:normAutofit fontScale="25000" lnSpcReduction="20000"/>
            </a:bodyPr>
            <a:lstStyle/>
            <a:p>
              <a:pPr algn="ct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4</a:t>
              </a:r>
            </a:p>
          </p:txBody>
        </p:sp>
        <p:sp>
          <p:nvSpPr>
            <p:cNvPr id="520341" name="Straight Connector 520340"/>
            <p:cNvSpPr/>
            <p:nvPr/>
          </p:nvSpPr>
          <p:spPr>
            <a:xfrm>
              <a:off x="3334" y="2954"/>
              <a:ext cx="0" cy="340"/>
            </a:xfrm>
            <a:prstGeom prst="line">
              <a:avLst/>
            </a:prstGeom>
            <a:ln w="12700" cap="flat" cmpd="sng">
              <a:solidFill>
                <a:schemeClr val="tx1"/>
              </a:solidFill>
              <a:prstDash val="solid"/>
              <a:headEnd type="none" w="med" len="med"/>
              <a:tailEnd type="none" w="med" len="med"/>
            </a:ln>
          </p:spPr>
        </p:sp>
      </p:grpSp>
      <p:grpSp>
        <p:nvGrpSpPr>
          <p:cNvPr id="520342" name="Group 520341"/>
          <p:cNvGrpSpPr/>
          <p:nvPr/>
        </p:nvGrpSpPr>
        <p:grpSpPr>
          <a:xfrm>
            <a:off x="7993063" y="3656013"/>
            <a:ext cx="358775" cy="312737"/>
            <a:chOff x="2414" y="2954"/>
            <a:chExt cx="920" cy="907"/>
          </a:xfrm>
        </p:grpSpPr>
        <p:sp>
          <p:nvSpPr>
            <p:cNvPr id="520343" name="Litebulb"/>
            <p:cNvSpPr>
              <a:spLocks noChangeAspect="1" noEditPoints="1"/>
            </p:cNvSpPr>
            <p:nvPr/>
          </p:nvSpPr>
          <p:spPr>
            <a:xfrm>
              <a:off x="2653" y="3485"/>
              <a:ext cx="275" cy="376"/>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6350" cap="flat" cmpd="sng">
              <a:solidFill>
                <a:srgbClr val="000000"/>
              </a:solidFill>
              <a:prstDash val="solid"/>
              <a:miter/>
              <a:headEnd type="none" w="med" len="med"/>
              <a:tailEnd type="none" w="med" len="med"/>
            </a:ln>
          </p:spPr>
          <p:txBody>
            <a:bodyPr/>
            <a:lstStyle/>
            <a:p>
              <a:endParaRPr lang="en-US"/>
            </a:p>
          </p:txBody>
        </p:sp>
        <p:sp>
          <p:nvSpPr>
            <p:cNvPr id="520344" name="Parallelogram 520343"/>
            <p:cNvSpPr/>
            <p:nvPr/>
          </p:nvSpPr>
          <p:spPr>
            <a:xfrm>
              <a:off x="2427" y="2954"/>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20345" name="Straight Connector 520344"/>
            <p:cNvSpPr/>
            <p:nvPr/>
          </p:nvSpPr>
          <p:spPr>
            <a:xfrm>
              <a:off x="2965" y="3521"/>
              <a:ext cx="0" cy="340"/>
            </a:xfrm>
            <a:prstGeom prst="line">
              <a:avLst/>
            </a:prstGeom>
            <a:ln w="12700" cap="flat" cmpd="sng">
              <a:solidFill>
                <a:schemeClr val="tx1"/>
              </a:solidFill>
              <a:prstDash val="solid"/>
              <a:headEnd type="none" w="med" len="med"/>
              <a:tailEnd type="none" w="med" len="med"/>
            </a:ln>
          </p:spPr>
        </p:sp>
        <p:sp>
          <p:nvSpPr>
            <p:cNvPr id="520346" name="Straight Connector 520345"/>
            <p:cNvSpPr/>
            <p:nvPr/>
          </p:nvSpPr>
          <p:spPr>
            <a:xfrm flipH="1">
              <a:off x="2965" y="3294"/>
              <a:ext cx="369" cy="567"/>
            </a:xfrm>
            <a:prstGeom prst="line">
              <a:avLst/>
            </a:prstGeom>
            <a:ln w="12700" cap="flat" cmpd="sng">
              <a:solidFill>
                <a:schemeClr val="tx1"/>
              </a:solidFill>
              <a:prstDash val="solid"/>
              <a:headEnd type="none" w="med" len="med"/>
              <a:tailEnd type="none" w="med" len="med"/>
            </a:ln>
          </p:spPr>
        </p:sp>
        <p:sp>
          <p:nvSpPr>
            <p:cNvPr id="520347" name="Right Triangle 520346"/>
            <p:cNvSpPr/>
            <p:nvPr/>
          </p:nvSpPr>
          <p:spPr>
            <a:xfrm rot="5400000">
              <a:off x="2357" y="3578"/>
              <a:ext cx="340" cy="226"/>
            </a:xfrm>
            <a:prstGeom prst="rtTriangle">
              <a:avLst/>
            </a:prstGeom>
            <a:solidFill>
              <a:srgbClr val="5F5F5F"/>
            </a:solidFill>
            <a:ln w="28575">
              <a:noFill/>
            </a:ln>
          </p:spPr>
          <p:txBody>
            <a:bodyPr/>
            <a:lstStyle/>
            <a:p>
              <a:endParaRPr lang="en-US"/>
            </a:p>
          </p:txBody>
        </p:sp>
        <p:sp>
          <p:nvSpPr>
            <p:cNvPr id="520348" name="Rectangles 520347"/>
            <p:cNvSpPr/>
            <p:nvPr/>
          </p:nvSpPr>
          <p:spPr>
            <a:xfrm>
              <a:off x="2642" y="3015"/>
              <a:ext cx="460" cy="408"/>
            </a:xfrm>
            <a:prstGeom prst="rect">
              <a:avLst/>
            </a:prstGeom>
          </p:spPr>
          <p:txBody>
            <a:bodyPr wrap="none" fromWordArt="1">
              <a:prstTxWarp prst="textPlain">
                <a:avLst>
                  <a:gd name="adj" fmla="val 31958"/>
                </a:avLst>
              </a:prstTxWarp>
              <a:normAutofit fontScale="25000" lnSpcReduction="20000"/>
            </a:bodyPr>
            <a:lstStyle/>
            <a:p>
              <a:pPr algn="ct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3</a:t>
              </a:r>
            </a:p>
          </p:txBody>
        </p:sp>
        <p:sp>
          <p:nvSpPr>
            <p:cNvPr id="520349" name="Straight Connector 520348"/>
            <p:cNvSpPr/>
            <p:nvPr/>
          </p:nvSpPr>
          <p:spPr>
            <a:xfrm>
              <a:off x="3334" y="2954"/>
              <a:ext cx="0" cy="340"/>
            </a:xfrm>
            <a:prstGeom prst="line">
              <a:avLst/>
            </a:prstGeom>
            <a:ln w="12700" cap="flat" cmpd="sng">
              <a:solidFill>
                <a:schemeClr val="tx1"/>
              </a:solidFill>
              <a:prstDash val="solid"/>
              <a:headEnd type="none" w="med" len="med"/>
              <a:tailEnd type="none" w="med" len="med"/>
            </a:ln>
          </p:spPr>
        </p:sp>
      </p:grpSp>
      <p:grpSp>
        <p:nvGrpSpPr>
          <p:cNvPr id="520350" name="Group 520349"/>
          <p:cNvGrpSpPr/>
          <p:nvPr/>
        </p:nvGrpSpPr>
        <p:grpSpPr>
          <a:xfrm>
            <a:off x="7993063" y="4016375"/>
            <a:ext cx="358775" cy="312738"/>
            <a:chOff x="2414" y="2954"/>
            <a:chExt cx="920" cy="907"/>
          </a:xfrm>
        </p:grpSpPr>
        <p:sp>
          <p:nvSpPr>
            <p:cNvPr id="520351" name="Litebulb"/>
            <p:cNvSpPr>
              <a:spLocks noChangeAspect="1" noEditPoints="1"/>
            </p:cNvSpPr>
            <p:nvPr/>
          </p:nvSpPr>
          <p:spPr>
            <a:xfrm>
              <a:off x="2653" y="3485"/>
              <a:ext cx="275" cy="376"/>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6350" cap="flat" cmpd="sng">
              <a:solidFill>
                <a:srgbClr val="000000"/>
              </a:solidFill>
              <a:prstDash val="solid"/>
              <a:miter/>
              <a:headEnd type="none" w="med" len="med"/>
              <a:tailEnd type="none" w="med" len="med"/>
            </a:ln>
          </p:spPr>
          <p:txBody>
            <a:bodyPr/>
            <a:lstStyle/>
            <a:p>
              <a:endParaRPr lang="en-US"/>
            </a:p>
          </p:txBody>
        </p:sp>
        <p:sp>
          <p:nvSpPr>
            <p:cNvPr id="520352" name="Parallelogram 520351"/>
            <p:cNvSpPr/>
            <p:nvPr/>
          </p:nvSpPr>
          <p:spPr>
            <a:xfrm>
              <a:off x="2427" y="2954"/>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20353" name="Straight Connector 520352"/>
            <p:cNvSpPr/>
            <p:nvPr/>
          </p:nvSpPr>
          <p:spPr>
            <a:xfrm>
              <a:off x="2965" y="3521"/>
              <a:ext cx="0" cy="340"/>
            </a:xfrm>
            <a:prstGeom prst="line">
              <a:avLst/>
            </a:prstGeom>
            <a:ln w="12700" cap="flat" cmpd="sng">
              <a:solidFill>
                <a:schemeClr val="tx1"/>
              </a:solidFill>
              <a:prstDash val="solid"/>
              <a:headEnd type="none" w="med" len="med"/>
              <a:tailEnd type="none" w="med" len="med"/>
            </a:ln>
          </p:spPr>
        </p:sp>
        <p:sp>
          <p:nvSpPr>
            <p:cNvPr id="520354" name="Straight Connector 520353"/>
            <p:cNvSpPr/>
            <p:nvPr/>
          </p:nvSpPr>
          <p:spPr>
            <a:xfrm flipH="1">
              <a:off x="2965" y="3294"/>
              <a:ext cx="369" cy="567"/>
            </a:xfrm>
            <a:prstGeom prst="line">
              <a:avLst/>
            </a:prstGeom>
            <a:ln w="12700" cap="flat" cmpd="sng">
              <a:solidFill>
                <a:schemeClr val="tx1"/>
              </a:solidFill>
              <a:prstDash val="solid"/>
              <a:headEnd type="none" w="med" len="med"/>
              <a:tailEnd type="none" w="med" len="med"/>
            </a:ln>
          </p:spPr>
        </p:sp>
        <p:sp>
          <p:nvSpPr>
            <p:cNvPr id="520355" name="Right Triangle 520354"/>
            <p:cNvSpPr/>
            <p:nvPr/>
          </p:nvSpPr>
          <p:spPr>
            <a:xfrm rot="5400000">
              <a:off x="2357" y="3578"/>
              <a:ext cx="340" cy="226"/>
            </a:xfrm>
            <a:prstGeom prst="rtTriangle">
              <a:avLst/>
            </a:prstGeom>
            <a:solidFill>
              <a:srgbClr val="5F5F5F"/>
            </a:solidFill>
            <a:ln w="28575">
              <a:noFill/>
            </a:ln>
          </p:spPr>
          <p:txBody>
            <a:bodyPr/>
            <a:lstStyle/>
            <a:p>
              <a:endParaRPr lang="en-US"/>
            </a:p>
          </p:txBody>
        </p:sp>
        <p:sp>
          <p:nvSpPr>
            <p:cNvPr id="520356" name="Rectangles 520355"/>
            <p:cNvSpPr/>
            <p:nvPr/>
          </p:nvSpPr>
          <p:spPr>
            <a:xfrm>
              <a:off x="2642" y="3015"/>
              <a:ext cx="460" cy="408"/>
            </a:xfrm>
            <a:prstGeom prst="rect">
              <a:avLst/>
            </a:prstGeom>
          </p:spPr>
          <p:txBody>
            <a:bodyPr wrap="none" fromWordArt="1">
              <a:prstTxWarp prst="textPlain">
                <a:avLst>
                  <a:gd name="adj" fmla="val 31958"/>
                </a:avLst>
              </a:prstTxWarp>
              <a:normAutofit fontScale="25000" lnSpcReduction="20000"/>
            </a:bodyPr>
            <a:lstStyle/>
            <a:p>
              <a:pPr algn="ct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2</a:t>
              </a:r>
            </a:p>
          </p:txBody>
        </p:sp>
        <p:sp>
          <p:nvSpPr>
            <p:cNvPr id="520357" name="Straight Connector 520356"/>
            <p:cNvSpPr/>
            <p:nvPr/>
          </p:nvSpPr>
          <p:spPr>
            <a:xfrm>
              <a:off x="3334" y="2954"/>
              <a:ext cx="0" cy="340"/>
            </a:xfrm>
            <a:prstGeom prst="line">
              <a:avLst/>
            </a:prstGeom>
            <a:ln w="12700" cap="flat" cmpd="sng">
              <a:solidFill>
                <a:schemeClr val="tx1"/>
              </a:solidFill>
              <a:prstDash val="solid"/>
              <a:headEnd type="none" w="med" len="med"/>
              <a:tailEnd type="none" w="med" len="med"/>
            </a:ln>
          </p:spPr>
        </p:sp>
      </p:grpSp>
      <p:grpSp>
        <p:nvGrpSpPr>
          <p:cNvPr id="520358" name="Group 520357"/>
          <p:cNvGrpSpPr/>
          <p:nvPr/>
        </p:nvGrpSpPr>
        <p:grpSpPr>
          <a:xfrm>
            <a:off x="7993063" y="4376738"/>
            <a:ext cx="358775" cy="312737"/>
            <a:chOff x="2414" y="2954"/>
            <a:chExt cx="920" cy="907"/>
          </a:xfrm>
        </p:grpSpPr>
        <p:sp>
          <p:nvSpPr>
            <p:cNvPr id="520359" name="Litebulb"/>
            <p:cNvSpPr>
              <a:spLocks noChangeAspect="1" noEditPoints="1"/>
            </p:cNvSpPr>
            <p:nvPr/>
          </p:nvSpPr>
          <p:spPr>
            <a:xfrm>
              <a:off x="2653" y="3485"/>
              <a:ext cx="275" cy="376"/>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6350" cap="flat" cmpd="sng">
              <a:solidFill>
                <a:srgbClr val="000000"/>
              </a:solidFill>
              <a:prstDash val="solid"/>
              <a:miter/>
              <a:headEnd type="none" w="med" len="med"/>
              <a:tailEnd type="none" w="med" len="med"/>
            </a:ln>
          </p:spPr>
          <p:txBody>
            <a:bodyPr/>
            <a:lstStyle/>
            <a:p>
              <a:endParaRPr lang="en-US"/>
            </a:p>
          </p:txBody>
        </p:sp>
        <p:sp>
          <p:nvSpPr>
            <p:cNvPr id="520360" name="Parallelogram 520359"/>
            <p:cNvSpPr/>
            <p:nvPr/>
          </p:nvSpPr>
          <p:spPr>
            <a:xfrm>
              <a:off x="2427" y="2954"/>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20361" name="Straight Connector 520360"/>
            <p:cNvSpPr/>
            <p:nvPr/>
          </p:nvSpPr>
          <p:spPr>
            <a:xfrm>
              <a:off x="2965" y="3521"/>
              <a:ext cx="0" cy="340"/>
            </a:xfrm>
            <a:prstGeom prst="line">
              <a:avLst/>
            </a:prstGeom>
            <a:ln w="12700" cap="flat" cmpd="sng">
              <a:solidFill>
                <a:schemeClr val="tx1"/>
              </a:solidFill>
              <a:prstDash val="solid"/>
              <a:headEnd type="none" w="med" len="med"/>
              <a:tailEnd type="none" w="med" len="med"/>
            </a:ln>
          </p:spPr>
        </p:sp>
        <p:sp>
          <p:nvSpPr>
            <p:cNvPr id="520362" name="Straight Connector 520361"/>
            <p:cNvSpPr/>
            <p:nvPr/>
          </p:nvSpPr>
          <p:spPr>
            <a:xfrm flipH="1">
              <a:off x="2965" y="3294"/>
              <a:ext cx="369" cy="567"/>
            </a:xfrm>
            <a:prstGeom prst="line">
              <a:avLst/>
            </a:prstGeom>
            <a:ln w="12700" cap="flat" cmpd="sng">
              <a:solidFill>
                <a:schemeClr val="tx1"/>
              </a:solidFill>
              <a:prstDash val="solid"/>
              <a:headEnd type="none" w="med" len="med"/>
              <a:tailEnd type="none" w="med" len="med"/>
            </a:ln>
          </p:spPr>
        </p:sp>
        <p:sp>
          <p:nvSpPr>
            <p:cNvPr id="520363" name="Right Triangle 520362"/>
            <p:cNvSpPr/>
            <p:nvPr/>
          </p:nvSpPr>
          <p:spPr>
            <a:xfrm rot="5400000">
              <a:off x="2357" y="3578"/>
              <a:ext cx="340" cy="226"/>
            </a:xfrm>
            <a:prstGeom prst="rtTriangle">
              <a:avLst/>
            </a:prstGeom>
            <a:solidFill>
              <a:srgbClr val="5F5F5F"/>
            </a:solidFill>
            <a:ln w="28575">
              <a:noFill/>
            </a:ln>
          </p:spPr>
          <p:txBody>
            <a:bodyPr/>
            <a:lstStyle/>
            <a:p>
              <a:endParaRPr lang="en-US"/>
            </a:p>
          </p:txBody>
        </p:sp>
        <p:sp>
          <p:nvSpPr>
            <p:cNvPr id="520364" name="Rectangles 520363"/>
            <p:cNvSpPr/>
            <p:nvPr/>
          </p:nvSpPr>
          <p:spPr>
            <a:xfrm>
              <a:off x="2642" y="3015"/>
              <a:ext cx="460" cy="408"/>
            </a:xfrm>
            <a:prstGeom prst="rect">
              <a:avLst/>
            </a:prstGeom>
          </p:spPr>
          <p:txBody>
            <a:bodyPr wrap="none" fromWordArt="1">
              <a:prstTxWarp prst="textPlain">
                <a:avLst>
                  <a:gd name="adj" fmla="val 31958"/>
                </a:avLst>
              </a:prstTxWarp>
              <a:normAutofit fontScale="25000" lnSpcReduction="20000"/>
            </a:bodyPr>
            <a:lstStyle/>
            <a:p>
              <a:pPr algn="ct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1</a:t>
              </a:r>
            </a:p>
          </p:txBody>
        </p:sp>
        <p:sp>
          <p:nvSpPr>
            <p:cNvPr id="520365" name="Straight Connector 520364"/>
            <p:cNvSpPr/>
            <p:nvPr/>
          </p:nvSpPr>
          <p:spPr>
            <a:xfrm>
              <a:off x="3334" y="2954"/>
              <a:ext cx="0" cy="340"/>
            </a:xfrm>
            <a:prstGeom prst="line">
              <a:avLst/>
            </a:prstGeom>
            <a:ln w="12700" cap="flat" cmpd="sng">
              <a:solidFill>
                <a:schemeClr val="tx1"/>
              </a:solidFill>
              <a:prstDash val="solid"/>
              <a:headEnd type="none" w="med" len="med"/>
              <a:tailEnd type="none" w="med" len="med"/>
            </a:ln>
          </p:spPr>
        </p:sp>
      </p:grpSp>
      <p:grpSp>
        <p:nvGrpSpPr>
          <p:cNvPr id="520366" name="Group 520365"/>
          <p:cNvGrpSpPr/>
          <p:nvPr/>
        </p:nvGrpSpPr>
        <p:grpSpPr>
          <a:xfrm>
            <a:off x="7993063" y="4737100"/>
            <a:ext cx="358775" cy="312738"/>
            <a:chOff x="2414" y="2954"/>
            <a:chExt cx="920" cy="907"/>
          </a:xfrm>
        </p:grpSpPr>
        <p:sp>
          <p:nvSpPr>
            <p:cNvPr id="520367" name="Litebulb"/>
            <p:cNvSpPr>
              <a:spLocks noChangeAspect="1" noEditPoints="1"/>
            </p:cNvSpPr>
            <p:nvPr/>
          </p:nvSpPr>
          <p:spPr>
            <a:xfrm>
              <a:off x="2653" y="3485"/>
              <a:ext cx="275" cy="376"/>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6350" cap="flat" cmpd="sng">
              <a:solidFill>
                <a:srgbClr val="000000"/>
              </a:solidFill>
              <a:prstDash val="solid"/>
              <a:miter/>
              <a:headEnd type="none" w="med" len="med"/>
              <a:tailEnd type="none" w="med" len="med"/>
            </a:ln>
          </p:spPr>
          <p:txBody>
            <a:bodyPr/>
            <a:lstStyle/>
            <a:p>
              <a:endParaRPr lang="en-US"/>
            </a:p>
          </p:txBody>
        </p:sp>
        <p:sp>
          <p:nvSpPr>
            <p:cNvPr id="520368" name="Parallelogram 520367"/>
            <p:cNvSpPr/>
            <p:nvPr/>
          </p:nvSpPr>
          <p:spPr>
            <a:xfrm>
              <a:off x="2427" y="2954"/>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20369" name="Straight Connector 520368"/>
            <p:cNvSpPr/>
            <p:nvPr/>
          </p:nvSpPr>
          <p:spPr>
            <a:xfrm>
              <a:off x="2965" y="3521"/>
              <a:ext cx="0" cy="340"/>
            </a:xfrm>
            <a:prstGeom prst="line">
              <a:avLst/>
            </a:prstGeom>
            <a:ln w="12700" cap="flat" cmpd="sng">
              <a:solidFill>
                <a:schemeClr val="tx1"/>
              </a:solidFill>
              <a:prstDash val="solid"/>
              <a:headEnd type="none" w="med" len="med"/>
              <a:tailEnd type="none" w="med" len="med"/>
            </a:ln>
          </p:spPr>
        </p:sp>
        <p:sp>
          <p:nvSpPr>
            <p:cNvPr id="520370" name="Straight Connector 520369"/>
            <p:cNvSpPr/>
            <p:nvPr/>
          </p:nvSpPr>
          <p:spPr>
            <a:xfrm flipH="1">
              <a:off x="2965" y="3294"/>
              <a:ext cx="369" cy="567"/>
            </a:xfrm>
            <a:prstGeom prst="line">
              <a:avLst/>
            </a:prstGeom>
            <a:ln w="12700" cap="flat" cmpd="sng">
              <a:solidFill>
                <a:schemeClr val="tx1"/>
              </a:solidFill>
              <a:prstDash val="solid"/>
              <a:headEnd type="none" w="med" len="med"/>
              <a:tailEnd type="none" w="med" len="med"/>
            </a:ln>
          </p:spPr>
        </p:sp>
        <p:sp>
          <p:nvSpPr>
            <p:cNvPr id="520371" name="Right Triangle 520370"/>
            <p:cNvSpPr/>
            <p:nvPr/>
          </p:nvSpPr>
          <p:spPr>
            <a:xfrm rot="5400000">
              <a:off x="2357" y="3578"/>
              <a:ext cx="340" cy="226"/>
            </a:xfrm>
            <a:prstGeom prst="rtTriangle">
              <a:avLst/>
            </a:prstGeom>
            <a:solidFill>
              <a:srgbClr val="5F5F5F"/>
            </a:solidFill>
            <a:ln w="28575">
              <a:noFill/>
            </a:ln>
          </p:spPr>
          <p:txBody>
            <a:bodyPr/>
            <a:lstStyle/>
            <a:p>
              <a:endParaRPr lang="en-US"/>
            </a:p>
          </p:txBody>
        </p:sp>
        <p:sp>
          <p:nvSpPr>
            <p:cNvPr id="520372" name="Rectangles 520371"/>
            <p:cNvSpPr/>
            <p:nvPr/>
          </p:nvSpPr>
          <p:spPr>
            <a:xfrm>
              <a:off x="2642" y="3015"/>
              <a:ext cx="460" cy="408"/>
            </a:xfrm>
            <a:prstGeom prst="rect">
              <a:avLst/>
            </a:prstGeom>
          </p:spPr>
          <p:txBody>
            <a:bodyPr wrap="none" fromWordArt="1">
              <a:prstTxWarp prst="textPlain">
                <a:avLst>
                  <a:gd name="adj" fmla="val 31958"/>
                </a:avLst>
              </a:prstTxWarp>
              <a:normAutofit fontScale="25000" lnSpcReduction="20000"/>
            </a:bodyPr>
            <a:lstStyle/>
            <a:p>
              <a:pPr algn="ct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0</a:t>
              </a:r>
            </a:p>
          </p:txBody>
        </p:sp>
        <p:sp>
          <p:nvSpPr>
            <p:cNvPr id="520373" name="Straight Connector 520372"/>
            <p:cNvSpPr/>
            <p:nvPr/>
          </p:nvSpPr>
          <p:spPr>
            <a:xfrm>
              <a:off x="3334" y="2954"/>
              <a:ext cx="0" cy="340"/>
            </a:xfrm>
            <a:prstGeom prst="line">
              <a:avLst/>
            </a:prstGeom>
            <a:ln w="12700" cap="flat" cmpd="sng">
              <a:solidFill>
                <a:schemeClr val="tx1"/>
              </a:solidFill>
              <a:prstDash val="solid"/>
              <a:headEnd type="none" w="med" len="med"/>
              <a:tailEnd type="none" w="med" len="med"/>
            </a:ln>
          </p:spPr>
        </p:sp>
      </p:grpSp>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29</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2945" tIns="41473" rIns="82945" bIns="41473"/>
          <a:lstStyle>
            <a:lvl1pPr eaLnBrk="0">
              <a:tabLst>
                <a:tab pos="656650" algn="l"/>
                <a:tab pos="1313299" algn="l"/>
                <a:tab pos="1969949" algn="l"/>
              </a:tabLst>
              <a:defRPr>
                <a:solidFill>
                  <a:schemeClr val="tx1"/>
                </a:solidFill>
                <a:latin typeface="Arial" pitchFamily="34" charset="0"/>
                <a:cs typeface="Lucida Sans Unicode" pitchFamily="34" charset="0"/>
              </a:defRPr>
            </a:lvl1pPr>
            <a:lvl2pPr eaLnBrk="0">
              <a:tabLst>
                <a:tab pos="656650" algn="l"/>
                <a:tab pos="1313299" algn="l"/>
                <a:tab pos="1969949" algn="l"/>
              </a:tabLst>
              <a:defRPr>
                <a:solidFill>
                  <a:schemeClr val="tx1"/>
                </a:solidFill>
                <a:latin typeface="Arial" pitchFamily="34" charset="0"/>
                <a:cs typeface="Lucida Sans Unicode" pitchFamily="34" charset="0"/>
              </a:defRPr>
            </a:lvl2pPr>
            <a:lvl3pPr eaLnBrk="0">
              <a:tabLst>
                <a:tab pos="656650" algn="l"/>
                <a:tab pos="1313299" algn="l"/>
                <a:tab pos="1969949" algn="l"/>
              </a:tabLst>
              <a:defRPr>
                <a:solidFill>
                  <a:schemeClr val="tx1"/>
                </a:solidFill>
                <a:latin typeface="Arial" pitchFamily="34" charset="0"/>
                <a:cs typeface="Lucida Sans Unicode" pitchFamily="34" charset="0"/>
              </a:defRPr>
            </a:lvl3pPr>
            <a:lvl4pPr eaLnBrk="0">
              <a:tabLst>
                <a:tab pos="656650" algn="l"/>
                <a:tab pos="1313299" algn="l"/>
                <a:tab pos="1969949" algn="l"/>
              </a:tabLst>
              <a:defRPr>
                <a:solidFill>
                  <a:schemeClr val="tx1"/>
                </a:solidFill>
                <a:latin typeface="Arial" pitchFamily="34" charset="0"/>
                <a:cs typeface="Lucida Sans Unicode" pitchFamily="34" charset="0"/>
              </a:defRPr>
            </a:lvl4pPr>
            <a:lvl5pPr eaLnBrk="0">
              <a:tabLst>
                <a:tab pos="656650" algn="l"/>
                <a:tab pos="1313299" algn="l"/>
                <a:tab pos="1969949" algn="l"/>
              </a:tabLst>
              <a:defRPr>
                <a:solidFill>
                  <a:schemeClr val="tx1"/>
                </a:solidFill>
                <a:latin typeface="Arial" pitchFamily="34" charset="0"/>
                <a:cs typeface="Lucida Sans Unicode" pitchFamily="34" charset="0"/>
              </a:defRPr>
            </a:lvl5pPr>
            <a:lvl6pPr marL="2280994"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6pPr>
            <a:lvl7pPr marL="2695720"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7pPr>
            <a:lvl8pPr marL="3110446"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8pPr>
            <a:lvl9pPr marL="3525172"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9pPr>
          </a:lstStyle>
          <a:p>
            <a:pPr eaLnBrk="1">
              <a:buFont typeface="Times New Roman" pitchFamily="18" charset="0"/>
              <a:buNone/>
            </a:pPr>
            <a:fld id="{411043F2-C83F-45DB-A6B9-AB52902260B0}" type="slidenum">
              <a:rPr lang="en-US" smtClean="0">
                <a:solidFill>
                  <a:srgbClr val="000000"/>
                </a:solidFill>
                <a:latin typeface="Times New Roman" pitchFamily="18" charset="0"/>
              </a:rPr>
              <a:pPr eaLnBrk="1">
                <a:buFont typeface="Times New Roman" pitchFamily="18" charset="0"/>
                <a:buNone/>
              </a:pPr>
              <a:t>30</a:t>
            </a:fld>
            <a:endParaRPr lang="en-US" smtClean="0">
              <a:solidFill>
                <a:srgbClr val="000000"/>
              </a:solidFill>
              <a:latin typeface="Times New Roman" pitchFamily="18" charset="0"/>
            </a:endParaRPr>
          </a:p>
        </p:txBody>
      </p:sp>
      <p:sp>
        <p:nvSpPr>
          <p:cNvPr id="6149" name="Rectangle 1"/>
          <p:cNvSpPr>
            <a:spLocks noGrp="1" noChangeArrowheads="1"/>
          </p:cNvSpPr>
          <p:nvPr>
            <p:ph type="title"/>
          </p:nvPr>
        </p:nvSpPr>
        <p:spPr>
          <a:xfrm>
            <a:off x="456481" y="273629"/>
            <a:ext cx="8228160" cy="1144921"/>
          </a:xfrm>
        </p:spPr>
        <p:txBody>
          <a:bodyPr lIns="82945" tIns="35203" rIns="82945" bIns="41473"/>
          <a:lstStyle/>
          <a:p>
            <a:pPr eaLnBrk="1">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mtClean="0"/>
              <a:t>Multiplexers</a:t>
            </a:r>
          </a:p>
        </p:txBody>
      </p:sp>
      <p:sp>
        <p:nvSpPr>
          <p:cNvPr id="6150" name="Rectangle 2"/>
          <p:cNvSpPr>
            <a:spLocks noGrp="1" noChangeArrowheads="1"/>
          </p:cNvSpPr>
          <p:nvPr>
            <p:ph type="body" idx="1"/>
          </p:nvPr>
        </p:nvSpPr>
        <p:spPr>
          <a:xfrm>
            <a:off x="287524" y="728700"/>
            <a:ext cx="8856476" cy="5406608"/>
          </a:xfrm>
        </p:spPr>
        <p:txBody>
          <a:bodyPr/>
          <a:lstStyle/>
          <a:p>
            <a:pPr marL="391686" indent="-293764" eaLnBrk="1">
              <a:buClr>
                <a:srgbClr val="FF6633"/>
              </a:buClr>
              <a:buSzPct val="45000"/>
              <a:buFont typeface="Wingdings" pitchFamily="2"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400" dirty="0" smtClean="0"/>
              <a:t>A multiplexer has</a:t>
            </a:r>
          </a:p>
          <a:p>
            <a:pPr marL="1566743" lvl="1" indent="-519848" eaLnBrk="1">
              <a:buClr>
                <a:srgbClr val="FF6633"/>
              </a:buClr>
              <a:buSzPct val="75000"/>
              <a:buFont typeface="Symbol" pitchFamily="18"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dirty="0" smtClean="0"/>
              <a:t>N control inputs</a:t>
            </a:r>
          </a:p>
          <a:p>
            <a:pPr marL="1566743" lvl="1" indent="-519848" eaLnBrk="1">
              <a:buClr>
                <a:srgbClr val="FF6633"/>
              </a:buClr>
              <a:buSzPct val="75000"/>
              <a:buFont typeface="Symbol" pitchFamily="18"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dirty="0" smtClean="0"/>
              <a:t>2</a:t>
            </a:r>
            <a:r>
              <a:rPr lang="en-US" baseline="40000" dirty="0" smtClean="0"/>
              <a:t>N</a:t>
            </a:r>
            <a:r>
              <a:rPr lang="en-US" dirty="0" smtClean="0"/>
              <a:t> data inputs</a:t>
            </a:r>
          </a:p>
          <a:p>
            <a:pPr marL="1566743" lvl="1" indent="-519848" eaLnBrk="1">
              <a:buClr>
                <a:srgbClr val="FF6633"/>
              </a:buClr>
              <a:buSzPct val="75000"/>
              <a:buFont typeface="Symbol" pitchFamily="18"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dirty="0" smtClean="0"/>
              <a:t>1 output</a:t>
            </a:r>
          </a:p>
          <a:p>
            <a:pPr marL="391686" indent="-293764" eaLnBrk="1">
              <a:buClr>
                <a:srgbClr val="FF6633"/>
              </a:buClr>
              <a:buSzPct val="45000"/>
              <a:buFont typeface="Wingdings" pitchFamily="2"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400" dirty="0" smtClean="0"/>
              <a:t>A multiplexer routes (or connects) the selected data input to the output.</a:t>
            </a:r>
          </a:p>
          <a:p>
            <a:pPr marL="1566743" lvl="1" indent="-519848" eaLnBrk="1">
              <a:buClr>
                <a:srgbClr val="FF6633"/>
              </a:buClr>
              <a:buSzPct val="75000"/>
              <a:buFont typeface="Symbol" pitchFamily="18"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dirty="0" smtClean="0"/>
              <a:t>The value of the control inputs determines the data input that is selected.</a:t>
            </a:r>
          </a:p>
        </p:txBody>
      </p:sp>
    </p:spTree>
    <p:extLst>
      <p:ext uri="{BB962C8B-B14F-4D97-AF65-F5344CB8AC3E}">
        <p14:creationId xmlns:p14="http://schemas.microsoft.com/office/powerpoint/2010/main" val="92264129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2945" tIns="41473" rIns="82945" bIns="41473"/>
          <a:lstStyle>
            <a:lvl1pPr eaLnBrk="0">
              <a:tabLst>
                <a:tab pos="656650" algn="l"/>
                <a:tab pos="1313299" algn="l"/>
                <a:tab pos="1969949" algn="l"/>
              </a:tabLst>
              <a:defRPr>
                <a:solidFill>
                  <a:schemeClr val="tx1"/>
                </a:solidFill>
                <a:latin typeface="Arial" pitchFamily="34" charset="0"/>
                <a:cs typeface="Lucida Sans Unicode" pitchFamily="34" charset="0"/>
              </a:defRPr>
            </a:lvl1pPr>
            <a:lvl2pPr eaLnBrk="0">
              <a:tabLst>
                <a:tab pos="656650" algn="l"/>
                <a:tab pos="1313299" algn="l"/>
                <a:tab pos="1969949" algn="l"/>
              </a:tabLst>
              <a:defRPr>
                <a:solidFill>
                  <a:schemeClr val="tx1"/>
                </a:solidFill>
                <a:latin typeface="Arial" pitchFamily="34" charset="0"/>
                <a:cs typeface="Lucida Sans Unicode" pitchFamily="34" charset="0"/>
              </a:defRPr>
            </a:lvl2pPr>
            <a:lvl3pPr eaLnBrk="0">
              <a:tabLst>
                <a:tab pos="656650" algn="l"/>
                <a:tab pos="1313299" algn="l"/>
                <a:tab pos="1969949" algn="l"/>
              </a:tabLst>
              <a:defRPr>
                <a:solidFill>
                  <a:schemeClr val="tx1"/>
                </a:solidFill>
                <a:latin typeface="Arial" pitchFamily="34" charset="0"/>
                <a:cs typeface="Lucida Sans Unicode" pitchFamily="34" charset="0"/>
              </a:defRPr>
            </a:lvl3pPr>
            <a:lvl4pPr eaLnBrk="0">
              <a:tabLst>
                <a:tab pos="656650" algn="l"/>
                <a:tab pos="1313299" algn="l"/>
                <a:tab pos="1969949" algn="l"/>
              </a:tabLst>
              <a:defRPr>
                <a:solidFill>
                  <a:schemeClr val="tx1"/>
                </a:solidFill>
                <a:latin typeface="Arial" pitchFamily="34" charset="0"/>
                <a:cs typeface="Lucida Sans Unicode" pitchFamily="34" charset="0"/>
              </a:defRPr>
            </a:lvl4pPr>
            <a:lvl5pPr eaLnBrk="0">
              <a:tabLst>
                <a:tab pos="656650" algn="l"/>
                <a:tab pos="1313299" algn="l"/>
                <a:tab pos="1969949" algn="l"/>
              </a:tabLst>
              <a:defRPr>
                <a:solidFill>
                  <a:schemeClr val="tx1"/>
                </a:solidFill>
                <a:latin typeface="Arial" pitchFamily="34" charset="0"/>
                <a:cs typeface="Lucida Sans Unicode" pitchFamily="34" charset="0"/>
              </a:defRPr>
            </a:lvl5pPr>
            <a:lvl6pPr marL="2280994"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6pPr>
            <a:lvl7pPr marL="2695720"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7pPr>
            <a:lvl8pPr marL="3110446"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8pPr>
            <a:lvl9pPr marL="3525172"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9pPr>
          </a:lstStyle>
          <a:p>
            <a:pPr eaLnBrk="1">
              <a:buFont typeface="Times New Roman" pitchFamily="18" charset="0"/>
              <a:buNone/>
            </a:pPr>
            <a:fld id="{8D1045DD-69C1-4667-B4BE-AE7FDBAB4A87}" type="slidenum">
              <a:rPr lang="en-US" smtClean="0">
                <a:solidFill>
                  <a:srgbClr val="000000"/>
                </a:solidFill>
                <a:latin typeface="Times New Roman" pitchFamily="18" charset="0"/>
              </a:rPr>
              <a:pPr eaLnBrk="1">
                <a:buFont typeface="Times New Roman" pitchFamily="18" charset="0"/>
                <a:buNone/>
              </a:pPr>
              <a:t>31</a:t>
            </a:fld>
            <a:endParaRPr lang="en-US" smtClean="0">
              <a:solidFill>
                <a:srgbClr val="000000"/>
              </a:solidFill>
              <a:latin typeface="Times New Roman" pitchFamily="18" charset="0"/>
            </a:endParaRPr>
          </a:p>
        </p:txBody>
      </p:sp>
      <p:sp>
        <p:nvSpPr>
          <p:cNvPr id="7173" name="Rectangle 1"/>
          <p:cNvSpPr>
            <a:spLocks noGrp="1" noChangeArrowheads="1"/>
          </p:cNvSpPr>
          <p:nvPr>
            <p:ph type="title"/>
          </p:nvPr>
        </p:nvSpPr>
        <p:spPr>
          <a:xfrm>
            <a:off x="456481" y="273629"/>
            <a:ext cx="8228160" cy="1144921"/>
          </a:xfrm>
        </p:spPr>
        <p:txBody>
          <a:bodyPr lIns="82945" tIns="35203" rIns="82945" bIns="41473"/>
          <a:lstStyle/>
          <a:p>
            <a:pPr eaLnBrk="1">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mtClean="0"/>
              <a:t>Multiplexers</a:t>
            </a:r>
          </a:p>
        </p:txBody>
      </p:sp>
      <p:pic>
        <p:nvPicPr>
          <p:cNvPr id="71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880" y="1751224"/>
            <a:ext cx="7410240" cy="3031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7175" name="Text Box 3"/>
          <p:cNvSpPr txBox="1">
            <a:spLocks noChangeArrowheads="1"/>
          </p:cNvSpPr>
          <p:nvPr/>
        </p:nvSpPr>
        <p:spPr bwMode="auto">
          <a:xfrm>
            <a:off x="3510720" y="4853310"/>
            <a:ext cx="2374560" cy="47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1639" tIns="42452" rIns="81639" bIns="42452">
            <a:spAutoFit/>
          </a:bodyPr>
          <a:lstStyle>
            <a:lvl1pPr eaLnBrk="0">
              <a:tabLst>
                <a:tab pos="723900" algn="l"/>
                <a:tab pos="1447800" algn="l"/>
                <a:tab pos="2171700" algn="l"/>
              </a:tabLst>
              <a:defRPr>
                <a:solidFill>
                  <a:schemeClr val="tx1"/>
                </a:solidFill>
                <a:latin typeface="Arial" pitchFamily="34" charset="0"/>
                <a:cs typeface="Lucida Sans Unicode" pitchFamily="34" charset="0"/>
              </a:defRPr>
            </a:lvl1pPr>
            <a:lvl2pPr eaLnBrk="0">
              <a:tabLst>
                <a:tab pos="723900" algn="l"/>
                <a:tab pos="1447800" algn="l"/>
                <a:tab pos="2171700" algn="l"/>
              </a:tabLst>
              <a:defRPr>
                <a:solidFill>
                  <a:schemeClr val="tx1"/>
                </a:solidFill>
                <a:latin typeface="Arial" pitchFamily="34" charset="0"/>
                <a:cs typeface="Lucida Sans Unicode" pitchFamily="34" charset="0"/>
              </a:defRPr>
            </a:lvl2pPr>
            <a:lvl3pPr eaLnBrk="0">
              <a:tabLst>
                <a:tab pos="723900" algn="l"/>
                <a:tab pos="1447800" algn="l"/>
                <a:tab pos="2171700" algn="l"/>
              </a:tabLst>
              <a:defRPr>
                <a:solidFill>
                  <a:schemeClr val="tx1"/>
                </a:solidFill>
                <a:latin typeface="Arial" pitchFamily="34" charset="0"/>
                <a:cs typeface="Lucida Sans Unicode" pitchFamily="34" charset="0"/>
              </a:defRPr>
            </a:lvl3pPr>
            <a:lvl4pPr eaLnBrk="0">
              <a:tabLst>
                <a:tab pos="723900" algn="l"/>
                <a:tab pos="1447800" algn="l"/>
                <a:tab pos="2171700" algn="l"/>
              </a:tabLst>
              <a:defRPr>
                <a:solidFill>
                  <a:schemeClr val="tx1"/>
                </a:solidFill>
                <a:latin typeface="Arial" pitchFamily="34" charset="0"/>
                <a:cs typeface="Lucida Sans Unicode" pitchFamily="34" charset="0"/>
              </a:defRPr>
            </a:lvl4pPr>
            <a:lvl5pPr eaLnBrk="0">
              <a:tabLst>
                <a:tab pos="723900" algn="l"/>
                <a:tab pos="1447800" algn="l"/>
                <a:tab pos="2171700" algn="l"/>
              </a:tabLst>
              <a:defRPr>
                <a:solidFill>
                  <a:schemeClr val="tx1"/>
                </a:solidFill>
                <a:latin typeface="Arial"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Lst>
              <a:defRPr>
                <a:solidFill>
                  <a:schemeClr val="tx1"/>
                </a:solidFill>
                <a:latin typeface="Arial"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Lst>
              <a:defRPr>
                <a:solidFill>
                  <a:schemeClr val="tx1"/>
                </a:solidFill>
                <a:latin typeface="Arial"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Lst>
              <a:defRPr>
                <a:solidFill>
                  <a:schemeClr val="tx1"/>
                </a:solidFill>
                <a:latin typeface="Arial"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 pos="1447800" algn="l"/>
                <a:tab pos="2171700" algn="l"/>
              </a:tabLst>
              <a:defRPr>
                <a:solidFill>
                  <a:schemeClr val="tx1"/>
                </a:solidFill>
                <a:latin typeface="Arial" pitchFamily="34" charset="0"/>
                <a:cs typeface="Lucida Sans Unicode" pitchFamily="34" charset="0"/>
              </a:defRPr>
            </a:lvl9pPr>
          </a:lstStyle>
          <a:p>
            <a:pPr eaLnBrk="1">
              <a:lnSpc>
                <a:spcPct val="100000"/>
              </a:lnSpc>
              <a:spcBef>
                <a:spcPts val="1361"/>
              </a:spcBef>
            </a:pPr>
            <a:r>
              <a:rPr lang="en-US" sz="2500" b="1">
                <a:solidFill>
                  <a:srgbClr val="663300"/>
                </a:solidFill>
                <a:latin typeface="Times New Roman" pitchFamily="18" charset="0"/>
                <a:cs typeface="Arial" pitchFamily="34" charset="0"/>
              </a:rPr>
              <a:t>Z = A′.I</a:t>
            </a:r>
            <a:r>
              <a:rPr lang="en-US" sz="2500" b="1" baseline="-25000">
                <a:solidFill>
                  <a:srgbClr val="663300"/>
                </a:solidFill>
                <a:latin typeface="Times New Roman" pitchFamily="18" charset="0"/>
                <a:cs typeface="Arial" pitchFamily="34" charset="0"/>
              </a:rPr>
              <a:t>0</a:t>
            </a:r>
            <a:r>
              <a:rPr lang="en-US" sz="2500" b="1">
                <a:solidFill>
                  <a:srgbClr val="663300"/>
                </a:solidFill>
                <a:latin typeface="Times New Roman" pitchFamily="18" charset="0"/>
                <a:cs typeface="Arial" pitchFamily="34" charset="0"/>
              </a:rPr>
              <a:t> + A.I</a:t>
            </a:r>
            <a:r>
              <a:rPr lang="en-US" sz="2500" b="1" baseline="-25000">
                <a:solidFill>
                  <a:srgbClr val="663300"/>
                </a:solidFill>
                <a:latin typeface="Times New Roman" pitchFamily="18" charset="0"/>
                <a:cs typeface="Arial" pitchFamily="34" charset="0"/>
              </a:rPr>
              <a:t>1</a:t>
            </a:r>
          </a:p>
        </p:txBody>
      </p:sp>
      <p:sp>
        <p:nvSpPr>
          <p:cNvPr id="7176" name="Text Box 4"/>
          <p:cNvSpPr txBox="1">
            <a:spLocks noChangeArrowheads="1"/>
          </p:cNvSpPr>
          <p:nvPr/>
        </p:nvSpPr>
        <p:spPr bwMode="auto">
          <a:xfrm>
            <a:off x="622080" y="4486072"/>
            <a:ext cx="728640" cy="601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1639" tIns="52249" rIns="81639" bIns="40820"/>
          <a:lstStyle>
            <a:lvl1pPr eaLnBrk="0">
              <a:tabLst>
                <a:tab pos="723900" algn="l"/>
              </a:tabLst>
              <a:defRPr>
                <a:solidFill>
                  <a:schemeClr val="tx1"/>
                </a:solidFill>
                <a:latin typeface="Arial" pitchFamily="34" charset="0"/>
                <a:cs typeface="Lucida Sans Unicode" pitchFamily="34" charset="0"/>
              </a:defRPr>
            </a:lvl1pPr>
            <a:lvl2pPr eaLnBrk="0">
              <a:tabLst>
                <a:tab pos="723900" algn="l"/>
              </a:tabLst>
              <a:defRPr>
                <a:solidFill>
                  <a:schemeClr val="tx1"/>
                </a:solidFill>
                <a:latin typeface="Arial" pitchFamily="34" charset="0"/>
                <a:cs typeface="Lucida Sans Unicode" pitchFamily="34" charset="0"/>
              </a:defRPr>
            </a:lvl2pPr>
            <a:lvl3pPr eaLnBrk="0">
              <a:tabLst>
                <a:tab pos="723900" algn="l"/>
              </a:tabLst>
              <a:defRPr>
                <a:solidFill>
                  <a:schemeClr val="tx1"/>
                </a:solidFill>
                <a:latin typeface="Arial" pitchFamily="34" charset="0"/>
                <a:cs typeface="Lucida Sans Unicode" pitchFamily="34" charset="0"/>
              </a:defRPr>
            </a:lvl3pPr>
            <a:lvl4pPr eaLnBrk="0">
              <a:tabLst>
                <a:tab pos="723900" algn="l"/>
              </a:tabLst>
              <a:defRPr>
                <a:solidFill>
                  <a:schemeClr val="tx1"/>
                </a:solidFill>
                <a:latin typeface="Arial" pitchFamily="34" charset="0"/>
                <a:cs typeface="Lucida Sans Unicode" pitchFamily="34" charset="0"/>
              </a:defRPr>
            </a:lvl4pPr>
            <a:lvl5pPr eaLnBrk="0">
              <a:tabLst>
                <a:tab pos="723900" algn="l"/>
              </a:tabLst>
              <a:defRPr>
                <a:solidFill>
                  <a:schemeClr val="tx1"/>
                </a:solidFill>
                <a:latin typeface="Arial"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Lst>
              <a:defRPr>
                <a:solidFill>
                  <a:schemeClr val="tx1"/>
                </a:solidFill>
                <a:latin typeface="Arial"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Lst>
              <a:defRPr>
                <a:solidFill>
                  <a:schemeClr val="tx1"/>
                </a:solidFill>
                <a:latin typeface="Arial"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Lst>
              <a:defRPr>
                <a:solidFill>
                  <a:schemeClr val="tx1"/>
                </a:solidFill>
                <a:latin typeface="Arial"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Lst>
              <a:defRPr>
                <a:solidFill>
                  <a:schemeClr val="tx1"/>
                </a:solidFill>
                <a:latin typeface="Arial" pitchFamily="34" charset="0"/>
                <a:cs typeface="Lucida Sans Unicode" pitchFamily="34" charset="0"/>
              </a:defRPr>
            </a:lvl9pPr>
          </a:lstStyle>
          <a:p>
            <a:pPr algn="ctr" eaLnBrk="1">
              <a:lnSpc>
                <a:spcPct val="95000"/>
              </a:lnSpc>
            </a:pPr>
            <a:r>
              <a:rPr lang="en-US">
                <a:solidFill>
                  <a:srgbClr val="008000"/>
                </a:solidFill>
                <a:latin typeface="Times New Roman" pitchFamily="18" charset="0"/>
              </a:rPr>
              <a:t>Data</a:t>
            </a:r>
          </a:p>
          <a:p>
            <a:pPr algn="ctr" eaLnBrk="1">
              <a:lnSpc>
                <a:spcPct val="95000"/>
              </a:lnSpc>
            </a:pPr>
            <a:r>
              <a:rPr lang="en-US">
                <a:solidFill>
                  <a:srgbClr val="008000"/>
                </a:solidFill>
                <a:latin typeface="Times New Roman" pitchFamily="18" charset="0"/>
              </a:rPr>
              <a:t>inputs</a:t>
            </a:r>
          </a:p>
        </p:txBody>
      </p:sp>
      <p:sp>
        <p:nvSpPr>
          <p:cNvPr id="7177" name="Line 5"/>
          <p:cNvSpPr>
            <a:spLocks noChangeShapeType="1"/>
          </p:cNvSpPr>
          <p:nvPr/>
        </p:nvSpPr>
        <p:spPr bwMode="auto">
          <a:xfrm flipV="1">
            <a:off x="927360" y="3655104"/>
            <a:ext cx="1440" cy="832407"/>
          </a:xfrm>
          <a:prstGeom prst="line">
            <a:avLst/>
          </a:prstGeom>
          <a:noFill/>
          <a:ln w="9525">
            <a:solidFill>
              <a:srgbClr val="008000"/>
            </a:solidFill>
            <a:round/>
            <a:headEnd/>
            <a:tailEnd type="triangle" w="med" len="med"/>
          </a:ln>
          <a:extLst>
            <a:ext uri="{909E8E84-426E-40DD-AFC4-6F175D3DCCD1}">
              <a14:hiddenFill xmlns:a14="http://schemas.microsoft.com/office/drawing/2010/main">
                <a:noFill/>
              </a14:hiddenFill>
            </a:ext>
          </a:extLst>
        </p:spPr>
        <p:txBody>
          <a:bodyPr lIns="82945" tIns="41473" rIns="82945" bIns="41473"/>
          <a:lstStyle/>
          <a:p>
            <a:endParaRPr lang="en-US"/>
          </a:p>
        </p:txBody>
      </p:sp>
      <p:sp>
        <p:nvSpPr>
          <p:cNvPr id="7178" name="Text Box 6"/>
          <p:cNvSpPr txBox="1">
            <a:spLocks noChangeArrowheads="1"/>
          </p:cNvSpPr>
          <p:nvPr/>
        </p:nvSpPr>
        <p:spPr bwMode="auto">
          <a:xfrm>
            <a:off x="1386720" y="5139901"/>
            <a:ext cx="869760" cy="601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1639" tIns="52249" rIns="81639" bIns="40820"/>
          <a:lstStyle>
            <a:lvl1pPr eaLnBrk="0">
              <a:tabLst>
                <a:tab pos="723900" algn="l"/>
              </a:tabLst>
              <a:defRPr>
                <a:solidFill>
                  <a:schemeClr val="tx1"/>
                </a:solidFill>
                <a:latin typeface="Arial" pitchFamily="34" charset="0"/>
                <a:cs typeface="Lucida Sans Unicode" pitchFamily="34" charset="0"/>
              </a:defRPr>
            </a:lvl1pPr>
            <a:lvl2pPr eaLnBrk="0">
              <a:tabLst>
                <a:tab pos="723900" algn="l"/>
              </a:tabLst>
              <a:defRPr>
                <a:solidFill>
                  <a:schemeClr val="tx1"/>
                </a:solidFill>
                <a:latin typeface="Arial" pitchFamily="34" charset="0"/>
                <a:cs typeface="Lucida Sans Unicode" pitchFamily="34" charset="0"/>
              </a:defRPr>
            </a:lvl2pPr>
            <a:lvl3pPr eaLnBrk="0">
              <a:tabLst>
                <a:tab pos="723900" algn="l"/>
              </a:tabLst>
              <a:defRPr>
                <a:solidFill>
                  <a:schemeClr val="tx1"/>
                </a:solidFill>
                <a:latin typeface="Arial" pitchFamily="34" charset="0"/>
                <a:cs typeface="Lucida Sans Unicode" pitchFamily="34" charset="0"/>
              </a:defRPr>
            </a:lvl3pPr>
            <a:lvl4pPr eaLnBrk="0">
              <a:tabLst>
                <a:tab pos="723900" algn="l"/>
              </a:tabLst>
              <a:defRPr>
                <a:solidFill>
                  <a:schemeClr val="tx1"/>
                </a:solidFill>
                <a:latin typeface="Arial" pitchFamily="34" charset="0"/>
                <a:cs typeface="Lucida Sans Unicode" pitchFamily="34" charset="0"/>
              </a:defRPr>
            </a:lvl4pPr>
            <a:lvl5pPr eaLnBrk="0">
              <a:tabLst>
                <a:tab pos="723900" algn="l"/>
              </a:tabLst>
              <a:defRPr>
                <a:solidFill>
                  <a:schemeClr val="tx1"/>
                </a:solidFill>
                <a:latin typeface="Arial"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Lst>
              <a:defRPr>
                <a:solidFill>
                  <a:schemeClr val="tx1"/>
                </a:solidFill>
                <a:latin typeface="Arial"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Lst>
              <a:defRPr>
                <a:solidFill>
                  <a:schemeClr val="tx1"/>
                </a:solidFill>
                <a:latin typeface="Arial"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Lst>
              <a:defRPr>
                <a:solidFill>
                  <a:schemeClr val="tx1"/>
                </a:solidFill>
                <a:latin typeface="Arial"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723900" algn="l"/>
              </a:tabLst>
              <a:defRPr>
                <a:solidFill>
                  <a:schemeClr val="tx1"/>
                </a:solidFill>
                <a:latin typeface="Arial" pitchFamily="34" charset="0"/>
                <a:cs typeface="Lucida Sans Unicode" pitchFamily="34" charset="0"/>
              </a:defRPr>
            </a:lvl9pPr>
          </a:lstStyle>
          <a:p>
            <a:pPr algn="ctr" eaLnBrk="1">
              <a:lnSpc>
                <a:spcPct val="95000"/>
              </a:lnSpc>
            </a:pPr>
            <a:r>
              <a:rPr lang="en-US">
                <a:solidFill>
                  <a:srgbClr val="0000FF"/>
                </a:solidFill>
                <a:latin typeface="Times New Roman" pitchFamily="18" charset="0"/>
              </a:rPr>
              <a:t>Control</a:t>
            </a:r>
          </a:p>
          <a:p>
            <a:pPr algn="ctr" eaLnBrk="1">
              <a:lnSpc>
                <a:spcPct val="95000"/>
              </a:lnSpc>
            </a:pPr>
            <a:r>
              <a:rPr lang="en-US">
                <a:solidFill>
                  <a:srgbClr val="0000FF"/>
                </a:solidFill>
                <a:latin typeface="Times New Roman" pitchFamily="18" charset="0"/>
              </a:rPr>
              <a:t>input</a:t>
            </a:r>
          </a:p>
        </p:txBody>
      </p:sp>
      <p:sp>
        <p:nvSpPr>
          <p:cNvPr id="7179" name="Line 7"/>
          <p:cNvSpPr>
            <a:spLocks noChangeShapeType="1"/>
          </p:cNvSpPr>
          <p:nvPr/>
        </p:nvSpPr>
        <p:spPr bwMode="auto">
          <a:xfrm flipV="1">
            <a:off x="2040480" y="4735218"/>
            <a:ext cx="414720" cy="417644"/>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lIns="82945" tIns="41473" rIns="82945" bIns="41473"/>
          <a:lstStyle/>
          <a:p>
            <a:endParaRPr lang="en-US"/>
          </a:p>
        </p:txBody>
      </p:sp>
    </p:spTree>
    <p:extLst>
      <p:ext uri="{BB962C8B-B14F-4D97-AF65-F5344CB8AC3E}">
        <p14:creationId xmlns:p14="http://schemas.microsoft.com/office/powerpoint/2010/main" val="333583446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Title 521217"/>
          <p:cNvSpPr>
            <a:spLocks noGrp="1"/>
          </p:cNvSpPr>
          <p:nvPr>
            <p:ph type="title"/>
          </p:nvPr>
        </p:nvSpPr>
        <p:spPr/>
        <p:txBody>
          <a:bodyPr lIns="63500" tIns="25400" rIns="63500" bIns="25400">
            <a:spAutoFit/>
          </a:bodyPr>
          <a:lstStyle/>
          <a:p>
            <a:r>
              <a:t>Multiplexers</a:t>
            </a:r>
          </a:p>
        </p:txBody>
      </p:sp>
      <p:grpSp>
        <p:nvGrpSpPr>
          <p:cNvPr id="521233" name="Group 521232"/>
          <p:cNvGrpSpPr/>
          <p:nvPr/>
        </p:nvGrpSpPr>
        <p:grpSpPr>
          <a:xfrm>
            <a:off x="5832475" y="4329113"/>
            <a:ext cx="2881313" cy="2160587"/>
            <a:chOff x="2993" y="2727"/>
            <a:chExt cx="1815" cy="1361"/>
          </a:xfrm>
        </p:grpSpPr>
        <p:sp>
          <p:nvSpPr>
            <p:cNvPr id="521222" name="Rounded Rectangle 521221"/>
            <p:cNvSpPr/>
            <p:nvPr/>
          </p:nvSpPr>
          <p:spPr>
            <a:xfrm flipH="1">
              <a:off x="3334" y="2727"/>
              <a:ext cx="1134" cy="1134"/>
            </a:xfrm>
            <a:prstGeom prst="roundRect">
              <a:avLst>
                <a:gd name="adj" fmla="val 16667"/>
              </a:avLst>
            </a:prstGeom>
            <a:solidFill>
              <a:srgbClr val="FFFF00"/>
            </a:solidFill>
            <a:ln w="28575" cap="flat" cmpd="sng">
              <a:solidFill>
                <a:srgbClr val="008000"/>
              </a:solidFill>
              <a:prstDash val="solid"/>
              <a:headEnd type="none" w="med" len="med"/>
              <a:tailEnd type="none" w="med" len="med"/>
            </a:ln>
          </p:spPr>
          <p:txBody>
            <a:bodyPr wrap="none" lIns="0" tIns="0" rIns="0" bIns="0" anchor="ctr" anchorCtr="1"/>
            <a:lstStyle/>
            <a:p>
              <a:pPr>
                <a:buClr>
                  <a:schemeClr val="bg1"/>
                </a:buClr>
              </a:pPr>
              <a:r>
                <a:rPr sz="2400" b="1">
                  <a:solidFill>
                    <a:schemeClr val="accent1"/>
                  </a:solidFill>
                  <a:latin typeface="Times New Roman" panose="02020603050405020304" pitchFamily="18" charset="0"/>
                  <a:cs typeface="Times New Roman" panose="02020603050405020304" pitchFamily="18" charset="0"/>
                </a:rPr>
                <a:t>MUX</a:t>
              </a:r>
              <a:endParaRPr sz="2400" b="1">
                <a:solidFill>
                  <a:schemeClr val="accent1"/>
                </a:solidFill>
                <a:latin typeface="Times New Roman" panose="02020603050405020304" pitchFamily="18" charset="0"/>
                <a:ea typeface="Times New Roman" panose="02020603050405020304" pitchFamily="18" charset="0"/>
              </a:endParaRPr>
            </a:p>
          </p:txBody>
        </p:sp>
        <p:sp>
          <p:nvSpPr>
            <p:cNvPr id="521223" name="Straight Connector 521222"/>
            <p:cNvSpPr/>
            <p:nvPr/>
          </p:nvSpPr>
          <p:spPr>
            <a:xfrm rot="-5400000">
              <a:off x="3900" y="3974"/>
              <a:ext cx="227" cy="0"/>
            </a:xfrm>
            <a:prstGeom prst="line">
              <a:avLst/>
            </a:prstGeom>
            <a:ln w="38100" cap="flat" cmpd="sng">
              <a:solidFill>
                <a:schemeClr val="accent2"/>
              </a:solidFill>
              <a:prstDash val="solid"/>
              <a:headEnd type="none" w="med" len="med"/>
              <a:tailEnd type="none" w="med" len="med"/>
            </a:ln>
          </p:spPr>
        </p:sp>
        <p:sp>
          <p:nvSpPr>
            <p:cNvPr id="521224" name="Straight Connector 521223"/>
            <p:cNvSpPr/>
            <p:nvPr/>
          </p:nvSpPr>
          <p:spPr>
            <a:xfrm rot="-5400000">
              <a:off x="3673" y="3974"/>
              <a:ext cx="227" cy="0"/>
            </a:xfrm>
            <a:prstGeom prst="line">
              <a:avLst/>
            </a:prstGeom>
            <a:ln w="38100" cap="flat" cmpd="sng">
              <a:solidFill>
                <a:schemeClr val="accent2"/>
              </a:solidFill>
              <a:prstDash val="solid"/>
              <a:headEnd type="none" w="med" len="med"/>
              <a:tailEnd type="none" w="med" len="med"/>
            </a:ln>
          </p:spPr>
        </p:sp>
        <p:sp>
          <p:nvSpPr>
            <p:cNvPr id="521225" name="Text Box 521224"/>
            <p:cNvSpPr txBox="1"/>
            <p:nvPr/>
          </p:nvSpPr>
          <p:spPr>
            <a:xfrm>
              <a:off x="4240" y="3177"/>
              <a:ext cx="226" cy="230"/>
            </a:xfrm>
            <a:prstGeom prst="rect">
              <a:avLst/>
            </a:prstGeom>
            <a:noFill/>
            <a:ln w="28575">
              <a:noFill/>
            </a:ln>
          </p:spPr>
          <p:txBody>
            <a:bodyPr lIns="0" tIns="0" rIns="0" bIns="0">
              <a:spAutoFit/>
            </a:bodyPr>
            <a:lstStyle/>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endParaRPr sz="2400" b="1" i="1" baseline="-25000">
                <a:latin typeface="Times New Roman" panose="02020603050405020304" pitchFamily="18" charset="0"/>
                <a:ea typeface="Times New Roman" panose="02020603050405020304" pitchFamily="18" charset="0"/>
              </a:endParaRPr>
            </a:p>
          </p:txBody>
        </p:sp>
        <p:sp>
          <p:nvSpPr>
            <p:cNvPr id="521226" name="Straight Connector 521225"/>
            <p:cNvSpPr/>
            <p:nvPr/>
          </p:nvSpPr>
          <p:spPr>
            <a:xfrm>
              <a:off x="2993" y="2954"/>
              <a:ext cx="341" cy="0"/>
            </a:xfrm>
            <a:prstGeom prst="line">
              <a:avLst/>
            </a:prstGeom>
            <a:ln w="38100" cap="flat" cmpd="sng">
              <a:solidFill>
                <a:schemeClr val="accent2"/>
              </a:solidFill>
              <a:prstDash val="solid"/>
              <a:headEnd type="none" w="med" len="med"/>
              <a:tailEnd type="none" w="med" len="med"/>
            </a:ln>
          </p:spPr>
        </p:sp>
        <p:sp>
          <p:nvSpPr>
            <p:cNvPr id="521227" name="Text Box 521226"/>
            <p:cNvSpPr txBox="1"/>
            <p:nvPr/>
          </p:nvSpPr>
          <p:spPr>
            <a:xfrm>
              <a:off x="3333" y="2815"/>
              <a:ext cx="226" cy="920"/>
            </a:xfrm>
            <a:prstGeom prst="rect">
              <a:avLst/>
            </a:prstGeom>
            <a:noFill/>
            <a:ln w="28575">
              <a:noFill/>
            </a:ln>
          </p:spPr>
          <p:txBody>
            <a:bodyPr lIns="0" tIns="0" rIns="0" bIns="0">
              <a:spAutoFit/>
            </a:bodyPr>
            <a:lstStyle/>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0</a:t>
              </a:r>
            </a:p>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1</a:t>
              </a:r>
            </a:p>
            <a:p>
              <a:pPr algn="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2</a:t>
              </a:r>
            </a:p>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3</a:t>
              </a:r>
              <a:endParaRPr sz="2400" b="1" i="1" baseline="-25000">
                <a:latin typeface="Times New Roman" panose="02020603050405020304" pitchFamily="18" charset="0"/>
                <a:ea typeface="Times New Roman" panose="02020603050405020304" pitchFamily="18" charset="0"/>
              </a:endParaRPr>
            </a:p>
          </p:txBody>
        </p:sp>
        <p:sp>
          <p:nvSpPr>
            <p:cNvPr id="521228" name="Straight Connector 521227"/>
            <p:cNvSpPr/>
            <p:nvPr/>
          </p:nvSpPr>
          <p:spPr>
            <a:xfrm>
              <a:off x="2993" y="3181"/>
              <a:ext cx="341" cy="0"/>
            </a:xfrm>
            <a:prstGeom prst="line">
              <a:avLst/>
            </a:prstGeom>
            <a:ln w="38100" cap="flat" cmpd="sng">
              <a:solidFill>
                <a:schemeClr val="accent2"/>
              </a:solidFill>
              <a:prstDash val="solid"/>
              <a:headEnd type="none" w="med" len="med"/>
              <a:tailEnd type="none" w="med" len="med"/>
            </a:ln>
          </p:spPr>
        </p:sp>
        <p:sp>
          <p:nvSpPr>
            <p:cNvPr id="521229" name="Straight Connector 521228"/>
            <p:cNvSpPr/>
            <p:nvPr/>
          </p:nvSpPr>
          <p:spPr>
            <a:xfrm>
              <a:off x="2993" y="3408"/>
              <a:ext cx="341" cy="0"/>
            </a:xfrm>
            <a:prstGeom prst="line">
              <a:avLst/>
            </a:prstGeom>
            <a:ln w="38100" cap="flat" cmpd="sng">
              <a:solidFill>
                <a:schemeClr val="accent2"/>
              </a:solidFill>
              <a:prstDash val="solid"/>
              <a:headEnd type="none" w="med" len="med"/>
              <a:tailEnd type="none" w="med" len="med"/>
            </a:ln>
          </p:spPr>
        </p:sp>
        <p:sp>
          <p:nvSpPr>
            <p:cNvPr id="521230" name="Straight Connector 521229"/>
            <p:cNvSpPr/>
            <p:nvPr/>
          </p:nvSpPr>
          <p:spPr>
            <a:xfrm>
              <a:off x="2993" y="3635"/>
              <a:ext cx="341" cy="0"/>
            </a:xfrm>
            <a:prstGeom prst="line">
              <a:avLst/>
            </a:prstGeom>
            <a:ln w="38100" cap="flat" cmpd="sng">
              <a:solidFill>
                <a:schemeClr val="accent2"/>
              </a:solidFill>
              <a:prstDash val="solid"/>
              <a:headEnd type="none" w="med" len="med"/>
              <a:tailEnd type="none" w="med" len="med"/>
            </a:ln>
          </p:spPr>
        </p:sp>
        <p:sp>
          <p:nvSpPr>
            <p:cNvPr id="521231" name="Straight Connector 521230"/>
            <p:cNvSpPr/>
            <p:nvPr/>
          </p:nvSpPr>
          <p:spPr>
            <a:xfrm>
              <a:off x="4467" y="3294"/>
              <a:ext cx="341" cy="0"/>
            </a:xfrm>
            <a:prstGeom prst="line">
              <a:avLst/>
            </a:prstGeom>
            <a:ln w="38100" cap="flat" cmpd="sng">
              <a:solidFill>
                <a:schemeClr val="accent2"/>
              </a:solidFill>
              <a:prstDash val="solid"/>
              <a:headEnd type="none" w="med" len="med"/>
              <a:tailEnd type="none" w="med" len="med"/>
            </a:ln>
          </p:spPr>
        </p:sp>
        <p:sp>
          <p:nvSpPr>
            <p:cNvPr id="521232" name="Text Box 521231"/>
            <p:cNvSpPr txBox="1"/>
            <p:nvPr/>
          </p:nvSpPr>
          <p:spPr>
            <a:xfrm>
              <a:off x="3674" y="3634"/>
              <a:ext cx="567" cy="230"/>
            </a:xfrm>
            <a:prstGeom prst="rect">
              <a:avLst/>
            </a:prstGeom>
            <a:noFill/>
            <a:ln w="28575">
              <a:noFill/>
            </a:ln>
          </p:spPr>
          <p:txBody>
            <a:bodyPr lIns="0" tIns="0" rIns="0" bIns="0">
              <a:spAutoFit/>
            </a:bodyPr>
            <a:lstStyle/>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S</a:t>
              </a:r>
              <a:r>
                <a:rPr sz="2400" b="1" i="1" baseline="-25000">
                  <a:latin typeface="Times New Roman" panose="02020603050405020304" pitchFamily="18" charset="0"/>
                  <a:cs typeface="Times New Roman" panose="02020603050405020304" pitchFamily="18" charset="0"/>
                </a:rPr>
                <a:t>1</a:t>
              </a:r>
              <a:r>
                <a:rPr sz="2400" b="1" i="1">
                  <a:latin typeface="Times New Roman" panose="02020603050405020304" pitchFamily="18" charset="0"/>
                  <a:cs typeface="Times New Roman" panose="02020603050405020304" pitchFamily="18" charset="0"/>
                </a:rPr>
                <a:t> S</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grpSp>
      <p:graphicFrame>
        <p:nvGraphicFramePr>
          <p:cNvPr id="521235" name="Object 521234"/>
          <p:cNvGraphicFramePr/>
          <p:nvPr/>
        </p:nvGraphicFramePr>
        <p:xfrm>
          <a:off x="792163" y="1089025"/>
          <a:ext cx="5580062" cy="3384550"/>
        </p:xfrm>
        <a:graphic>
          <a:graphicData uri="http://schemas.openxmlformats.org/presentationml/2006/ole">
            <mc:AlternateContent xmlns:mc="http://schemas.openxmlformats.org/markup-compatibility/2006">
              <mc:Choice xmlns:v="urn:schemas-microsoft-com:vml" Requires="v">
                <p:oleObj spid="_x0000_s32807" r:id="rId4" imgW="4037330" imgH="2447925" progId="Visio.Drawing.11">
                  <p:embed/>
                </p:oleObj>
              </mc:Choice>
              <mc:Fallback>
                <p:oleObj r:id="rId4" imgW="4037330" imgH="2447925" progId="Visio.Drawing.11">
                  <p:embed/>
                  <p:pic>
                    <p:nvPicPr>
                      <p:cNvPr id="0" name="Picture 3075"/>
                      <p:cNvPicPr/>
                      <p:nvPr/>
                    </p:nvPicPr>
                    <p:blipFill>
                      <a:blip r:embed="rId5"/>
                      <a:stretch>
                        <a:fillRect/>
                      </a:stretch>
                    </p:blipFill>
                    <p:spPr>
                      <a:xfrm>
                        <a:off x="792163" y="1089025"/>
                        <a:ext cx="5580062" cy="3384550"/>
                      </a:xfrm>
                      <a:prstGeom prst="rect">
                        <a:avLst/>
                      </a:prstGeom>
                      <a:noFill/>
                      <a:ln w="38100">
                        <a:noFill/>
                        <a:miter/>
                      </a:ln>
                    </p:spPr>
                  </p:pic>
                </p:oleObj>
              </mc:Fallback>
            </mc:AlternateContent>
          </a:graphicData>
        </a:graphic>
      </p:graphicFrame>
      <p:graphicFrame>
        <p:nvGraphicFramePr>
          <p:cNvPr id="521263" name="Table 521262"/>
          <p:cNvGraphicFramePr/>
          <p:nvPr/>
        </p:nvGraphicFramePr>
        <p:xfrm>
          <a:off x="3492500" y="4329113"/>
          <a:ext cx="1979613" cy="2159000"/>
        </p:xfrm>
        <a:graphic>
          <a:graphicData uri="http://schemas.openxmlformats.org/drawingml/2006/table">
            <a:tbl>
              <a:tblPr/>
              <a:tblGrid>
                <a:gridCol w="1079500"/>
                <a:gridCol w="900113"/>
              </a:tblGrid>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S</a:t>
                      </a:r>
                      <a:r>
                        <a:rPr i="1" baseline="-25000">
                          <a:solidFill>
                            <a:srgbClr val="FFFF00"/>
                          </a:solidFill>
                        </a:rPr>
                        <a:t>1</a:t>
                      </a:r>
                      <a:r>
                        <a:rPr i="1">
                          <a:solidFill>
                            <a:srgbClr val="FFFF00"/>
                          </a:solidFill>
                        </a:rPr>
                        <a:t>  S</a:t>
                      </a:r>
                      <a:r>
                        <a:rPr i="1" baseline="-25000">
                          <a:solidFill>
                            <a:srgbClr val="FFFF00"/>
                          </a:solidFill>
                        </a:rPr>
                        <a:t>0</a:t>
                      </a:r>
                      <a:endParaRPr lang="en-US" i="1">
                        <a:solidFill>
                          <a:srgbClr val="FFFF00"/>
                        </a:solidFill>
                      </a:endParaRPr>
                    </a:p>
                  </a:txBody>
                  <a:tcPr marL="0" marR="0" marT="0" marB="0">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 Y</a:t>
                      </a:r>
                      <a:endParaRPr lang="en-US" i="1" baseline="-25000">
                        <a:solidFill>
                          <a:srgbClr val="FFFF00"/>
                        </a:solidFill>
                      </a:endParaRPr>
                    </a:p>
                  </a:txBody>
                  <a:tcPr marL="0" marR="0" marT="0" marB="0">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I</a:t>
                      </a:r>
                      <a:r>
                        <a:rPr baseline="-25000">
                          <a:solidFill>
                            <a:schemeClr val="accent1"/>
                          </a:solidFill>
                        </a:rPr>
                        <a:t>0</a:t>
                      </a:r>
                      <a:endParaRPr lang="en-US" baseline="-25000">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a:t>
                      </a:r>
                      <a:r>
                        <a:rPr>
                          <a:solidFill>
                            <a:srgbClr val="CC00CC"/>
                          </a:solidFill>
                        </a:rPr>
                        <a:t>1</a:t>
                      </a:r>
                      <a:endParaRPr lang="en-US">
                        <a:solidFill>
                          <a:srgbClr val="CC00CC"/>
                        </a:solidFill>
                      </a:endParaRPr>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I</a:t>
                      </a:r>
                      <a:r>
                        <a:rPr baseline="-25000">
                          <a:solidFill>
                            <a:schemeClr val="accent1"/>
                          </a:solidFill>
                        </a:rPr>
                        <a:t>1</a:t>
                      </a:r>
                      <a:endParaRPr lang="en-US" baseline="-25000">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457200" lvl="0" indent="-457200" algn="ctr">
                        <a:buNone/>
                      </a:pPr>
                      <a:r>
                        <a:rPr>
                          <a:solidFill>
                            <a:srgbClr val="CC00CC"/>
                          </a:solidFill>
                        </a:rPr>
                        <a:t>1</a:t>
                      </a:r>
                      <a:r>
                        <a:t>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I</a:t>
                      </a:r>
                      <a:r>
                        <a:rPr baseline="-25000">
                          <a:solidFill>
                            <a:schemeClr val="accent1"/>
                          </a:solidFill>
                        </a:rPr>
                        <a:t>2</a:t>
                      </a:r>
                      <a:endParaRPr lang="en-US" baseline="-25000">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rgbClr val="CC00CC"/>
                          </a:solidFill>
                        </a:rPr>
                        <a:t>1</a:t>
                      </a:r>
                      <a:r>
                        <a:t>   </a:t>
                      </a:r>
                      <a:r>
                        <a:rPr>
                          <a:solidFill>
                            <a:srgbClr val="CC00CC"/>
                          </a:solidFill>
                        </a:rPr>
                        <a:t>1</a:t>
                      </a:r>
                      <a:endParaRPr lang="en-US">
                        <a:solidFill>
                          <a:srgbClr val="CC00CC"/>
                        </a:solidFill>
                      </a:endParaRPr>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I</a:t>
                      </a:r>
                      <a:r>
                        <a:rPr baseline="-25000">
                          <a:solidFill>
                            <a:schemeClr val="accent1"/>
                          </a:solidFill>
                        </a:rPr>
                        <a:t>3</a:t>
                      </a:r>
                      <a:endParaRPr lang="en-US" baseline="-25000">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32</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21233"/>
                                        </p:tgtEl>
                                        <p:attrNameLst>
                                          <p:attrName>style.visibility</p:attrName>
                                        </p:attrNameLst>
                                      </p:cBhvr>
                                      <p:to>
                                        <p:strVal val="visible"/>
                                      </p:to>
                                    </p:set>
                                    <p:animEffect transition="in" filter="wipe(left)">
                                      <p:cBhvr>
                                        <p:cTn id="7" dur="500"/>
                                        <p:tgtEl>
                                          <p:spTgt spid="521233"/>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21263"/>
                                        </p:tgtEl>
                                        <p:attrNameLst>
                                          <p:attrName>style.visibility</p:attrName>
                                        </p:attrNameLst>
                                      </p:cBhvr>
                                      <p:to>
                                        <p:strVal val="visible"/>
                                      </p:to>
                                    </p:set>
                                    <p:animEffect transition="in" filter="wipe(up)">
                                      <p:cBhvr>
                                        <p:cTn id="11" dur="500"/>
                                        <p:tgtEl>
                                          <p:spTgt spid="521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Title 522241"/>
          <p:cNvSpPr>
            <a:spLocks noGrp="1"/>
          </p:cNvSpPr>
          <p:nvPr>
            <p:ph type="title"/>
          </p:nvPr>
        </p:nvSpPr>
        <p:spPr/>
        <p:txBody>
          <a:bodyPr lIns="63500" tIns="25400" rIns="63500" bIns="25400">
            <a:spAutoFit/>
          </a:bodyPr>
          <a:lstStyle/>
          <a:p>
            <a:r>
              <a:t>Multiplexers</a:t>
            </a:r>
          </a:p>
        </p:txBody>
      </p:sp>
      <p:sp>
        <p:nvSpPr>
          <p:cNvPr id="522243" name="Text Placeholder 522242"/>
          <p:cNvSpPr>
            <a:spLocks noGrp="1"/>
          </p:cNvSpPr>
          <p:nvPr>
            <p:ph type="body" idx="1"/>
          </p:nvPr>
        </p:nvSpPr>
        <p:spPr>
          <a:xfrm>
            <a:off x="106998" y="621030"/>
            <a:ext cx="8280400" cy="3282315"/>
          </a:xfrm>
        </p:spPr>
        <p:txBody>
          <a:bodyPr lIns="63500" tIns="25400" rIns="63500" bIns="25400">
            <a:spAutoFit/>
          </a:bodyPr>
          <a:lstStyle/>
          <a:p>
            <a:r>
              <a:t>2-to-1 MUX</a:t>
            </a:r>
          </a:p>
          <a:p>
            <a:endParaRPr/>
          </a:p>
          <a:p>
            <a:endParaRPr/>
          </a:p>
          <a:p>
            <a:r>
              <a:t>4-to-1 MUX</a:t>
            </a:r>
          </a:p>
        </p:txBody>
      </p:sp>
      <p:grpSp>
        <p:nvGrpSpPr>
          <p:cNvPr id="522256" name="Group 522255"/>
          <p:cNvGrpSpPr/>
          <p:nvPr/>
        </p:nvGrpSpPr>
        <p:grpSpPr>
          <a:xfrm>
            <a:off x="1690688" y="1808163"/>
            <a:ext cx="2881312" cy="1441450"/>
            <a:chOff x="839" y="1139"/>
            <a:chExt cx="1815" cy="908"/>
          </a:xfrm>
        </p:grpSpPr>
        <p:sp>
          <p:nvSpPr>
            <p:cNvPr id="522245" name="Rounded Rectangle 522244"/>
            <p:cNvSpPr/>
            <p:nvPr/>
          </p:nvSpPr>
          <p:spPr>
            <a:xfrm flipH="1">
              <a:off x="1180" y="1139"/>
              <a:ext cx="1134" cy="681"/>
            </a:xfrm>
            <a:prstGeom prst="roundRect">
              <a:avLst>
                <a:gd name="adj" fmla="val 16667"/>
              </a:avLst>
            </a:prstGeom>
            <a:solidFill>
              <a:srgbClr val="FFFF00"/>
            </a:solidFill>
            <a:ln w="28575" cap="flat" cmpd="sng">
              <a:solidFill>
                <a:srgbClr val="008000"/>
              </a:solidFill>
              <a:prstDash val="solid"/>
              <a:headEnd type="none" w="med" len="med"/>
              <a:tailEnd type="none" w="med" len="med"/>
            </a:ln>
          </p:spPr>
          <p:txBody>
            <a:bodyPr wrap="none" lIns="0" tIns="0" rIns="0" bIns="0" anchor="ctr" anchorCtr="1"/>
            <a:lstStyle/>
            <a:p>
              <a:pPr>
                <a:buClr>
                  <a:schemeClr val="bg1"/>
                </a:buClr>
              </a:pPr>
              <a:r>
                <a:rPr sz="2400" b="1">
                  <a:solidFill>
                    <a:schemeClr val="accent1"/>
                  </a:solidFill>
                  <a:latin typeface="Times New Roman" panose="02020603050405020304" pitchFamily="18" charset="0"/>
                  <a:cs typeface="Times New Roman" panose="02020603050405020304" pitchFamily="18" charset="0"/>
                </a:rPr>
                <a:t>MUX</a:t>
              </a:r>
              <a:endParaRPr sz="2400" b="1">
                <a:solidFill>
                  <a:schemeClr val="accent1"/>
                </a:solidFill>
                <a:latin typeface="Times New Roman" panose="02020603050405020304" pitchFamily="18" charset="0"/>
                <a:ea typeface="Times New Roman" panose="02020603050405020304" pitchFamily="18" charset="0"/>
              </a:endParaRPr>
            </a:p>
          </p:txBody>
        </p:sp>
        <p:sp>
          <p:nvSpPr>
            <p:cNvPr id="522246" name="Straight Connector 522245"/>
            <p:cNvSpPr/>
            <p:nvPr/>
          </p:nvSpPr>
          <p:spPr>
            <a:xfrm rot="-5400000">
              <a:off x="1681" y="1933"/>
              <a:ext cx="227" cy="0"/>
            </a:xfrm>
            <a:prstGeom prst="line">
              <a:avLst/>
            </a:prstGeom>
            <a:ln w="38100" cap="flat" cmpd="sng">
              <a:solidFill>
                <a:schemeClr val="accent2"/>
              </a:solidFill>
              <a:prstDash val="solid"/>
              <a:headEnd type="none" w="med" len="med"/>
              <a:tailEnd type="none" w="med" len="med"/>
            </a:ln>
          </p:spPr>
        </p:sp>
        <p:sp>
          <p:nvSpPr>
            <p:cNvPr id="522248" name="Text Box 522247"/>
            <p:cNvSpPr txBox="1"/>
            <p:nvPr/>
          </p:nvSpPr>
          <p:spPr>
            <a:xfrm>
              <a:off x="2086" y="1366"/>
              <a:ext cx="226" cy="230"/>
            </a:xfrm>
            <a:prstGeom prst="rect">
              <a:avLst/>
            </a:prstGeom>
            <a:noFill/>
            <a:ln w="28575">
              <a:noFill/>
            </a:ln>
          </p:spPr>
          <p:txBody>
            <a:bodyPr lIns="0" tIns="0" rIns="0" bIns="0">
              <a:spAutoFit/>
            </a:bodyPr>
            <a:lstStyle/>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endParaRPr sz="2400" b="1" i="1" baseline="-25000">
                <a:latin typeface="Times New Roman" panose="02020603050405020304" pitchFamily="18" charset="0"/>
                <a:ea typeface="Times New Roman" panose="02020603050405020304" pitchFamily="18" charset="0"/>
              </a:endParaRPr>
            </a:p>
          </p:txBody>
        </p:sp>
        <p:sp>
          <p:nvSpPr>
            <p:cNvPr id="522249" name="Straight Connector 522248"/>
            <p:cNvSpPr/>
            <p:nvPr/>
          </p:nvSpPr>
          <p:spPr>
            <a:xfrm>
              <a:off x="839" y="1366"/>
              <a:ext cx="341" cy="0"/>
            </a:xfrm>
            <a:prstGeom prst="line">
              <a:avLst/>
            </a:prstGeom>
            <a:ln w="38100" cap="flat" cmpd="sng">
              <a:solidFill>
                <a:schemeClr val="accent2"/>
              </a:solidFill>
              <a:prstDash val="solid"/>
              <a:headEnd type="none" w="med" len="med"/>
              <a:tailEnd type="none" w="med" len="med"/>
            </a:ln>
          </p:spPr>
        </p:sp>
        <p:sp>
          <p:nvSpPr>
            <p:cNvPr id="522250" name="Text Box 522249"/>
            <p:cNvSpPr txBox="1"/>
            <p:nvPr/>
          </p:nvSpPr>
          <p:spPr>
            <a:xfrm>
              <a:off x="1179" y="1227"/>
              <a:ext cx="226" cy="460"/>
            </a:xfrm>
            <a:prstGeom prst="rect">
              <a:avLst/>
            </a:prstGeom>
            <a:noFill/>
            <a:ln w="28575">
              <a:noFill/>
            </a:ln>
          </p:spPr>
          <p:txBody>
            <a:bodyPr lIns="0" tIns="0" rIns="0" bIns="0">
              <a:spAutoFit/>
            </a:bodyPr>
            <a:lstStyle/>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0</a:t>
              </a:r>
            </a:p>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1</a:t>
              </a:r>
              <a:endParaRPr sz="2400" b="1" i="1" baseline="-25000">
                <a:latin typeface="Times New Roman" panose="02020603050405020304" pitchFamily="18" charset="0"/>
                <a:ea typeface="Times New Roman" panose="02020603050405020304" pitchFamily="18" charset="0"/>
              </a:endParaRPr>
            </a:p>
          </p:txBody>
        </p:sp>
        <p:sp>
          <p:nvSpPr>
            <p:cNvPr id="522251" name="Straight Connector 522250"/>
            <p:cNvSpPr/>
            <p:nvPr/>
          </p:nvSpPr>
          <p:spPr>
            <a:xfrm>
              <a:off x="839" y="1593"/>
              <a:ext cx="341" cy="0"/>
            </a:xfrm>
            <a:prstGeom prst="line">
              <a:avLst/>
            </a:prstGeom>
            <a:ln w="38100" cap="flat" cmpd="sng">
              <a:solidFill>
                <a:schemeClr val="accent2"/>
              </a:solidFill>
              <a:prstDash val="solid"/>
              <a:headEnd type="none" w="med" len="med"/>
              <a:tailEnd type="none" w="med" len="med"/>
            </a:ln>
          </p:spPr>
        </p:sp>
        <p:sp>
          <p:nvSpPr>
            <p:cNvPr id="522254" name="Straight Connector 522253"/>
            <p:cNvSpPr/>
            <p:nvPr/>
          </p:nvSpPr>
          <p:spPr>
            <a:xfrm>
              <a:off x="2313" y="1483"/>
              <a:ext cx="341" cy="0"/>
            </a:xfrm>
            <a:prstGeom prst="line">
              <a:avLst/>
            </a:prstGeom>
            <a:ln w="38100" cap="flat" cmpd="sng">
              <a:solidFill>
                <a:schemeClr val="accent2"/>
              </a:solidFill>
              <a:prstDash val="solid"/>
              <a:headEnd type="none" w="med" len="med"/>
              <a:tailEnd type="none" w="med" len="med"/>
            </a:ln>
          </p:spPr>
        </p:sp>
        <p:sp>
          <p:nvSpPr>
            <p:cNvPr id="522255" name="Text Box 522254"/>
            <p:cNvSpPr txBox="1"/>
            <p:nvPr/>
          </p:nvSpPr>
          <p:spPr>
            <a:xfrm>
              <a:off x="1520" y="1593"/>
              <a:ext cx="567" cy="230"/>
            </a:xfrm>
            <a:prstGeom prst="rect">
              <a:avLst/>
            </a:prstGeom>
            <a:noFill/>
            <a:ln w="28575">
              <a:noFill/>
            </a:ln>
          </p:spPr>
          <p:txBody>
            <a:bodyPr lIns="0" tIns="0" rIns="0" bIns="0">
              <a:spAutoFit/>
            </a:bodyPr>
            <a:lstStyle/>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S</a:t>
              </a:r>
              <a:endParaRPr sz="2400" b="1" i="1" baseline="-25000">
                <a:latin typeface="Times New Roman" panose="02020603050405020304" pitchFamily="18" charset="0"/>
                <a:ea typeface="Times New Roman" panose="02020603050405020304" pitchFamily="18" charset="0"/>
              </a:endParaRPr>
            </a:p>
          </p:txBody>
        </p:sp>
      </p:grpSp>
      <p:graphicFrame>
        <p:nvGraphicFramePr>
          <p:cNvPr id="522257" name="Object 522256"/>
          <p:cNvGraphicFramePr/>
          <p:nvPr/>
        </p:nvGraphicFramePr>
        <p:xfrm>
          <a:off x="4918075" y="1466850"/>
          <a:ext cx="3806825" cy="1978025"/>
        </p:xfrm>
        <a:graphic>
          <a:graphicData uri="http://schemas.openxmlformats.org/presentationml/2006/ole">
            <mc:AlternateContent xmlns:mc="http://schemas.openxmlformats.org/markup-compatibility/2006">
              <mc:Choice xmlns:v="urn:schemas-microsoft-com:vml" Requires="v">
                <p:oleObj spid="_x0000_s33869" r:id="rId4" imgW="2855595" imgH="1490980" progId="Visio.Drawing.11">
                  <p:embed/>
                </p:oleObj>
              </mc:Choice>
              <mc:Fallback>
                <p:oleObj r:id="rId4" imgW="2855595" imgH="1490980" progId="Visio.Drawing.11">
                  <p:embed/>
                  <p:pic>
                    <p:nvPicPr>
                      <p:cNvPr id="0" name="Picture 3076"/>
                      <p:cNvPicPr/>
                      <p:nvPr/>
                    </p:nvPicPr>
                    <p:blipFill>
                      <a:blip r:embed="rId5"/>
                      <a:stretch>
                        <a:fillRect/>
                      </a:stretch>
                    </p:blipFill>
                    <p:spPr>
                      <a:xfrm>
                        <a:off x="4918075" y="1466850"/>
                        <a:ext cx="3806825" cy="1978025"/>
                      </a:xfrm>
                      <a:prstGeom prst="rect">
                        <a:avLst/>
                      </a:prstGeom>
                      <a:noFill/>
                      <a:ln w="38100">
                        <a:noFill/>
                        <a:miter/>
                      </a:ln>
                    </p:spPr>
                  </p:pic>
                </p:oleObj>
              </mc:Fallback>
            </mc:AlternateContent>
          </a:graphicData>
        </a:graphic>
      </p:graphicFrame>
      <p:grpSp>
        <p:nvGrpSpPr>
          <p:cNvPr id="522258" name="Group 522257"/>
          <p:cNvGrpSpPr/>
          <p:nvPr/>
        </p:nvGrpSpPr>
        <p:grpSpPr>
          <a:xfrm>
            <a:off x="1690688" y="4329113"/>
            <a:ext cx="2881312" cy="2160587"/>
            <a:chOff x="2993" y="2727"/>
            <a:chExt cx="1815" cy="1361"/>
          </a:xfrm>
        </p:grpSpPr>
        <p:sp>
          <p:nvSpPr>
            <p:cNvPr id="522259" name="Rounded Rectangle 522258"/>
            <p:cNvSpPr/>
            <p:nvPr/>
          </p:nvSpPr>
          <p:spPr>
            <a:xfrm flipH="1">
              <a:off x="3334" y="2727"/>
              <a:ext cx="1134" cy="1134"/>
            </a:xfrm>
            <a:prstGeom prst="roundRect">
              <a:avLst>
                <a:gd name="adj" fmla="val 16667"/>
              </a:avLst>
            </a:prstGeom>
            <a:solidFill>
              <a:srgbClr val="FFFF00"/>
            </a:solidFill>
            <a:ln w="28575" cap="flat" cmpd="sng">
              <a:solidFill>
                <a:srgbClr val="008000"/>
              </a:solidFill>
              <a:prstDash val="solid"/>
              <a:headEnd type="none" w="med" len="med"/>
              <a:tailEnd type="none" w="med" len="med"/>
            </a:ln>
          </p:spPr>
          <p:txBody>
            <a:bodyPr wrap="none" lIns="0" tIns="0" rIns="0" bIns="0" anchor="ctr" anchorCtr="1"/>
            <a:lstStyle/>
            <a:p>
              <a:pPr>
                <a:buClr>
                  <a:schemeClr val="bg1"/>
                </a:buClr>
              </a:pPr>
              <a:r>
                <a:rPr sz="2400" b="1">
                  <a:solidFill>
                    <a:schemeClr val="accent1"/>
                  </a:solidFill>
                  <a:latin typeface="Times New Roman" panose="02020603050405020304" pitchFamily="18" charset="0"/>
                  <a:cs typeface="Times New Roman" panose="02020603050405020304" pitchFamily="18" charset="0"/>
                </a:rPr>
                <a:t>MUX</a:t>
              </a:r>
              <a:endParaRPr sz="2400" b="1">
                <a:solidFill>
                  <a:schemeClr val="accent1"/>
                </a:solidFill>
                <a:latin typeface="Times New Roman" panose="02020603050405020304" pitchFamily="18" charset="0"/>
                <a:ea typeface="Times New Roman" panose="02020603050405020304" pitchFamily="18" charset="0"/>
              </a:endParaRPr>
            </a:p>
          </p:txBody>
        </p:sp>
        <p:sp>
          <p:nvSpPr>
            <p:cNvPr id="522260" name="Straight Connector 522259"/>
            <p:cNvSpPr/>
            <p:nvPr/>
          </p:nvSpPr>
          <p:spPr>
            <a:xfrm rot="-5400000">
              <a:off x="3900" y="3974"/>
              <a:ext cx="227" cy="0"/>
            </a:xfrm>
            <a:prstGeom prst="line">
              <a:avLst/>
            </a:prstGeom>
            <a:ln w="38100" cap="flat" cmpd="sng">
              <a:solidFill>
                <a:schemeClr val="accent2"/>
              </a:solidFill>
              <a:prstDash val="solid"/>
              <a:headEnd type="none" w="med" len="med"/>
              <a:tailEnd type="none" w="med" len="med"/>
            </a:ln>
          </p:spPr>
        </p:sp>
        <p:sp>
          <p:nvSpPr>
            <p:cNvPr id="522261" name="Straight Connector 522260"/>
            <p:cNvSpPr/>
            <p:nvPr/>
          </p:nvSpPr>
          <p:spPr>
            <a:xfrm rot="-5400000">
              <a:off x="3673" y="3974"/>
              <a:ext cx="227" cy="0"/>
            </a:xfrm>
            <a:prstGeom prst="line">
              <a:avLst/>
            </a:prstGeom>
            <a:ln w="38100" cap="flat" cmpd="sng">
              <a:solidFill>
                <a:schemeClr val="accent2"/>
              </a:solidFill>
              <a:prstDash val="solid"/>
              <a:headEnd type="none" w="med" len="med"/>
              <a:tailEnd type="none" w="med" len="med"/>
            </a:ln>
          </p:spPr>
        </p:sp>
        <p:sp>
          <p:nvSpPr>
            <p:cNvPr id="522262" name="Text Box 522261"/>
            <p:cNvSpPr txBox="1"/>
            <p:nvPr/>
          </p:nvSpPr>
          <p:spPr>
            <a:xfrm>
              <a:off x="4240" y="3177"/>
              <a:ext cx="226" cy="230"/>
            </a:xfrm>
            <a:prstGeom prst="rect">
              <a:avLst/>
            </a:prstGeom>
            <a:noFill/>
            <a:ln w="28575">
              <a:noFill/>
            </a:ln>
          </p:spPr>
          <p:txBody>
            <a:bodyPr lIns="0" tIns="0" rIns="0" bIns="0">
              <a:spAutoFit/>
            </a:bodyPr>
            <a:lstStyle/>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endParaRPr sz="2400" b="1" i="1" baseline="-25000">
                <a:latin typeface="Times New Roman" panose="02020603050405020304" pitchFamily="18" charset="0"/>
                <a:ea typeface="Times New Roman" panose="02020603050405020304" pitchFamily="18" charset="0"/>
              </a:endParaRPr>
            </a:p>
          </p:txBody>
        </p:sp>
        <p:sp>
          <p:nvSpPr>
            <p:cNvPr id="522263" name="Straight Connector 522262"/>
            <p:cNvSpPr/>
            <p:nvPr/>
          </p:nvSpPr>
          <p:spPr>
            <a:xfrm>
              <a:off x="2993" y="2954"/>
              <a:ext cx="341" cy="0"/>
            </a:xfrm>
            <a:prstGeom prst="line">
              <a:avLst/>
            </a:prstGeom>
            <a:ln w="38100" cap="flat" cmpd="sng">
              <a:solidFill>
                <a:schemeClr val="accent2"/>
              </a:solidFill>
              <a:prstDash val="solid"/>
              <a:headEnd type="none" w="med" len="med"/>
              <a:tailEnd type="none" w="med" len="med"/>
            </a:ln>
          </p:spPr>
        </p:sp>
        <p:sp>
          <p:nvSpPr>
            <p:cNvPr id="522264" name="Text Box 522263"/>
            <p:cNvSpPr txBox="1"/>
            <p:nvPr/>
          </p:nvSpPr>
          <p:spPr>
            <a:xfrm>
              <a:off x="3333" y="2815"/>
              <a:ext cx="226" cy="920"/>
            </a:xfrm>
            <a:prstGeom prst="rect">
              <a:avLst/>
            </a:prstGeom>
            <a:noFill/>
            <a:ln w="28575">
              <a:noFill/>
            </a:ln>
          </p:spPr>
          <p:txBody>
            <a:bodyPr lIns="0" tIns="0" rIns="0" bIns="0">
              <a:spAutoFit/>
            </a:bodyPr>
            <a:lstStyle/>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0</a:t>
              </a:r>
            </a:p>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1</a:t>
              </a:r>
            </a:p>
            <a:p>
              <a:pPr algn="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2</a:t>
              </a:r>
            </a:p>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3</a:t>
              </a:r>
              <a:endParaRPr sz="2400" b="1" i="1" baseline="-25000">
                <a:latin typeface="Times New Roman" panose="02020603050405020304" pitchFamily="18" charset="0"/>
                <a:ea typeface="Times New Roman" panose="02020603050405020304" pitchFamily="18" charset="0"/>
              </a:endParaRPr>
            </a:p>
          </p:txBody>
        </p:sp>
        <p:sp>
          <p:nvSpPr>
            <p:cNvPr id="522265" name="Straight Connector 522264"/>
            <p:cNvSpPr/>
            <p:nvPr/>
          </p:nvSpPr>
          <p:spPr>
            <a:xfrm>
              <a:off x="2993" y="3181"/>
              <a:ext cx="341" cy="0"/>
            </a:xfrm>
            <a:prstGeom prst="line">
              <a:avLst/>
            </a:prstGeom>
            <a:ln w="38100" cap="flat" cmpd="sng">
              <a:solidFill>
                <a:schemeClr val="accent2"/>
              </a:solidFill>
              <a:prstDash val="solid"/>
              <a:headEnd type="none" w="med" len="med"/>
              <a:tailEnd type="none" w="med" len="med"/>
            </a:ln>
          </p:spPr>
        </p:sp>
        <p:sp>
          <p:nvSpPr>
            <p:cNvPr id="522266" name="Straight Connector 522265"/>
            <p:cNvSpPr/>
            <p:nvPr/>
          </p:nvSpPr>
          <p:spPr>
            <a:xfrm>
              <a:off x="2993" y="3408"/>
              <a:ext cx="341" cy="0"/>
            </a:xfrm>
            <a:prstGeom prst="line">
              <a:avLst/>
            </a:prstGeom>
            <a:ln w="38100" cap="flat" cmpd="sng">
              <a:solidFill>
                <a:schemeClr val="accent2"/>
              </a:solidFill>
              <a:prstDash val="solid"/>
              <a:headEnd type="none" w="med" len="med"/>
              <a:tailEnd type="none" w="med" len="med"/>
            </a:ln>
          </p:spPr>
        </p:sp>
        <p:sp>
          <p:nvSpPr>
            <p:cNvPr id="522267" name="Straight Connector 522266"/>
            <p:cNvSpPr/>
            <p:nvPr/>
          </p:nvSpPr>
          <p:spPr>
            <a:xfrm>
              <a:off x="2993" y="3635"/>
              <a:ext cx="341" cy="0"/>
            </a:xfrm>
            <a:prstGeom prst="line">
              <a:avLst/>
            </a:prstGeom>
            <a:ln w="38100" cap="flat" cmpd="sng">
              <a:solidFill>
                <a:schemeClr val="accent2"/>
              </a:solidFill>
              <a:prstDash val="solid"/>
              <a:headEnd type="none" w="med" len="med"/>
              <a:tailEnd type="none" w="med" len="med"/>
            </a:ln>
          </p:spPr>
        </p:sp>
        <p:sp>
          <p:nvSpPr>
            <p:cNvPr id="522268" name="Straight Connector 522267"/>
            <p:cNvSpPr/>
            <p:nvPr/>
          </p:nvSpPr>
          <p:spPr>
            <a:xfrm>
              <a:off x="4467" y="3294"/>
              <a:ext cx="341" cy="0"/>
            </a:xfrm>
            <a:prstGeom prst="line">
              <a:avLst/>
            </a:prstGeom>
            <a:ln w="38100" cap="flat" cmpd="sng">
              <a:solidFill>
                <a:schemeClr val="accent2"/>
              </a:solidFill>
              <a:prstDash val="solid"/>
              <a:headEnd type="none" w="med" len="med"/>
              <a:tailEnd type="none" w="med" len="med"/>
            </a:ln>
          </p:spPr>
        </p:sp>
        <p:sp>
          <p:nvSpPr>
            <p:cNvPr id="522269" name="Text Box 522268"/>
            <p:cNvSpPr txBox="1"/>
            <p:nvPr/>
          </p:nvSpPr>
          <p:spPr>
            <a:xfrm>
              <a:off x="3674" y="3634"/>
              <a:ext cx="567" cy="230"/>
            </a:xfrm>
            <a:prstGeom prst="rect">
              <a:avLst/>
            </a:prstGeom>
            <a:noFill/>
            <a:ln w="28575">
              <a:noFill/>
            </a:ln>
          </p:spPr>
          <p:txBody>
            <a:bodyPr lIns="0" tIns="0" rIns="0" bIns="0">
              <a:spAutoFit/>
            </a:bodyPr>
            <a:lstStyle/>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S</a:t>
              </a:r>
              <a:r>
                <a:rPr sz="2400" b="1" i="1" baseline="-25000">
                  <a:latin typeface="Times New Roman" panose="02020603050405020304" pitchFamily="18" charset="0"/>
                  <a:cs typeface="Times New Roman" panose="02020603050405020304" pitchFamily="18" charset="0"/>
                </a:rPr>
                <a:t>1</a:t>
              </a:r>
              <a:r>
                <a:rPr sz="2400" b="1" i="1">
                  <a:latin typeface="Times New Roman" panose="02020603050405020304" pitchFamily="18" charset="0"/>
                  <a:cs typeface="Times New Roman" panose="02020603050405020304" pitchFamily="18" charset="0"/>
                </a:rPr>
                <a:t> S</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grpSp>
      <p:graphicFrame>
        <p:nvGraphicFramePr>
          <p:cNvPr id="522270" name="Object 522269"/>
          <p:cNvGraphicFramePr/>
          <p:nvPr/>
        </p:nvGraphicFramePr>
        <p:xfrm>
          <a:off x="4922838" y="3424238"/>
          <a:ext cx="3824287" cy="3208337"/>
        </p:xfrm>
        <a:graphic>
          <a:graphicData uri="http://schemas.openxmlformats.org/presentationml/2006/ole">
            <mc:AlternateContent xmlns:mc="http://schemas.openxmlformats.org/markup-compatibility/2006">
              <mc:Choice xmlns:v="urn:schemas-microsoft-com:vml" Requires="v">
                <p:oleObj spid="_x0000_s33870" r:id="rId6" imgW="3305810" imgH="2771140" progId="Visio.Drawing.11">
                  <p:embed/>
                </p:oleObj>
              </mc:Choice>
              <mc:Fallback>
                <p:oleObj r:id="rId6" imgW="3305810" imgH="2771140" progId="Visio.Drawing.11">
                  <p:embed/>
                  <p:pic>
                    <p:nvPicPr>
                      <p:cNvPr id="0" name="Picture 3077"/>
                      <p:cNvPicPr/>
                      <p:nvPr/>
                    </p:nvPicPr>
                    <p:blipFill>
                      <a:blip r:embed="rId7"/>
                      <a:stretch>
                        <a:fillRect/>
                      </a:stretch>
                    </p:blipFill>
                    <p:spPr>
                      <a:xfrm>
                        <a:off x="4922838" y="3424238"/>
                        <a:ext cx="3824287" cy="3208337"/>
                      </a:xfrm>
                      <a:prstGeom prst="rect">
                        <a:avLst/>
                      </a:prstGeom>
                      <a:noFill/>
                      <a:ln w="38100">
                        <a:noFill/>
                        <a:miter/>
                      </a:ln>
                    </p:spPr>
                  </p:pic>
                </p:oleObj>
              </mc:Fallback>
            </mc:AlternateContent>
          </a:graphicData>
        </a:graphic>
      </p:graphicFrame>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33</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22243">
                                            <p:txEl>
                                              <p:pRg st="0" end="0"/>
                                            </p:txEl>
                                          </p:spTgt>
                                        </p:tgtEl>
                                        <p:attrNameLst>
                                          <p:attrName>style.visibility</p:attrName>
                                        </p:attrNameLst>
                                      </p:cBhvr>
                                      <p:to>
                                        <p:strVal val="visible"/>
                                      </p:to>
                                    </p:set>
                                    <p:animEffect transition="in" filter="wipe(left)">
                                      <p:cBhvr>
                                        <p:cTn id="7" dur="500"/>
                                        <p:tgtEl>
                                          <p:spTgt spid="52224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22256"/>
                                        </p:tgtEl>
                                        <p:attrNameLst>
                                          <p:attrName>style.visibility</p:attrName>
                                        </p:attrNameLst>
                                      </p:cBhvr>
                                      <p:to>
                                        <p:strVal val="visible"/>
                                      </p:to>
                                    </p:set>
                                    <p:animEffect transition="in" filter="wipe(left)">
                                      <p:cBhvr>
                                        <p:cTn id="11" dur="500"/>
                                        <p:tgtEl>
                                          <p:spTgt spid="52225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22257"/>
                                        </p:tgtEl>
                                        <p:attrNameLst>
                                          <p:attrName>style.visibility</p:attrName>
                                        </p:attrNameLst>
                                      </p:cBhvr>
                                      <p:to>
                                        <p:strVal val="visible"/>
                                      </p:to>
                                    </p:set>
                                    <p:animEffect transition="in" filter="wipe(left)">
                                      <p:cBhvr>
                                        <p:cTn id="15" dur="500"/>
                                        <p:tgtEl>
                                          <p:spTgt spid="52225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22243">
                                            <p:txEl>
                                              <p:charRg st="14" end="24"/>
                                            </p:txEl>
                                          </p:spTgt>
                                        </p:tgtEl>
                                        <p:attrNameLst>
                                          <p:attrName>style.visibility</p:attrName>
                                        </p:attrNameLst>
                                      </p:cBhvr>
                                      <p:to>
                                        <p:strVal val="visible"/>
                                      </p:to>
                                    </p:set>
                                    <p:animEffect transition="in" filter="wipe(left)">
                                      <p:cBhvr>
                                        <p:cTn id="20" dur="500"/>
                                        <p:tgtEl>
                                          <p:spTgt spid="522243">
                                            <p:txEl>
                                              <p:charRg st="14" end="24"/>
                                            </p:txEl>
                                          </p:spTgt>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522258"/>
                                        </p:tgtEl>
                                        <p:attrNameLst>
                                          <p:attrName>style.visibility</p:attrName>
                                        </p:attrNameLst>
                                      </p:cBhvr>
                                      <p:to>
                                        <p:strVal val="visible"/>
                                      </p:to>
                                    </p:set>
                                    <p:animEffect transition="in" filter="wipe(left)">
                                      <p:cBhvr>
                                        <p:cTn id="24" dur="500"/>
                                        <p:tgtEl>
                                          <p:spTgt spid="522258"/>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522270"/>
                                        </p:tgtEl>
                                        <p:attrNameLst>
                                          <p:attrName>style.visibility</p:attrName>
                                        </p:attrNameLst>
                                      </p:cBhvr>
                                      <p:to>
                                        <p:strVal val="visible"/>
                                      </p:to>
                                    </p:set>
                                    <p:animEffect transition="in" filter="wipe(left)">
                                      <p:cBhvr>
                                        <p:cTn id="28" dur="500"/>
                                        <p:tgtEl>
                                          <p:spTgt spid="522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Title 525313"/>
          <p:cNvSpPr>
            <a:spLocks noGrp="1"/>
          </p:cNvSpPr>
          <p:nvPr>
            <p:ph type="title"/>
          </p:nvPr>
        </p:nvSpPr>
        <p:spPr/>
        <p:txBody>
          <a:bodyPr lIns="63500" tIns="25400" rIns="63500" bIns="25400">
            <a:spAutoFit/>
          </a:bodyPr>
          <a:lstStyle/>
          <a:p>
            <a:r>
              <a:t>Implementation Using Multiplexers</a:t>
            </a:r>
          </a:p>
        </p:txBody>
      </p:sp>
      <p:grpSp>
        <p:nvGrpSpPr>
          <p:cNvPr id="525362" name="Group 525361"/>
          <p:cNvGrpSpPr/>
          <p:nvPr/>
        </p:nvGrpSpPr>
        <p:grpSpPr>
          <a:xfrm>
            <a:off x="5111750" y="2347913"/>
            <a:ext cx="2881313" cy="2160587"/>
            <a:chOff x="2993" y="2727"/>
            <a:chExt cx="1815" cy="1361"/>
          </a:xfrm>
        </p:grpSpPr>
        <p:sp>
          <p:nvSpPr>
            <p:cNvPr id="525363" name="Rounded Rectangle 525362"/>
            <p:cNvSpPr/>
            <p:nvPr/>
          </p:nvSpPr>
          <p:spPr>
            <a:xfrm flipH="1">
              <a:off x="3334" y="2727"/>
              <a:ext cx="1134" cy="1134"/>
            </a:xfrm>
            <a:prstGeom prst="roundRect">
              <a:avLst>
                <a:gd name="adj" fmla="val 16667"/>
              </a:avLst>
            </a:prstGeom>
            <a:solidFill>
              <a:srgbClr val="FFFF00"/>
            </a:solidFill>
            <a:ln w="28575" cap="flat" cmpd="sng">
              <a:solidFill>
                <a:srgbClr val="008000"/>
              </a:solidFill>
              <a:prstDash val="solid"/>
              <a:headEnd type="none" w="med" len="med"/>
              <a:tailEnd type="none" w="med" len="med"/>
            </a:ln>
          </p:spPr>
          <p:txBody>
            <a:bodyPr wrap="none" lIns="0" tIns="0" rIns="0" bIns="0" anchor="ctr" anchorCtr="1"/>
            <a:lstStyle/>
            <a:p>
              <a:pPr>
                <a:buClr>
                  <a:schemeClr val="bg1"/>
                </a:buClr>
              </a:pPr>
              <a:r>
                <a:rPr sz="2400" b="1">
                  <a:solidFill>
                    <a:schemeClr val="accent1"/>
                  </a:solidFill>
                  <a:latin typeface="Times New Roman" panose="02020603050405020304" pitchFamily="18" charset="0"/>
                  <a:cs typeface="Times New Roman" panose="02020603050405020304" pitchFamily="18" charset="0"/>
                </a:rPr>
                <a:t>MUX</a:t>
              </a:r>
              <a:endParaRPr sz="2400" b="1">
                <a:solidFill>
                  <a:schemeClr val="accent1"/>
                </a:solidFill>
                <a:latin typeface="Times New Roman" panose="02020603050405020304" pitchFamily="18" charset="0"/>
                <a:ea typeface="Times New Roman" panose="02020603050405020304" pitchFamily="18" charset="0"/>
              </a:endParaRPr>
            </a:p>
          </p:txBody>
        </p:sp>
        <p:sp>
          <p:nvSpPr>
            <p:cNvPr id="525364" name="Straight Connector 525363"/>
            <p:cNvSpPr/>
            <p:nvPr/>
          </p:nvSpPr>
          <p:spPr>
            <a:xfrm rot="-5400000">
              <a:off x="3900" y="3974"/>
              <a:ext cx="227" cy="0"/>
            </a:xfrm>
            <a:prstGeom prst="line">
              <a:avLst/>
            </a:prstGeom>
            <a:ln w="38100" cap="flat" cmpd="sng">
              <a:solidFill>
                <a:schemeClr val="accent2"/>
              </a:solidFill>
              <a:prstDash val="solid"/>
              <a:headEnd type="none" w="med" len="med"/>
              <a:tailEnd type="none" w="med" len="med"/>
            </a:ln>
          </p:spPr>
        </p:sp>
        <p:sp>
          <p:nvSpPr>
            <p:cNvPr id="525365" name="Straight Connector 525364"/>
            <p:cNvSpPr/>
            <p:nvPr/>
          </p:nvSpPr>
          <p:spPr>
            <a:xfrm rot="-5400000">
              <a:off x="3673" y="3974"/>
              <a:ext cx="227" cy="0"/>
            </a:xfrm>
            <a:prstGeom prst="line">
              <a:avLst/>
            </a:prstGeom>
            <a:ln w="38100" cap="flat" cmpd="sng">
              <a:solidFill>
                <a:schemeClr val="accent2"/>
              </a:solidFill>
              <a:prstDash val="solid"/>
              <a:headEnd type="none" w="med" len="med"/>
              <a:tailEnd type="none" w="med" len="med"/>
            </a:ln>
          </p:spPr>
        </p:sp>
        <p:sp>
          <p:nvSpPr>
            <p:cNvPr id="525366" name="Text Box 525365"/>
            <p:cNvSpPr txBox="1"/>
            <p:nvPr/>
          </p:nvSpPr>
          <p:spPr>
            <a:xfrm>
              <a:off x="4240" y="3177"/>
              <a:ext cx="226" cy="230"/>
            </a:xfrm>
            <a:prstGeom prst="rect">
              <a:avLst/>
            </a:prstGeom>
            <a:noFill/>
            <a:ln w="28575">
              <a:noFill/>
            </a:ln>
          </p:spPr>
          <p:txBody>
            <a:bodyPr lIns="0" tIns="0" rIns="0" bIns="0">
              <a:spAutoFit/>
            </a:bodyPr>
            <a:lstStyle/>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endParaRPr sz="2400" b="1" i="1" baseline="-25000">
                <a:latin typeface="Times New Roman" panose="02020603050405020304" pitchFamily="18" charset="0"/>
                <a:ea typeface="Times New Roman" panose="02020603050405020304" pitchFamily="18" charset="0"/>
              </a:endParaRPr>
            </a:p>
          </p:txBody>
        </p:sp>
        <p:sp>
          <p:nvSpPr>
            <p:cNvPr id="525367" name="Straight Connector 525366"/>
            <p:cNvSpPr/>
            <p:nvPr/>
          </p:nvSpPr>
          <p:spPr>
            <a:xfrm>
              <a:off x="2993" y="2954"/>
              <a:ext cx="341" cy="0"/>
            </a:xfrm>
            <a:prstGeom prst="line">
              <a:avLst/>
            </a:prstGeom>
            <a:ln w="38100" cap="flat" cmpd="sng">
              <a:solidFill>
                <a:schemeClr val="accent2"/>
              </a:solidFill>
              <a:prstDash val="solid"/>
              <a:headEnd type="none" w="med" len="med"/>
              <a:tailEnd type="none" w="med" len="med"/>
            </a:ln>
          </p:spPr>
        </p:sp>
        <p:sp>
          <p:nvSpPr>
            <p:cNvPr id="525368" name="Text Box 525367"/>
            <p:cNvSpPr txBox="1"/>
            <p:nvPr/>
          </p:nvSpPr>
          <p:spPr>
            <a:xfrm>
              <a:off x="3333" y="2815"/>
              <a:ext cx="226" cy="920"/>
            </a:xfrm>
            <a:prstGeom prst="rect">
              <a:avLst/>
            </a:prstGeom>
            <a:noFill/>
            <a:ln w="28575">
              <a:noFill/>
            </a:ln>
          </p:spPr>
          <p:txBody>
            <a:bodyPr lIns="0" tIns="0" rIns="0" bIns="0">
              <a:spAutoFit/>
            </a:bodyPr>
            <a:lstStyle/>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0</a:t>
              </a:r>
            </a:p>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1</a:t>
              </a:r>
            </a:p>
            <a:p>
              <a:pPr algn="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2</a:t>
              </a:r>
            </a:p>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3</a:t>
              </a:r>
              <a:endParaRPr sz="2400" b="1" i="1" baseline="-25000">
                <a:latin typeface="Times New Roman" panose="02020603050405020304" pitchFamily="18" charset="0"/>
                <a:ea typeface="Times New Roman" panose="02020603050405020304" pitchFamily="18" charset="0"/>
              </a:endParaRPr>
            </a:p>
          </p:txBody>
        </p:sp>
        <p:sp>
          <p:nvSpPr>
            <p:cNvPr id="525369" name="Straight Connector 525368"/>
            <p:cNvSpPr/>
            <p:nvPr/>
          </p:nvSpPr>
          <p:spPr>
            <a:xfrm>
              <a:off x="2993" y="3181"/>
              <a:ext cx="341" cy="0"/>
            </a:xfrm>
            <a:prstGeom prst="line">
              <a:avLst/>
            </a:prstGeom>
            <a:ln w="38100" cap="flat" cmpd="sng">
              <a:solidFill>
                <a:schemeClr val="accent2"/>
              </a:solidFill>
              <a:prstDash val="solid"/>
              <a:headEnd type="none" w="med" len="med"/>
              <a:tailEnd type="none" w="med" len="med"/>
            </a:ln>
          </p:spPr>
        </p:sp>
        <p:sp>
          <p:nvSpPr>
            <p:cNvPr id="525370" name="Straight Connector 525369"/>
            <p:cNvSpPr/>
            <p:nvPr/>
          </p:nvSpPr>
          <p:spPr>
            <a:xfrm>
              <a:off x="2993" y="3408"/>
              <a:ext cx="341" cy="0"/>
            </a:xfrm>
            <a:prstGeom prst="line">
              <a:avLst/>
            </a:prstGeom>
            <a:ln w="38100" cap="flat" cmpd="sng">
              <a:solidFill>
                <a:schemeClr val="accent2"/>
              </a:solidFill>
              <a:prstDash val="solid"/>
              <a:headEnd type="none" w="med" len="med"/>
              <a:tailEnd type="none" w="med" len="med"/>
            </a:ln>
          </p:spPr>
        </p:sp>
        <p:sp>
          <p:nvSpPr>
            <p:cNvPr id="525371" name="Straight Connector 525370"/>
            <p:cNvSpPr/>
            <p:nvPr/>
          </p:nvSpPr>
          <p:spPr>
            <a:xfrm>
              <a:off x="2993" y="3635"/>
              <a:ext cx="341" cy="0"/>
            </a:xfrm>
            <a:prstGeom prst="line">
              <a:avLst/>
            </a:prstGeom>
            <a:ln w="38100" cap="flat" cmpd="sng">
              <a:solidFill>
                <a:schemeClr val="accent2"/>
              </a:solidFill>
              <a:prstDash val="solid"/>
              <a:headEnd type="none" w="med" len="med"/>
              <a:tailEnd type="none" w="med" len="med"/>
            </a:ln>
          </p:spPr>
        </p:sp>
        <p:sp>
          <p:nvSpPr>
            <p:cNvPr id="525372" name="Straight Connector 525371"/>
            <p:cNvSpPr/>
            <p:nvPr/>
          </p:nvSpPr>
          <p:spPr>
            <a:xfrm>
              <a:off x="4467" y="3294"/>
              <a:ext cx="341" cy="0"/>
            </a:xfrm>
            <a:prstGeom prst="line">
              <a:avLst/>
            </a:prstGeom>
            <a:ln w="38100" cap="flat" cmpd="sng">
              <a:solidFill>
                <a:schemeClr val="accent2"/>
              </a:solidFill>
              <a:prstDash val="solid"/>
              <a:headEnd type="none" w="med" len="med"/>
              <a:tailEnd type="none" w="med" len="med"/>
            </a:ln>
          </p:spPr>
        </p:sp>
        <p:sp>
          <p:nvSpPr>
            <p:cNvPr id="525373" name="Text Box 525372"/>
            <p:cNvSpPr txBox="1"/>
            <p:nvPr/>
          </p:nvSpPr>
          <p:spPr>
            <a:xfrm>
              <a:off x="3674" y="3634"/>
              <a:ext cx="567" cy="230"/>
            </a:xfrm>
            <a:prstGeom prst="rect">
              <a:avLst/>
            </a:prstGeom>
            <a:noFill/>
            <a:ln w="28575">
              <a:noFill/>
            </a:ln>
          </p:spPr>
          <p:txBody>
            <a:bodyPr lIns="0" tIns="0" rIns="0" bIns="0">
              <a:spAutoFit/>
            </a:bodyPr>
            <a:lstStyle/>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S</a:t>
              </a:r>
              <a:r>
                <a:rPr sz="2400" b="1" i="1" baseline="-25000">
                  <a:latin typeface="Times New Roman" panose="02020603050405020304" pitchFamily="18" charset="0"/>
                  <a:cs typeface="Times New Roman" panose="02020603050405020304" pitchFamily="18" charset="0"/>
                </a:rPr>
                <a:t>1</a:t>
              </a:r>
              <a:r>
                <a:rPr sz="2400" b="1" i="1">
                  <a:latin typeface="Times New Roman" panose="02020603050405020304" pitchFamily="18" charset="0"/>
                  <a:cs typeface="Times New Roman" panose="02020603050405020304" pitchFamily="18" charset="0"/>
                </a:rPr>
                <a:t> S</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grpSp>
      <p:graphicFrame>
        <p:nvGraphicFramePr>
          <p:cNvPr id="525374" name="Table 525373"/>
          <p:cNvGraphicFramePr/>
          <p:nvPr/>
        </p:nvGraphicFramePr>
        <p:xfrm>
          <a:off x="792163" y="2349500"/>
          <a:ext cx="2519363" cy="2159000"/>
        </p:xfrm>
        <a:graphic>
          <a:graphicData uri="http://schemas.openxmlformats.org/drawingml/2006/table">
            <a:tbl>
              <a:tblPr/>
              <a:tblGrid>
                <a:gridCol w="1439863"/>
                <a:gridCol w="1079500"/>
              </a:tblGrid>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x   y</a:t>
                      </a:r>
                      <a:endParaRPr lang="en-US" i="1">
                        <a:solidFill>
                          <a:srgbClr val="FFFF00"/>
                        </a:solidFill>
                      </a:endParaRPr>
                    </a:p>
                  </a:txBody>
                  <a:tcPr marL="0" marR="0" marT="0" marB="0">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F</a:t>
                      </a:r>
                      <a:endParaRPr lang="en-US" i="1" baseline="-25000">
                        <a:solidFill>
                          <a:srgbClr val="FFFF00"/>
                        </a:solidFill>
                      </a:endParaRPr>
                    </a:p>
                  </a:txBody>
                  <a:tcPr marL="0" marR="0" marT="0" marB="0">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1</a:t>
                      </a:r>
                      <a:endParaRPr lang="en-US">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a:t>
                      </a:r>
                      <a:r>
                        <a:rPr>
                          <a:solidFill>
                            <a:srgbClr val="CC00CC"/>
                          </a:solidFill>
                        </a:rPr>
                        <a:t>1</a:t>
                      </a:r>
                      <a:endParaRPr lang="en-US">
                        <a:solidFill>
                          <a:srgbClr val="CC00CC"/>
                        </a:solidFill>
                      </a:endParaRPr>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1</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rgbClr val="CC00CC"/>
                          </a:solidFill>
                        </a:rPr>
                        <a:t>1</a:t>
                      </a:r>
                      <a:r>
                        <a:t>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rgbClr val="CC00CC"/>
                          </a:solidFill>
                        </a:rPr>
                        <a:t>1</a:t>
                      </a:r>
                      <a:r>
                        <a:t>   </a:t>
                      </a:r>
                      <a:r>
                        <a:rPr>
                          <a:solidFill>
                            <a:srgbClr val="CC00CC"/>
                          </a:solidFill>
                        </a:rPr>
                        <a:t>1</a:t>
                      </a:r>
                      <a:endParaRPr lang="en-US">
                        <a:solidFill>
                          <a:srgbClr val="CC00CC"/>
                        </a:solidFill>
                      </a:endParaRPr>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1</a:t>
                      </a:r>
                      <a:endParaRPr lang="en-US">
                        <a:solidFill>
                          <a:schemeClr val="accent1"/>
                        </a:solidFill>
                      </a:endParaRPr>
                    </a:p>
                  </a:txBody>
                  <a:tcPr marL="0" marR="0" marT="0" marB="0" anchor="ctr">
                    <a:lnL w="381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525398" name="Text Placeholder 525397"/>
          <p:cNvSpPr>
            <a:spLocks noGrp="1"/>
          </p:cNvSpPr>
          <p:nvPr>
            <p:ph type="body" idx="1"/>
          </p:nvPr>
        </p:nvSpPr>
        <p:spPr>
          <a:xfrm>
            <a:off x="106998" y="621030"/>
            <a:ext cx="8280400" cy="904875"/>
          </a:xfrm>
        </p:spPr>
        <p:txBody>
          <a:bodyPr lIns="63500" tIns="25400" rIns="63500" bIns="25400">
            <a:spAutoFit/>
          </a:bodyPr>
          <a:lstStyle/>
          <a:p>
            <a:r>
              <a:t>Example</a:t>
            </a:r>
            <a:br/>
            <a:r>
              <a:rPr i="1" err="1">
                <a:solidFill>
                  <a:schemeClr val="tx1"/>
                </a:solidFill>
              </a:rPr>
              <a:t>F</a:t>
            </a:r>
            <a:r>
              <a:rPr err="1">
                <a:solidFill>
                  <a:schemeClr val="tx1"/>
                </a:solidFill>
              </a:rPr>
              <a:t>(</a:t>
            </a:r>
            <a:r>
              <a:rPr i="1" err="1">
                <a:solidFill>
                  <a:schemeClr val="tx1"/>
                </a:solidFill>
              </a:rPr>
              <a:t>x</a:t>
            </a:r>
            <a:r>
              <a:rPr>
                <a:solidFill>
                  <a:schemeClr val="tx1"/>
                </a:solidFill>
              </a:rPr>
              <a:t>, </a:t>
            </a:r>
            <a:r>
              <a:rPr i="1">
                <a:solidFill>
                  <a:schemeClr val="tx1"/>
                </a:solidFill>
              </a:rPr>
              <a:t>y</a:t>
            </a:r>
            <a:r>
              <a:rPr>
                <a:solidFill>
                  <a:schemeClr val="tx1"/>
                </a:solidFill>
              </a:rPr>
              <a:t>) = ∑(0, 1, 3)</a:t>
            </a:r>
          </a:p>
        </p:txBody>
      </p:sp>
      <p:sp>
        <p:nvSpPr>
          <p:cNvPr id="525399" name="Straight Connector 525398"/>
          <p:cNvSpPr/>
          <p:nvPr/>
        </p:nvSpPr>
        <p:spPr>
          <a:xfrm>
            <a:off x="1331913" y="4508500"/>
            <a:ext cx="0" cy="720725"/>
          </a:xfrm>
          <a:prstGeom prst="line">
            <a:avLst/>
          </a:prstGeom>
          <a:ln w="28575" cap="flat" cmpd="sng">
            <a:solidFill>
              <a:schemeClr val="accent1"/>
            </a:solidFill>
            <a:prstDash val="solid"/>
            <a:headEnd type="none" w="med" len="med"/>
            <a:tailEnd type="none" w="med" len="med"/>
          </a:ln>
        </p:spPr>
      </p:sp>
      <p:sp>
        <p:nvSpPr>
          <p:cNvPr id="525400" name="Straight Connector 525399"/>
          <p:cNvSpPr/>
          <p:nvPr/>
        </p:nvSpPr>
        <p:spPr>
          <a:xfrm>
            <a:off x="1331913" y="5229225"/>
            <a:ext cx="5040312" cy="0"/>
          </a:xfrm>
          <a:prstGeom prst="line">
            <a:avLst/>
          </a:prstGeom>
          <a:ln w="28575" cap="flat" cmpd="sng">
            <a:solidFill>
              <a:schemeClr val="accent1"/>
            </a:solidFill>
            <a:prstDash val="solid"/>
            <a:headEnd type="none" w="med" len="med"/>
            <a:tailEnd type="none" w="med" len="med"/>
          </a:ln>
        </p:spPr>
      </p:sp>
      <p:sp>
        <p:nvSpPr>
          <p:cNvPr id="525401" name="Straight Connector 525400"/>
          <p:cNvSpPr/>
          <p:nvPr/>
        </p:nvSpPr>
        <p:spPr>
          <a:xfrm flipV="1">
            <a:off x="6372225" y="4868863"/>
            <a:ext cx="0" cy="360362"/>
          </a:xfrm>
          <a:prstGeom prst="line">
            <a:avLst/>
          </a:prstGeom>
          <a:ln w="28575" cap="flat" cmpd="sng">
            <a:solidFill>
              <a:schemeClr val="accent1"/>
            </a:solidFill>
            <a:prstDash val="solid"/>
            <a:headEnd type="none" w="med" len="med"/>
            <a:tailEnd type="triangle" w="lg" len="lg"/>
          </a:ln>
        </p:spPr>
      </p:sp>
      <p:sp>
        <p:nvSpPr>
          <p:cNvPr id="525402" name="Text Box 525401"/>
          <p:cNvSpPr txBox="1"/>
          <p:nvPr/>
        </p:nvSpPr>
        <p:spPr>
          <a:xfrm>
            <a:off x="6230938" y="4445000"/>
            <a:ext cx="674687" cy="365125"/>
          </a:xfrm>
          <a:prstGeom prst="rect">
            <a:avLst/>
          </a:prstGeom>
          <a:noFill/>
          <a:ln w="28575">
            <a:noFill/>
          </a:ln>
        </p:spPr>
        <p:txBody>
          <a:bodyPr lIns="0" tIns="0" rIns="0" bIns="0">
            <a:spAutoFit/>
          </a:bodyPr>
          <a:lstStyle/>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x   y</a:t>
            </a:r>
            <a:endParaRPr sz="2400" b="1" i="1" baseline="-25000">
              <a:latin typeface="Times New Roman" panose="02020603050405020304" pitchFamily="18" charset="0"/>
              <a:ea typeface="Times New Roman" panose="02020603050405020304" pitchFamily="18" charset="0"/>
            </a:endParaRPr>
          </a:p>
        </p:txBody>
      </p:sp>
      <p:sp>
        <p:nvSpPr>
          <p:cNvPr id="525403" name="Straight Connector 525402"/>
          <p:cNvSpPr/>
          <p:nvPr/>
        </p:nvSpPr>
        <p:spPr>
          <a:xfrm>
            <a:off x="1692275" y="4508500"/>
            <a:ext cx="0" cy="1081088"/>
          </a:xfrm>
          <a:prstGeom prst="line">
            <a:avLst/>
          </a:prstGeom>
          <a:ln w="28575" cap="flat" cmpd="sng">
            <a:solidFill>
              <a:srgbClr val="996633"/>
            </a:solidFill>
            <a:prstDash val="solid"/>
            <a:headEnd type="none" w="med" len="med"/>
            <a:tailEnd type="none" w="med" len="med"/>
          </a:ln>
        </p:spPr>
      </p:sp>
      <p:sp>
        <p:nvSpPr>
          <p:cNvPr id="525404" name="Straight Connector 525403"/>
          <p:cNvSpPr/>
          <p:nvPr/>
        </p:nvSpPr>
        <p:spPr>
          <a:xfrm>
            <a:off x="1692275" y="5589588"/>
            <a:ext cx="5040313" cy="0"/>
          </a:xfrm>
          <a:prstGeom prst="line">
            <a:avLst/>
          </a:prstGeom>
          <a:ln w="28575" cap="flat" cmpd="sng">
            <a:solidFill>
              <a:srgbClr val="996633"/>
            </a:solidFill>
            <a:prstDash val="solid"/>
            <a:headEnd type="none" w="med" len="med"/>
            <a:tailEnd type="none" w="med" len="med"/>
          </a:ln>
        </p:spPr>
      </p:sp>
      <p:sp>
        <p:nvSpPr>
          <p:cNvPr id="525405" name="Straight Connector 525404"/>
          <p:cNvSpPr/>
          <p:nvPr/>
        </p:nvSpPr>
        <p:spPr>
          <a:xfrm flipV="1">
            <a:off x="6732588" y="4868863"/>
            <a:ext cx="0" cy="720725"/>
          </a:xfrm>
          <a:prstGeom prst="line">
            <a:avLst/>
          </a:prstGeom>
          <a:ln w="28575" cap="flat" cmpd="sng">
            <a:solidFill>
              <a:srgbClr val="996633"/>
            </a:solidFill>
            <a:prstDash val="solid"/>
            <a:headEnd type="none" w="med" len="med"/>
            <a:tailEnd type="triangle" w="lg" len="lg"/>
          </a:ln>
        </p:spPr>
      </p:sp>
      <p:sp>
        <p:nvSpPr>
          <p:cNvPr id="525406" name="Text Box 525405"/>
          <p:cNvSpPr txBox="1"/>
          <p:nvPr/>
        </p:nvSpPr>
        <p:spPr>
          <a:xfrm>
            <a:off x="7993063" y="3063875"/>
            <a:ext cx="539750" cy="365125"/>
          </a:xfrm>
          <a:prstGeom prst="rect">
            <a:avLst/>
          </a:prstGeom>
          <a:noFill/>
          <a:ln w="28575">
            <a:noFill/>
          </a:ln>
        </p:spPr>
        <p:txBody>
          <a:bodyPr lIns="0" tIns="0" rIns="0" bIns="0">
            <a:spAutoFit/>
          </a:bodyPr>
          <a:lstStyle/>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F</a:t>
            </a:r>
            <a:endParaRPr sz="2400" b="1" i="1" baseline="-25000">
              <a:latin typeface="Times New Roman" panose="02020603050405020304" pitchFamily="18" charset="0"/>
              <a:ea typeface="Times New Roman" panose="02020603050405020304" pitchFamily="18" charset="0"/>
            </a:endParaRPr>
          </a:p>
        </p:txBody>
      </p:sp>
      <p:sp>
        <p:nvSpPr>
          <p:cNvPr id="525407" name="Straight Connector 525406"/>
          <p:cNvSpPr/>
          <p:nvPr/>
        </p:nvSpPr>
        <p:spPr>
          <a:xfrm flipV="1">
            <a:off x="3132138" y="2708275"/>
            <a:ext cx="1260475" cy="284163"/>
          </a:xfrm>
          <a:prstGeom prst="line">
            <a:avLst/>
          </a:prstGeom>
          <a:ln w="28575" cap="flat" cmpd="sng">
            <a:solidFill>
              <a:schemeClr val="accent2"/>
            </a:solidFill>
            <a:prstDash val="solid"/>
            <a:headEnd type="none" w="med" len="med"/>
            <a:tailEnd type="triangle" w="lg" len="lg"/>
          </a:ln>
        </p:spPr>
      </p:sp>
      <p:sp>
        <p:nvSpPr>
          <p:cNvPr id="525408" name="Straight Connector 525407"/>
          <p:cNvSpPr/>
          <p:nvPr/>
        </p:nvSpPr>
        <p:spPr>
          <a:xfrm flipV="1">
            <a:off x="3132138" y="3068638"/>
            <a:ext cx="1260475" cy="360362"/>
          </a:xfrm>
          <a:prstGeom prst="line">
            <a:avLst/>
          </a:prstGeom>
          <a:ln w="28575" cap="flat" cmpd="sng">
            <a:solidFill>
              <a:schemeClr val="accent2"/>
            </a:solidFill>
            <a:prstDash val="solid"/>
            <a:headEnd type="none" w="med" len="med"/>
            <a:tailEnd type="triangle" w="lg" len="lg"/>
          </a:ln>
        </p:spPr>
      </p:sp>
      <p:sp>
        <p:nvSpPr>
          <p:cNvPr id="525409" name="Straight Connector 525408"/>
          <p:cNvSpPr/>
          <p:nvPr/>
        </p:nvSpPr>
        <p:spPr>
          <a:xfrm flipV="1">
            <a:off x="3132138" y="3429000"/>
            <a:ext cx="1260475" cy="436563"/>
          </a:xfrm>
          <a:prstGeom prst="line">
            <a:avLst/>
          </a:prstGeom>
          <a:ln w="28575" cap="flat" cmpd="sng">
            <a:solidFill>
              <a:schemeClr val="accent2"/>
            </a:solidFill>
            <a:prstDash val="solid"/>
            <a:headEnd type="none" w="med" len="med"/>
            <a:tailEnd type="triangle" w="lg" len="lg"/>
          </a:ln>
        </p:spPr>
      </p:sp>
      <p:sp>
        <p:nvSpPr>
          <p:cNvPr id="525410" name="Straight Connector 525409"/>
          <p:cNvSpPr/>
          <p:nvPr/>
        </p:nvSpPr>
        <p:spPr>
          <a:xfrm flipV="1">
            <a:off x="3132138" y="3789363"/>
            <a:ext cx="1260475" cy="539750"/>
          </a:xfrm>
          <a:prstGeom prst="line">
            <a:avLst/>
          </a:prstGeom>
          <a:ln w="28575" cap="flat" cmpd="sng">
            <a:solidFill>
              <a:schemeClr val="accent2"/>
            </a:solidFill>
            <a:prstDash val="solid"/>
            <a:headEnd type="none" w="med" len="med"/>
            <a:tailEnd type="triangle" w="lg" len="lg"/>
          </a:ln>
        </p:spPr>
      </p:sp>
      <p:sp>
        <p:nvSpPr>
          <p:cNvPr id="525411" name="Text Box 525410"/>
          <p:cNvSpPr txBox="1"/>
          <p:nvPr/>
        </p:nvSpPr>
        <p:spPr>
          <a:xfrm>
            <a:off x="4751388" y="2513013"/>
            <a:ext cx="288925" cy="1460500"/>
          </a:xfrm>
          <a:prstGeom prst="rect">
            <a:avLst/>
          </a:prstGeom>
          <a:noFill/>
          <a:ln w="28575">
            <a:noFill/>
          </a:ln>
        </p:spPr>
        <p:txBody>
          <a:bodyPr lIns="0" tIns="0" rIns="0" bIns="0">
            <a:spAutoFit/>
          </a:bodyPr>
          <a:lstStyle/>
          <a:p>
            <a:pPr>
              <a:lnSpc>
                <a:spcPct val="100000"/>
              </a:lnSpc>
              <a:spcBef>
                <a:spcPct val="0"/>
              </a:spcBef>
              <a:buClr>
                <a:schemeClr val="bg1"/>
              </a:buClr>
            </a:pPr>
            <a:r>
              <a:rPr sz="2400" b="1">
                <a:solidFill>
                  <a:schemeClr val="accent1"/>
                </a:solidFill>
                <a:latin typeface="Times New Roman" panose="02020603050405020304" pitchFamily="18" charset="0"/>
                <a:cs typeface="Times New Roman" panose="02020603050405020304" pitchFamily="18" charset="0"/>
              </a:rPr>
              <a:t>1</a:t>
            </a:r>
          </a:p>
          <a:p>
            <a:pPr>
              <a:lnSpc>
                <a:spcPct val="100000"/>
              </a:lnSpc>
              <a:spcBef>
                <a:spcPct val="0"/>
              </a:spcBef>
              <a:buClr>
                <a:schemeClr val="bg1"/>
              </a:buClr>
            </a:pPr>
            <a:r>
              <a:rPr sz="2400" b="1">
                <a:solidFill>
                  <a:schemeClr val="accent1"/>
                </a:solidFill>
                <a:latin typeface="Times New Roman" panose="02020603050405020304" pitchFamily="18" charset="0"/>
                <a:cs typeface="Times New Roman" panose="02020603050405020304" pitchFamily="18" charset="0"/>
              </a:rPr>
              <a:t>1</a:t>
            </a:r>
          </a:p>
          <a:p>
            <a:pPr>
              <a:lnSpc>
                <a:spcPct val="100000"/>
              </a:lnSpc>
              <a:spcBef>
                <a:spcPct val="0"/>
              </a:spcBef>
              <a:buClr>
                <a:schemeClr val="bg1"/>
              </a:buClr>
            </a:pPr>
            <a:r>
              <a:rPr sz="2400" b="1">
                <a:latin typeface="Times New Roman" panose="02020603050405020304" pitchFamily="18" charset="0"/>
                <a:cs typeface="Times New Roman" panose="02020603050405020304" pitchFamily="18" charset="0"/>
              </a:rPr>
              <a:t>0</a:t>
            </a:r>
          </a:p>
          <a:p>
            <a:pPr>
              <a:lnSpc>
                <a:spcPct val="100000"/>
              </a:lnSpc>
              <a:spcBef>
                <a:spcPct val="0"/>
              </a:spcBef>
              <a:buClr>
                <a:schemeClr val="bg1"/>
              </a:buClr>
            </a:pPr>
            <a:r>
              <a:rPr sz="2400" b="1">
                <a:solidFill>
                  <a:schemeClr val="accent1"/>
                </a:solidFill>
                <a:latin typeface="Times New Roman" panose="02020603050405020304" pitchFamily="18" charset="0"/>
                <a:cs typeface="Times New Roman" panose="02020603050405020304" pitchFamily="18" charset="0"/>
              </a:rPr>
              <a:t>1</a:t>
            </a:r>
            <a:endParaRPr sz="2400" b="1" baseline="-25000">
              <a:solidFill>
                <a:schemeClr val="accent1"/>
              </a:solidFill>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34</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25398">
                                            <p:txEl>
                                              <p:pRg st="0" end="0"/>
                                            </p:txEl>
                                          </p:spTgt>
                                        </p:tgtEl>
                                        <p:attrNameLst>
                                          <p:attrName>style.visibility</p:attrName>
                                        </p:attrNameLst>
                                      </p:cBhvr>
                                      <p:to>
                                        <p:strVal val="visible"/>
                                      </p:to>
                                    </p:set>
                                    <p:animEffect transition="in" filter="wipe(left)">
                                      <p:cBhvr>
                                        <p:cTn id="7" dur="500"/>
                                        <p:tgtEl>
                                          <p:spTgt spid="525398">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25374"/>
                                        </p:tgtEl>
                                        <p:attrNameLst>
                                          <p:attrName>style.visibility</p:attrName>
                                        </p:attrNameLst>
                                      </p:cBhvr>
                                      <p:to>
                                        <p:strVal val="visible"/>
                                      </p:to>
                                    </p:set>
                                    <p:animEffect transition="in" filter="wipe(up)">
                                      <p:cBhvr>
                                        <p:cTn id="11" dur="500"/>
                                        <p:tgtEl>
                                          <p:spTgt spid="52537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25362"/>
                                        </p:tgtEl>
                                        <p:attrNameLst>
                                          <p:attrName>style.visibility</p:attrName>
                                        </p:attrNameLst>
                                      </p:cBhvr>
                                      <p:to>
                                        <p:strVal val="visible"/>
                                      </p:to>
                                    </p:set>
                                    <p:animEffect transition="in" filter="wipe(left)">
                                      <p:cBhvr>
                                        <p:cTn id="15" dur="500"/>
                                        <p:tgtEl>
                                          <p:spTgt spid="52536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525399"/>
                                        </p:tgtEl>
                                        <p:attrNameLst>
                                          <p:attrName>style.visibility</p:attrName>
                                        </p:attrNameLst>
                                      </p:cBhvr>
                                      <p:to>
                                        <p:strVal val="visible"/>
                                      </p:to>
                                    </p:set>
                                    <p:animEffect transition="in" filter="wipe(up)">
                                      <p:cBhvr>
                                        <p:cTn id="20" dur="500"/>
                                        <p:tgtEl>
                                          <p:spTgt spid="525399"/>
                                        </p:tgtEl>
                                      </p:cBhvr>
                                    </p:animEffect>
                                  </p:childTnLst>
                                </p:cTn>
                              </p:par>
                              <p:par>
                                <p:cTn id="21" presetID="22" presetClass="entr" presetSubtype="1" fill="hold" nodeType="withEffect">
                                  <p:stCondLst>
                                    <p:cond delay="0"/>
                                  </p:stCondLst>
                                  <p:childTnLst>
                                    <p:set>
                                      <p:cBhvr>
                                        <p:cTn id="22" dur="1" fill="hold">
                                          <p:stCondLst>
                                            <p:cond delay="0"/>
                                          </p:stCondLst>
                                        </p:cTn>
                                        <p:tgtEl>
                                          <p:spTgt spid="525403"/>
                                        </p:tgtEl>
                                        <p:attrNameLst>
                                          <p:attrName>style.visibility</p:attrName>
                                        </p:attrNameLst>
                                      </p:cBhvr>
                                      <p:to>
                                        <p:strVal val="visible"/>
                                      </p:to>
                                    </p:set>
                                    <p:animEffect transition="in" filter="wipe(up)">
                                      <p:cBhvr>
                                        <p:cTn id="23" dur="500"/>
                                        <p:tgtEl>
                                          <p:spTgt spid="525403"/>
                                        </p:tgtEl>
                                      </p:cBhvr>
                                    </p:animEffec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525400"/>
                                        </p:tgtEl>
                                        <p:attrNameLst>
                                          <p:attrName>style.visibility</p:attrName>
                                        </p:attrNameLst>
                                      </p:cBhvr>
                                      <p:to>
                                        <p:strVal val="visible"/>
                                      </p:to>
                                    </p:set>
                                    <p:animEffect transition="in" filter="wipe(left)">
                                      <p:cBhvr>
                                        <p:cTn id="27" dur="500"/>
                                        <p:tgtEl>
                                          <p:spTgt spid="525400"/>
                                        </p:tgtEl>
                                      </p:cBhvr>
                                    </p:animEffect>
                                  </p:childTnLst>
                                </p:cTn>
                              </p:par>
                              <p:par>
                                <p:cTn id="28" presetID="22" presetClass="entr" presetSubtype="8" fill="hold" nodeType="withEffect">
                                  <p:stCondLst>
                                    <p:cond delay="0"/>
                                  </p:stCondLst>
                                  <p:childTnLst>
                                    <p:set>
                                      <p:cBhvr>
                                        <p:cTn id="29" dur="1" fill="hold">
                                          <p:stCondLst>
                                            <p:cond delay="0"/>
                                          </p:stCondLst>
                                        </p:cTn>
                                        <p:tgtEl>
                                          <p:spTgt spid="525404"/>
                                        </p:tgtEl>
                                        <p:attrNameLst>
                                          <p:attrName>style.visibility</p:attrName>
                                        </p:attrNameLst>
                                      </p:cBhvr>
                                      <p:to>
                                        <p:strVal val="visible"/>
                                      </p:to>
                                    </p:set>
                                    <p:animEffect transition="in" filter="wipe(left)">
                                      <p:cBhvr>
                                        <p:cTn id="30" dur="500"/>
                                        <p:tgtEl>
                                          <p:spTgt spid="525404"/>
                                        </p:tgtEl>
                                      </p:cBhvr>
                                    </p:animEffect>
                                  </p:childTnLst>
                                </p:cTn>
                              </p:par>
                            </p:childTnLst>
                          </p:cTn>
                        </p:par>
                        <p:par>
                          <p:cTn id="31" fill="hold">
                            <p:stCondLst>
                              <p:cond delay="1000"/>
                            </p:stCondLst>
                            <p:childTnLst>
                              <p:par>
                                <p:cTn id="32" presetID="22" presetClass="entr" presetSubtype="4" fill="hold" nodeType="afterEffect">
                                  <p:stCondLst>
                                    <p:cond delay="0"/>
                                  </p:stCondLst>
                                  <p:childTnLst>
                                    <p:set>
                                      <p:cBhvr>
                                        <p:cTn id="33" dur="1" fill="hold">
                                          <p:stCondLst>
                                            <p:cond delay="0"/>
                                          </p:stCondLst>
                                        </p:cTn>
                                        <p:tgtEl>
                                          <p:spTgt spid="525401"/>
                                        </p:tgtEl>
                                        <p:attrNameLst>
                                          <p:attrName>style.visibility</p:attrName>
                                        </p:attrNameLst>
                                      </p:cBhvr>
                                      <p:to>
                                        <p:strVal val="visible"/>
                                      </p:to>
                                    </p:set>
                                    <p:animEffect transition="in" filter="wipe(down)">
                                      <p:cBhvr>
                                        <p:cTn id="34" dur="500"/>
                                        <p:tgtEl>
                                          <p:spTgt spid="525401"/>
                                        </p:tgtEl>
                                      </p:cBhvr>
                                    </p:animEffect>
                                  </p:childTnLst>
                                </p:cTn>
                              </p:par>
                              <p:par>
                                <p:cTn id="35" presetID="22" presetClass="entr" presetSubtype="4" fill="hold" nodeType="withEffect">
                                  <p:stCondLst>
                                    <p:cond delay="0"/>
                                  </p:stCondLst>
                                  <p:childTnLst>
                                    <p:set>
                                      <p:cBhvr>
                                        <p:cTn id="36" dur="1" fill="hold">
                                          <p:stCondLst>
                                            <p:cond delay="0"/>
                                          </p:stCondLst>
                                        </p:cTn>
                                        <p:tgtEl>
                                          <p:spTgt spid="525405"/>
                                        </p:tgtEl>
                                        <p:attrNameLst>
                                          <p:attrName>style.visibility</p:attrName>
                                        </p:attrNameLst>
                                      </p:cBhvr>
                                      <p:to>
                                        <p:strVal val="visible"/>
                                      </p:to>
                                    </p:set>
                                    <p:animEffect transition="in" filter="wipe(down)">
                                      <p:cBhvr>
                                        <p:cTn id="37" dur="500"/>
                                        <p:tgtEl>
                                          <p:spTgt spid="525405"/>
                                        </p:tgtEl>
                                      </p:cBhvr>
                                    </p:animEffect>
                                  </p:childTnLst>
                                </p:cTn>
                              </p:par>
                            </p:childTnLst>
                          </p:cTn>
                        </p:par>
                        <p:par>
                          <p:cTn id="38" fill="hold">
                            <p:stCondLst>
                              <p:cond delay="1500"/>
                            </p:stCondLst>
                            <p:childTnLst>
                              <p:par>
                                <p:cTn id="39" presetID="22" presetClass="entr" presetSubtype="4" fill="hold" grpId="0" nodeType="afterEffect">
                                  <p:stCondLst>
                                    <p:cond delay="0"/>
                                  </p:stCondLst>
                                  <p:childTnLst>
                                    <p:set>
                                      <p:cBhvr>
                                        <p:cTn id="40" dur="1" fill="hold">
                                          <p:stCondLst>
                                            <p:cond delay="0"/>
                                          </p:stCondLst>
                                        </p:cTn>
                                        <p:tgtEl>
                                          <p:spTgt spid="525402"/>
                                        </p:tgtEl>
                                        <p:attrNameLst>
                                          <p:attrName>style.visibility</p:attrName>
                                        </p:attrNameLst>
                                      </p:cBhvr>
                                      <p:to>
                                        <p:strVal val="visible"/>
                                      </p:to>
                                    </p:set>
                                    <p:animEffect transition="in" filter="wipe(down)">
                                      <p:cBhvr>
                                        <p:cTn id="41" dur="500"/>
                                        <p:tgtEl>
                                          <p:spTgt spid="525402"/>
                                        </p:tgtEl>
                                      </p:cBhvr>
                                    </p:animEffect>
                                  </p:childTnLst>
                                </p:cTn>
                              </p:par>
                            </p:childTnLst>
                          </p:cTn>
                        </p:par>
                        <p:par>
                          <p:cTn id="42" fill="hold">
                            <p:stCondLst>
                              <p:cond delay="2000"/>
                            </p:stCondLst>
                            <p:childTnLst>
                              <p:par>
                                <p:cTn id="43" presetID="22" presetClass="entr" presetSubtype="8" fill="hold" grpId="0" nodeType="afterEffect">
                                  <p:stCondLst>
                                    <p:cond delay="0"/>
                                  </p:stCondLst>
                                  <p:childTnLst>
                                    <p:set>
                                      <p:cBhvr>
                                        <p:cTn id="44" dur="1" fill="hold">
                                          <p:stCondLst>
                                            <p:cond delay="0"/>
                                          </p:stCondLst>
                                        </p:cTn>
                                        <p:tgtEl>
                                          <p:spTgt spid="525406"/>
                                        </p:tgtEl>
                                        <p:attrNameLst>
                                          <p:attrName>style.visibility</p:attrName>
                                        </p:attrNameLst>
                                      </p:cBhvr>
                                      <p:to>
                                        <p:strVal val="visible"/>
                                      </p:to>
                                    </p:set>
                                    <p:animEffect transition="in" filter="wipe(left)">
                                      <p:cBhvr>
                                        <p:cTn id="45" dur="500"/>
                                        <p:tgtEl>
                                          <p:spTgt spid="52540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525407"/>
                                        </p:tgtEl>
                                        <p:attrNameLst>
                                          <p:attrName>style.visibility</p:attrName>
                                        </p:attrNameLst>
                                      </p:cBhvr>
                                      <p:to>
                                        <p:strVal val="visible"/>
                                      </p:to>
                                    </p:set>
                                    <p:animEffect transition="in" filter="wipe(left)">
                                      <p:cBhvr>
                                        <p:cTn id="50" dur="500"/>
                                        <p:tgtEl>
                                          <p:spTgt spid="525407"/>
                                        </p:tgtEl>
                                      </p:cBhvr>
                                    </p:animEffect>
                                  </p:childTnLst>
                                </p:cTn>
                              </p:par>
                            </p:childTnLst>
                          </p:cTn>
                        </p:par>
                        <p:par>
                          <p:cTn id="51" fill="hold">
                            <p:stCondLst>
                              <p:cond delay="500"/>
                            </p:stCondLst>
                            <p:childTnLst>
                              <p:par>
                                <p:cTn id="52" presetID="22" presetClass="entr" presetSubtype="8" fill="hold" nodeType="afterEffect">
                                  <p:stCondLst>
                                    <p:cond delay="0"/>
                                  </p:stCondLst>
                                  <p:childTnLst>
                                    <p:set>
                                      <p:cBhvr>
                                        <p:cTn id="53" dur="1" fill="hold">
                                          <p:stCondLst>
                                            <p:cond delay="0"/>
                                          </p:stCondLst>
                                        </p:cTn>
                                        <p:tgtEl>
                                          <p:spTgt spid="525408"/>
                                        </p:tgtEl>
                                        <p:attrNameLst>
                                          <p:attrName>style.visibility</p:attrName>
                                        </p:attrNameLst>
                                      </p:cBhvr>
                                      <p:to>
                                        <p:strVal val="visible"/>
                                      </p:to>
                                    </p:set>
                                    <p:animEffect transition="in" filter="wipe(left)">
                                      <p:cBhvr>
                                        <p:cTn id="54" dur="500"/>
                                        <p:tgtEl>
                                          <p:spTgt spid="525408"/>
                                        </p:tgtEl>
                                      </p:cBhvr>
                                    </p:animEffect>
                                  </p:childTnLst>
                                </p:cTn>
                              </p:par>
                            </p:childTnLst>
                          </p:cTn>
                        </p:par>
                        <p:par>
                          <p:cTn id="55" fill="hold">
                            <p:stCondLst>
                              <p:cond delay="1000"/>
                            </p:stCondLst>
                            <p:childTnLst>
                              <p:par>
                                <p:cTn id="56" presetID="22" presetClass="entr" presetSubtype="8" fill="hold" nodeType="afterEffect">
                                  <p:stCondLst>
                                    <p:cond delay="0"/>
                                  </p:stCondLst>
                                  <p:childTnLst>
                                    <p:set>
                                      <p:cBhvr>
                                        <p:cTn id="57" dur="1" fill="hold">
                                          <p:stCondLst>
                                            <p:cond delay="0"/>
                                          </p:stCondLst>
                                        </p:cTn>
                                        <p:tgtEl>
                                          <p:spTgt spid="525409"/>
                                        </p:tgtEl>
                                        <p:attrNameLst>
                                          <p:attrName>style.visibility</p:attrName>
                                        </p:attrNameLst>
                                      </p:cBhvr>
                                      <p:to>
                                        <p:strVal val="visible"/>
                                      </p:to>
                                    </p:set>
                                    <p:animEffect transition="in" filter="wipe(left)">
                                      <p:cBhvr>
                                        <p:cTn id="58" dur="500"/>
                                        <p:tgtEl>
                                          <p:spTgt spid="525409"/>
                                        </p:tgtEl>
                                      </p:cBhvr>
                                    </p:animEffect>
                                  </p:childTnLst>
                                </p:cTn>
                              </p:par>
                            </p:childTnLst>
                          </p:cTn>
                        </p:par>
                        <p:par>
                          <p:cTn id="59" fill="hold">
                            <p:stCondLst>
                              <p:cond delay="1500"/>
                            </p:stCondLst>
                            <p:childTnLst>
                              <p:par>
                                <p:cTn id="60" presetID="22" presetClass="entr" presetSubtype="8" fill="hold" nodeType="afterEffect">
                                  <p:stCondLst>
                                    <p:cond delay="0"/>
                                  </p:stCondLst>
                                  <p:childTnLst>
                                    <p:set>
                                      <p:cBhvr>
                                        <p:cTn id="61" dur="1" fill="hold">
                                          <p:stCondLst>
                                            <p:cond delay="0"/>
                                          </p:stCondLst>
                                        </p:cTn>
                                        <p:tgtEl>
                                          <p:spTgt spid="525410"/>
                                        </p:tgtEl>
                                        <p:attrNameLst>
                                          <p:attrName>style.visibility</p:attrName>
                                        </p:attrNameLst>
                                      </p:cBhvr>
                                      <p:to>
                                        <p:strVal val="visible"/>
                                      </p:to>
                                    </p:set>
                                    <p:animEffect transition="in" filter="wipe(left)">
                                      <p:cBhvr>
                                        <p:cTn id="62" dur="500"/>
                                        <p:tgtEl>
                                          <p:spTgt spid="525410"/>
                                        </p:tgtEl>
                                      </p:cBhvr>
                                    </p:animEffect>
                                  </p:childTnLst>
                                </p:cTn>
                              </p:par>
                            </p:childTnLst>
                          </p:cTn>
                        </p:par>
                        <p:par>
                          <p:cTn id="63" fill="hold">
                            <p:stCondLst>
                              <p:cond delay="2000"/>
                            </p:stCondLst>
                            <p:childTnLst>
                              <p:par>
                                <p:cTn id="64" presetID="22" presetClass="entr" presetSubtype="1" fill="hold" grpId="0" nodeType="afterEffect">
                                  <p:stCondLst>
                                    <p:cond delay="0"/>
                                  </p:stCondLst>
                                  <p:childTnLst>
                                    <p:set>
                                      <p:cBhvr>
                                        <p:cTn id="65" dur="1" fill="hold">
                                          <p:stCondLst>
                                            <p:cond delay="0"/>
                                          </p:stCondLst>
                                        </p:cTn>
                                        <p:tgtEl>
                                          <p:spTgt spid="525411"/>
                                        </p:tgtEl>
                                        <p:attrNameLst>
                                          <p:attrName>style.visibility</p:attrName>
                                        </p:attrNameLst>
                                      </p:cBhvr>
                                      <p:to>
                                        <p:strVal val="visible"/>
                                      </p:to>
                                    </p:set>
                                    <p:animEffect transition="in" filter="wipe(up)">
                                      <p:cBhvr>
                                        <p:cTn id="66" dur="500"/>
                                        <p:tgtEl>
                                          <p:spTgt spid="525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402" grpId="0"/>
      <p:bldP spid="525406" grpId="0"/>
      <p:bldP spid="52541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2945" tIns="41473" rIns="82945" bIns="41473"/>
          <a:lstStyle>
            <a:lvl1pPr eaLnBrk="0">
              <a:tabLst>
                <a:tab pos="656650" algn="l"/>
                <a:tab pos="1313299" algn="l"/>
                <a:tab pos="1969949" algn="l"/>
              </a:tabLst>
              <a:defRPr>
                <a:solidFill>
                  <a:schemeClr val="tx1"/>
                </a:solidFill>
                <a:latin typeface="Arial" pitchFamily="34" charset="0"/>
                <a:cs typeface="Lucida Sans Unicode" pitchFamily="34" charset="0"/>
              </a:defRPr>
            </a:lvl1pPr>
            <a:lvl2pPr eaLnBrk="0">
              <a:tabLst>
                <a:tab pos="656650" algn="l"/>
                <a:tab pos="1313299" algn="l"/>
                <a:tab pos="1969949" algn="l"/>
              </a:tabLst>
              <a:defRPr>
                <a:solidFill>
                  <a:schemeClr val="tx1"/>
                </a:solidFill>
                <a:latin typeface="Arial" pitchFamily="34" charset="0"/>
                <a:cs typeface="Lucida Sans Unicode" pitchFamily="34" charset="0"/>
              </a:defRPr>
            </a:lvl2pPr>
            <a:lvl3pPr eaLnBrk="0">
              <a:tabLst>
                <a:tab pos="656650" algn="l"/>
                <a:tab pos="1313299" algn="l"/>
                <a:tab pos="1969949" algn="l"/>
              </a:tabLst>
              <a:defRPr>
                <a:solidFill>
                  <a:schemeClr val="tx1"/>
                </a:solidFill>
                <a:latin typeface="Arial" pitchFamily="34" charset="0"/>
                <a:cs typeface="Lucida Sans Unicode" pitchFamily="34" charset="0"/>
              </a:defRPr>
            </a:lvl3pPr>
            <a:lvl4pPr eaLnBrk="0">
              <a:tabLst>
                <a:tab pos="656650" algn="l"/>
                <a:tab pos="1313299" algn="l"/>
                <a:tab pos="1969949" algn="l"/>
              </a:tabLst>
              <a:defRPr>
                <a:solidFill>
                  <a:schemeClr val="tx1"/>
                </a:solidFill>
                <a:latin typeface="Arial" pitchFamily="34" charset="0"/>
                <a:cs typeface="Lucida Sans Unicode" pitchFamily="34" charset="0"/>
              </a:defRPr>
            </a:lvl4pPr>
            <a:lvl5pPr eaLnBrk="0">
              <a:tabLst>
                <a:tab pos="656650" algn="l"/>
                <a:tab pos="1313299" algn="l"/>
                <a:tab pos="1969949" algn="l"/>
              </a:tabLst>
              <a:defRPr>
                <a:solidFill>
                  <a:schemeClr val="tx1"/>
                </a:solidFill>
                <a:latin typeface="Arial" pitchFamily="34" charset="0"/>
                <a:cs typeface="Lucida Sans Unicode" pitchFamily="34" charset="0"/>
              </a:defRPr>
            </a:lvl5pPr>
            <a:lvl6pPr marL="2280994"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6pPr>
            <a:lvl7pPr marL="2695720"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7pPr>
            <a:lvl8pPr marL="3110446"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8pPr>
            <a:lvl9pPr marL="3525172" indent="-207363" defTabSz="414726" eaLnBrk="0" fontAlgn="base" hangingPunct="0">
              <a:lnSpc>
                <a:spcPct val="93000"/>
              </a:lnSpc>
              <a:spcBef>
                <a:spcPct val="0"/>
              </a:spcBef>
              <a:spcAft>
                <a:spcPct val="0"/>
              </a:spcAft>
              <a:buClr>
                <a:srgbClr val="000000"/>
              </a:buClr>
              <a:buSzPct val="100000"/>
              <a:buFont typeface="Times New Roman" pitchFamily="18" charset="0"/>
              <a:tabLst>
                <a:tab pos="656650" algn="l"/>
                <a:tab pos="1313299" algn="l"/>
                <a:tab pos="1969949" algn="l"/>
              </a:tabLst>
              <a:defRPr>
                <a:solidFill>
                  <a:schemeClr val="tx1"/>
                </a:solidFill>
                <a:latin typeface="Arial" pitchFamily="34" charset="0"/>
                <a:cs typeface="Lucida Sans Unicode" pitchFamily="34" charset="0"/>
              </a:defRPr>
            </a:lvl9pPr>
          </a:lstStyle>
          <a:p>
            <a:pPr eaLnBrk="1">
              <a:buFont typeface="Times New Roman" pitchFamily="18" charset="0"/>
              <a:buNone/>
            </a:pPr>
            <a:fld id="{09F672C2-F6DB-4EF9-B404-193B43F5C273}" type="slidenum">
              <a:rPr lang="en-US" smtClean="0">
                <a:solidFill>
                  <a:srgbClr val="000000"/>
                </a:solidFill>
                <a:latin typeface="Times New Roman" pitchFamily="18" charset="0"/>
              </a:rPr>
              <a:pPr eaLnBrk="1">
                <a:buFont typeface="Times New Roman" pitchFamily="18" charset="0"/>
                <a:buNone/>
              </a:pPr>
              <a:t>35</a:t>
            </a:fld>
            <a:endParaRPr lang="en-US" smtClean="0">
              <a:solidFill>
                <a:srgbClr val="000000"/>
              </a:solidFill>
              <a:latin typeface="Times New Roman" pitchFamily="18" charset="0"/>
            </a:endParaRPr>
          </a:p>
        </p:txBody>
      </p:sp>
      <p:sp>
        <p:nvSpPr>
          <p:cNvPr id="12293" name="Rectangle 1"/>
          <p:cNvSpPr>
            <a:spLocks noGrp="1" noChangeArrowheads="1"/>
          </p:cNvSpPr>
          <p:nvPr>
            <p:ph type="title"/>
          </p:nvPr>
        </p:nvSpPr>
        <p:spPr>
          <a:xfrm>
            <a:off x="456481" y="273629"/>
            <a:ext cx="8228160" cy="1144921"/>
          </a:xfrm>
        </p:spPr>
        <p:txBody>
          <a:bodyPr lIns="82945" tIns="35203" rIns="82945" bIns="41473"/>
          <a:lstStyle/>
          <a:p>
            <a:pPr eaLnBrk="1">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mtClean="0"/>
              <a:t>Demultiplexers</a:t>
            </a:r>
          </a:p>
        </p:txBody>
      </p:sp>
      <p:sp>
        <p:nvSpPr>
          <p:cNvPr id="12294" name="Rectangle 2"/>
          <p:cNvSpPr>
            <a:spLocks noGrp="1" noChangeArrowheads="1"/>
          </p:cNvSpPr>
          <p:nvPr>
            <p:ph type="body" idx="1"/>
          </p:nvPr>
        </p:nvSpPr>
        <p:spPr>
          <a:xfrm>
            <a:off x="0" y="188640"/>
            <a:ext cx="9000492" cy="6619297"/>
          </a:xfrm>
        </p:spPr>
        <p:txBody>
          <a:bodyPr tIns="22401"/>
          <a:lstStyle/>
          <a:p>
            <a:pPr marL="391686" indent="-293764" eaLnBrk="1">
              <a:buClr>
                <a:srgbClr val="FF6633"/>
              </a:buClr>
              <a:buSzPct val="45000"/>
              <a:buFont typeface="Wingdings" pitchFamily="2"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500" dirty="0"/>
              <a:t>A </a:t>
            </a:r>
            <a:r>
              <a:rPr lang="en-US" sz="2500" dirty="0" err="1"/>
              <a:t>demultiplexer</a:t>
            </a:r>
            <a:r>
              <a:rPr lang="en-US" sz="2500" dirty="0"/>
              <a:t> has</a:t>
            </a:r>
          </a:p>
          <a:p>
            <a:pPr marL="1566743" lvl="1" indent="-519848" eaLnBrk="1">
              <a:buClr>
                <a:srgbClr val="FF6633"/>
              </a:buClr>
              <a:buSzPct val="75000"/>
              <a:buFont typeface="Wingdings" pitchFamily="2" charset="2"/>
              <a:buChar char="Ø"/>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200" dirty="0"/>
              <a:t>N control inputs</a:t>
            </a:r>
          </a:p>
          <a:p>
            <a:pPr marL="1566743" lvl="1" indent="-519848" eaLnBrk="1">
              <a:buClr>
                <a:srgbClr val="FF6633"/>
              </a:buClr>
              <a:buSzPct val="75000"/>
              <a:buFont typeface="Wingdings" pitchFamily="2" charset="2"/>
              <a:buChar char="Ø"/>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200" dirty="0"/>
              <a:t>1 data input</a:t>
            </a:r>
          </a:p>
          <a:p>
            <a:pPr marL="1566743" lvl="1" indent="-519848" eaLnBrk="1">
              <a:buClr>
                <a:srgbClr val="FF6633"/>
              </a:buClr>
              <a:buSzPct val="75000"/>
              <a:buFont typeface="Wingdings" pitchFamily="2" charset="2"/>
              <a:buChar char="Ø"/>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200" dirty="0"/>
              <a:t>2</a:t>
            </a:r>
            <a:r>
              <a:rPr lang="en-US" sz="2200" baseline="40000" dirty="0"/>
              <a:t>N</a:t>
            </a:r>
            <a:r>
              <a:rPr lang="en-US" sz="2200" dirty="0"/>
              <a:t> outputs</a:t>
            </a:r>
          </a:p>
          <a:p>
            <a:pPr marL="440822" indent="-342900" eaLnBrk="1">
              <a:buClr>
                <a:srgbClr val="FF6633"/>
              </a:buClr>
              <a:buSzPct val="45000"/>
              <a:buFont typeface="Wingdings" pitchFamily="2" charset="2"/>
              <a:buChar char="Ø"/>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500" dirty="0"/>
              <a:t>A </a:t>
            </a:r>
            <a:r>
              <a:rPr lang="en-US" sz="2400" dirty="0" err="1"/>
              <a:t>demultiplexer</a:t>
            </a:r>
            <a:r>
              <a:rPr lang="en-US" sz="2400" dirty="0"/>
              <a:t> routes (or connects) the data input to the selected output</a:t>
            </a:r>
            <a:r>
              <a:rPr lang="en-US" sz="2400" dirty="0" smtClean="0"/>
              <a:t>.</a:t>
            </a:r>
            <a:endParaRPr lang="en-US" sz="2400" dirty="0"/>
          </a:p>
          <a:p>
            <a:pPr marL="580170" indent="-342900" eaLnBrk="1">
              <a:buClr>
                <a:srgbClr val="FF6633"/>
              </a:buClr>
              <a:buSzPct val="75000"/>
              <a:buFont typeface="Wingdings" pitchFamily="2" charset="2"/>
              <a:buChar char="Ø"/>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400" dirty="0"/>
              <a:t>The value of the control inputs determines the output that is </a:t>
            </a:r>
            <a:r>
              <a:rPr lang="en-US" sz="2400" dirty="0" smtClean="0"/>
              <a:t>selected.</a:t>
            </a:r>
          </a:p>
          <a:p>
            <a:pPr marL="580170" indent="-342900" eaLnBrk="1">
              <a:buClr>
                <a:srgbClr val="FF6633"/>
              </a:buClr>
              <a:buSzPct val="75000"/>
              <a:buFont typeface="Wingdings" pitchFamily="2" charset="2"/>
              <a:buChar char="Ø"/>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2500" dirty="0" smtClean="0"/>
              <a:t>A </a:t>
            </a:r>
            <a:r>
              <a:rPr lang="en-US" sz="2500" dirty="0" err="1"/>
              <a:t>demultiplexer</a:t>
            </a:r>
            <a:r>
              <a:rPr lang="en-US" sz="2500" dirty="0"/>
              <a:t> performs the opposite function of a multiplexer.</a:t>
            </a:r>
          </a:p>
        </p:txBody>
      </p:sp>
    </p:spTree>
    <p:extLst>
      <p:ext uri="{BB962C8B-B14F-4D97-AF65-F5344CB8AC3E}">
        <p14:creationId xmlns:p14="http://schemas.microsoft.com/office/powerpoint/2010/main" val="354238853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8" name="Title 541697"/>
          <p:cNvSpPr>
            <a:spLocks noGrp="1"/>
          </p:cNvSpPr>
          <p:nvPr>
            <p:ph type="title"/>
          </p:nvPr>
        </p:nvSpPr>
        <p:spPr/>
        <p:txBody>
          <a:bodyPr lIns="63500" tIns="25400" rIns="63500" bIns="25400">
            <a:spAutoFit/>
          </a:bodyPr>
          <a:lstStyle/>
          <a:p>
            <a:r>
              <a:rPr err="1"/>
              <a:t>DeMultiplexers</a:t>
            </a:r>
          </a:p>
        </p:txBody>
      </p:sp>
      <p:graphicFrame>
        <p:nvGraphicFramePr>
          <p:cNvPr id="541700" name="Object 541699"/>
          <p:cNvGraphicFramePr/>
          <p:nvPr/>
        </p:nvGraphicFramePr>
        <p:xfrm>
          <a:off x="4392613" y="908050"/>
          <a:ext cx="4498975" cy="2692400"/>
        </p:xfrm>
        <a:graphic>
          <a:graphicData uri="http://schemas.openxmlformats.org/presentationml/2006/ole">
            <mc:AlternateContent xmlns:mc="http://schemas.openxmlformats.org/markup-compatibility/2006">
              <mc:Choice xmlns:v="urn:schemas-microsoft-com:vml" Requires="v">
                <p:oleObj spid="_x0000_s36941" r:id="rId4" imgW="4079875" imgH="2447925" progId="Visio.Drawing.11">
                  <p:embed/>
                </p:oleObj>
              </mc:Choice>
              <mc:Fallback>
                <p:oleObj r:id="rId4" imgW="4079875" imgH="2447925" progId="Visio.Drawing.11">
                  <p:embed/>
                  <p:pic>
                    <p:nvPicPr>
                      <p:cNvPr id="0" name="Picture 3082"/>
                      <p:cNvPicPr/>
                      <p:nvPr/>
                    </p:nvPicPr>
                    <p:blipFill>
                      <a:blip r:embed="rId5"/>
                      <a:stretch>
                        <a:fillRect/>
                      </a:stretch>
                    </p:blipFill>
                    <p:spPr>
                      <a:xfrm>
                        <a:off x="4392613" y="908050"/>
                        <a:ext cx="4498975" cy="2692400"/>
                      </a:xfrm>
                      <a:prstGeom prst="rect">
                        <a:avLst/>
                      </a:prstGeom>
                      <a:noFill/>
                      <a:ln w="38100">
                        <a:noFill/>
                        <a:miter/>
                      </a:ln>
                    </p:spPr>
                  </p:pic>
                </p:oleObj>
              </mc:Fallback>
            </mc:AlternateContent>
          </a:graphicData>
        </a:graphic>
      </p:graphicFrame>
      <p:grpSp>
        <p:nvGrpSpPr>
          <p:cNvPr id="541737" name="Group 541736"/>
          <p:cNvGrpSpPr/>
          <p:nvPr/>
        </p:nvGrpSpPr>
        <p:grpSpPr>
          <a:xfrm>
            <a:off x="431800" y="1268413"/>
            <a:ext cx="3060700" cy="2160587"/>
            <a:chOff x="385" y="2614"/>
            <a:chExt cx="1928" cy="1361"/>
          </a:xfrm>
        </p:grpSpPr>
        <p:sp>
          <p:nvSpPr>
            <p:cNvPr id="541702" name="Rounded Rectangle 541701"/>
            <p:cNvSpPr/>
            <p:nvPr/>
          </p:nvSpPr>
          <p:spPr>
            <a:xfrm flipH="1">
              <a:off x="725" y="2614"/>
              <a:ext cx="1249" cy="1134"/>
            </a:xfrm>
            <a:prstGeom prst="roundRect">
              <a:avLst>
                <a:gd name="adj" fmla="val 16667"/>
              </a:avLst>
            </a:prstGeom>
            <a:solidFill>
              <a:srgbClr val="FFFF00"/>
            </a:solidFill>
            <a:ln w="28575" cap="flat" cmpd="sng">
              <a:solidFill>
                <a:srgbClr val="008000"/>
              </a:solidFill>
              <a:prstDash val="solid"/>
              <a:headEnd type="none" w="med" len="med"/>
              <a:tailEnd type="none" w="med" len="med"/>
            </a:ln>
          </p:spPr>
          <p:txBody>
            <a:bodyPr wrap="none" lIns="0" tIns="0" rIns="0" bIns="0" anchor="ctr" anchorCtr="1"/>
            <a:lstStyle/>
            <a:p>
              <a:pPr>
                <a:buClr>
                  <a:schemeClr val="bg1"/>
                </a:buClr>
              </a:pPr>
              <a:r>
                <a:rPr sz="2400" b="1" err="1">
                  <a:solidFill>
                    <a:schemeClr val="accent1"/>
                  </a:solidFill>
                  <a:latin typeface="Times New Roman" panose="02020603050405020304" pitchFamily="18" charset="0"/>
                  <a:cs typeface="Times New Roman" panose="02020603050405020304" pitchFamily="18" charset="0"/>
                </a:rPr>
                <a:t>DeMUX</a:t>
              </a:r>
              <a:endParaRPr sz="2400" b="1">
                <a:solidFill>
                  <a:schemeClr val="accent1"/>
                </a:solidFill>
                <a:latin typeface="Times New Roman" panose="02020603050405020304" pitchFamily="18" charset="0"/>
                <a:ea typeface="Times New Roman" panose="02020603050405020304" pitchFamily="18" charset="0"/>
              </a:endParaRPr>
            </a:p>
          </p:txBody>
        </p:sp>
        <p:sp>
          <p:nvSpPr>
            <p:cNvPr id="541703" name="Straight Connector 541702"/>
            <p:cNvSpPr/>
            <p:nvPr/>
          </p:nvSpPr>
          <p:spPr>
            <a:xfrm rot="-5400000">
              <a:off x="1324" y="3861"/>
              <a:ext cx="227" cy="0"/>
            </a:xfrm>
            <a:prstGeom prst="line">
              <a:avLst/>
            </a:prstGeom>
            <a:ln w="38100" cap="flat" cmpd="sng">
              <a:solidFill>
                <a:schemeClr val="accent2"/>
              </a:solidFill>
              <a:prstDash val="solid"/>
              <a:headEnd type="none" w="med" len="med"/>
              <a:tailEnd type="none" w="med" len="med"/>
            </a:ln>
          </p:spPr>
        </p:sp>
        <p:sp>
          <p:nvSpPr>
            <p:cNvPr id="541704" name="Straight Connector 541703"/>
            <p:cNvSpPr/>
            <p:nvPr/>
          </p:nvSpPr>
          <p:spPr>
            <a:xfrm rot="-5400000">
              <a:off x="1097" y="3861"/>
              <a:ext cx="227" cy="0"/>
            </a:xfrm>
            <a:prstGeom prst="line">
              <a:avLst/>
            </a:prstGeom>
            <a:ln w="38100" cap="flat" cmpd="sng">
              <a:solidFill>
                <a:schemeClr val="accent2"/>
              </a:solidFill>
              <a:prstDash val="solid"/>
              <a:headEnd type="none" w="med" len="med"/>
              <a:tailEnd type="none" w="med" len="med"/>
            </a:ln>
          </p:spPr>
        </p:sp>
        <p:sp>
          <p:nvSpPr>
            <p:cNvPr id="541705" name="Text Box 541704"/>
            <p:cNvSpPr txBox="1"/>
            <p:nvPr/>
          </p:nvSpPr>
          <p:spPr>
            <a:xfrm>
              <a:off x="725" y="3067"/>
              <a:ext cx="226" cy="230"/>
            </a:xfrm>
            <a:prstGeom prst="rect">
              <a:avLst/>
            </a:prstGeom>
            <a:noFill/>
            <a:ln w="28575">
              <a:noFill/>
            </a:ln>
          </p:spPr>
          <p:txBody>
            <a:bodyPr lIns="0" tIns="0" rIns="0" bIns="0">
              <a:spAutoFit/>
            </a:bodyPr>
            <a:lstStyle/>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endParaRPr sz="2400" b="1" i="1" baseline="-25000">
                <a:latin typeface="Times New Roman" panose="02020603050405020304" pitchFamily="18" charset="0"/>
                <a:ea typeface="Times New Roman" panose="02020603050405020304" pitchFamily="18" charset="0"/>
              </a:endParaRPr>
            </a:p>
          </p:txBody>
        </p:sp>
        <p:sp>
          <p:nvSpPr>
            <p:cNvPr id="541706" name="Straight Connector 541705"/>
            <p:cNvSpPr/>
            <p:nvPr/>
          </p:nvSpPr>
          <p:spPr>
            <a:xfrm>
              <a:off x="1972" y="2841"/>
              <a:ext cx="341" cy="0"/>
            </a:xfrm>
            <a:prstGeom prst="line">
              <a:avLst/>
            </a:prstGeom>
            <a:ln w="38100" cap="flat" cmpd="sng">
              <a:solidFill>
                <a:schemeClr val="accent2"/>
              </a:solidFill>
              <a:prstDash val="solid"/>
              <a:headEnd type="none" w="med" len="med"/>
              <a:tailEnd type="none" w="med" len="med"/>
            </a:ln>
          </p:spPr>
        </p:sp>
        <p:sp>
          <p:nvSpPr>
            <p:cNvPr id="541707" name="Text Box 541706"/>
            <p:cNvSpPr txBox="1"/>
            <p:nvPr/>
          </p:nvSpPr>
          <p:spPr>
            <a:xfrm>
              <a:off x="1746" y="2702"/>
              <a:ext cx="226" cy="920"/>
            </a:xfrm>
            <a:prstGeom prst="rect">
              <a:avLst/>
            </a:prstGeom>
            <a:noFill/>
            <a:ln w="28575">
              <a:noFill/>
            </a:ln>
          </p:spPr>
          <p:txBody>
            <a:bodyPr lIns="0" tIns="0" rIns="0" bIns="0">
              <a:spAutoFit/>
            </a:bodyPr>
            <a:lstStyle/>
            <a:p>
              <a:pPr algn="l">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3</a:t>
              </a:r>
            </a:p>
            <a:p>
              <a:pPr algn="l">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2</a:t>
              </a:r>
            </a:p>
            <a:p>
              <a:pPr algn="l">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1</a:t>
              </a:r>
            </a:p>
            <a:p>
              <a:pPr algn="l">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41708" name="Straight Connector 541707"/>
            <p:cNvSpPr/>
            <p:nvPr/>
          </p:nvSpPr>
          <p:spPr>
            <a:xfrm>
              <a:off x="1972" y="3068"/>
              <a:ext cx="341" cy="0"/>
            </a:xfrm>
            <a:prstGeom prst="line">
              <a:avLst/>
            </a:prstGeom>
            <a:ln w="38100" cap="flat" cmpd="sng">
              <a:solidFill>
                <a:schemeClr val="accent2"/>
              </a:solidFill>
              <a:prstDash val="solid"/>
              <a:headEnd type="none" w="med" len="med"/>
              <a:tailEnd type="none" w="med" len="med"/>
            </a:ln>
          </p:spPr>
        </p:sp>
        <p:sp>
          <p:nvSpPr>
            <p:cNvPr id="541709" name="Straight Connector 541708"/>
            <p:cNvSpPr/>
            <p:nvPr/>
          </p:nvSpPr>
          <p:spPr>
            <a:xfrm>
              <a:off x="1972" y="3295"/>
              <a:ext cx="341" cy="0"/>
            </a:xfrm>
            <a:prstGeom prst="line">
              <a:avLst/>
            </a:prstGeom>
            <a:ln w="38100" cap="flat" cmpd="sng">
              <a:solidFill>
                <a:schemeClr val="accent2"/>
              </a:solidFill>
              <a:prstDash val="solid"/>
              <a:headEnd type="none" w="med" len="med"/>
              <a:tailEnd type="none" w="med" len="med"/>
            </a:ln>
          </p:spPr>
        </p:sp>
        <p:sp>
          <p:nvSpPr>
            <p:cNvPr id="541710" name="Straight Connector 541709"/>
            <p:cNvSpPr/>
            <p:nvPr/>
          </p:nvSpPr>
          <p:spPr>
            <a:xfrm>
              <a:off x="1972" y="3522"/>
              <a:ext cx="341" cy="0"/>
            </a:xfrm>
            <a:prstGeom prst="line">
              <a:avLst/>
            </a:prstGeom>
            <a:ln w="38100" cap="flat" cmpd="sng">
              <a:solidFill>
                <a:schemeClr val="accent2"/>
              </a:solidFill>
              <a:prstDash val="solid"/>
              <a:headEnd type="none" w="med" len="med"/>
              <a:tailEnd type="none" w="med" len="med"/>
            </a:ln>
          </p:spPr>
        </p:sp>
        <p:sp>
          <p:nvSpPr>
            <p:cNvPr id="541711" name="Straight Connector 541710"/>
            <p:cNvSpPr/>
            <p:nvPr/>
          </p:nvSpPr>
          <p:spPr>
            <a:xfrm>
              <a:off x="385" y="3181"/>
              <a:ext cx="341" cy="0"/>
            </a:xfrm>
            <a:prstGeom prst="line">
              <a:avLst/>
            </a:prstGeom>
            <a:ln w="38100" cap="flat" cmpd="sng">
              <a:solidFill>
                <a:schemeClr val="accent2"/>
              </a:solidFill>
              <a:prstDash val="solid"/>
              <a:headEnd type="none" w="med" len="med"/>
              <a:tailEnd type="none" w="med" len="med"/>
            </a:ln>
          </p:spPr>
        </p:sp>
        <p:sp>
          <p:nvSpPr>
            <p:cNvPr id="541712" name="Text Box 541711"/>
            <p:cNvSpPr txBox="1"/>
            <p:nvPr/>
          </p:nvSpPr>
          <p:spPr>
            <a:xfrm>
              <a:off x="1066" y="3473"/>
              <a:ext cx="567" cy="230"/>
            </a:xfrm>
            <a:prstGeom prst="rect">
              <a:avLst/>
            </a:prstGeom>
            <a:noFill/>
            <a:ln w="28575">
              <a:noFill/>
            </a:ln>
          </p:spPr>
          <p:txBody>
            <a:bodyPr lIns="0" tIns="0" rIns="0" bIns="0">
              <a:spAutoFit/>
            </a:bodyPr>
            <a:lstStyle/>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S</a:t>
              </a:r>
              <a:r>
                <a:rPr sz="2400" b="1" i="1" baseline="-25000">
                  <a:latin typeface="Times New Roman" panose="02020603050405020304" pitchFamily="18" charset="0"/>
                  <a:cs typeface="Times New Roman" panose="02020603050405020304" pitchFamily="18" charset="0"/>
                </a:rPr>
                <a:t>1</a:t>
              </a:r>
              <a:r>
                <a:rPr sz="2400" b="1" i="1">
                  <a:latin typeface="Times New Roman" panose="02020603050405020304" pitchFamily="18" charset="0"/>
                  <a:cs typeface="Times New Roman" panose="02020603050405020304" pitchFamily="18" charset="0"/>
                </a:rPr>
                <a:t> S</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grpSp>
      <p:graphicFrame>
        <p:nvGraphicFramePr>
          <p:cNvPr id="541788" name="Table 541787"/>
          <p:cNvGraphicFramePr/>
          <p:nvPr/>
        </p:nvGraphicFramePr>
        <p:xfrm>
          <a:off x="4572000" y="4149725"/>
          <a:ext cx="3238500" cy="2159000"/>
        </p:xfrm>
        <a:graphic>
          <a:graphicData uri="http://schemas.openxmlformats.org/drawingml/2006/table">
            <a:tbl>
              <a:tblPr/>
              <a:tblGrid>
                <a:gridCol w="1079500"/>
                <a:gridCol w="539750"/>
                <a:gridCol w="539750"/>
                <a:gridCol w="539750"/>
                <a:gridCol w="539750"/>
              </a:tblGrid>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S</a:t>
                      </a:r>
                      <a:r>
                        <a:rPr i="1" baseline="-25000">
                          <a:solidFill>
                            <a:srgbClr val="FFFF00"/>
                          </a:solidFill>
                        </a:rPr>
                        <a:t>1</a:t>
                      </a:r>
                      <a:r>
                        <a:rPr i="1">
                          <a:solidFill>
                            <a:srgbClr val="FFFF00"/>
                          </a:solidFill>
                        </a:rPr>
                        <a:t>  S</a:t>
                      </a:r>
                      <a:r>
                        <a:rPr i="1" baseline="-25000">
                          <a:solidFill>
                            <a:srgbClr val="FFFF00"/>
                          </a:solidFill>
                        </a:rPr>
                        <a:t>0</a:t>
                      </a:r>
                      <a:endParaRPr lang="en-US" i="1">
                        <a:solidFill>
                          <a:srgbClr val="FFFF00"/>
                        </a:solidFill>
                      </a:endParaRPr>
                    </a:p>
                  </a:txBody>
                  <a:tcPr marL="0" marR="0" marT="0" marB="0">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 Y</a:t>
                      </a:r>
                      <a:r>
                        <a:rPr i="1" baseline="-25000">
                          <a:solidFill>
                            <a:srgbClr val="FFFF00"/>
                          </a:solidFill>
                        </a:rPr>
                        <a:t>3</a:t>
                      </a:r>
                      <a:endParaRPr lang="en-US" i="1" baseline="-25000">
                        <a:solidFill>
                          <a:srgbClr val="FFFF00"/>
                        </a:solidFill>
                      </a:endParaRPr>
                    </a:p>
                  </a:txBody>
                  <a:tcPr marL="0" marR="0" marT="0" marB="0">
                    <a:lnL w="381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Y</a:t>
                      </a:r>
                      <a:r>
                        <a:rPr i="1" baseline="-25000">
                          <a:solidFill>
                            <a:srgbClr val="FFFF00"/>
                          </a:solidFill>
                        </a:rPr>
                        <a:t>2</a:t>
                      </a:r>
                      <a:endParaRPr lang="en-US" i="1" baseline="-25000">
                        <a:solidFill>
                          <a:srgbClr val="FFFF00"/>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Y</a:t>
                      </a:r>
                      <a:r>
                        <a:rPr i="1" baseline="-25000">
                          <a:solidFill>
                            <a:srgbClr val="FFFF00"/>
                          </a:solidFill>
                        </a:rPr>
                        <a:t>1</a:t>
                      </a:r>
                      <a:endParaRPr lang="en-US" i="1" baseline="-25000">
                        <a:solidFill>
                          <a:srgbClr val="FFFF00"/>
                        </a:solidFill>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i="1">
                          <a:solidFill>
                            <a:srgbClr val="FFFF00"/>
                          </a:solidFill>
                        </a:rPr>
                        <a:t>Y</a:t>
                      </a:r>
                      <a:r>
                        <a:rPr i="1" baseline="-25000">
                          <a:solidFill>
                            <a:srgbClr val="FFFF00"/>
                          </a:solidFill>
                        </a:rPr>
                        <a:t>0</a:t>
                      </a:r>
                      <a:endParaRPr lang="en-US" i="1" baseline="-25000">
                        <a:solidFill>
                          <a:srgbClr val="FFFF00"/>
                        </a:solidFill>
                      </a:endParaRPr>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solid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a:t>
                      </a:r>
                      <a:endParaRPr lang="en-US">
                        <a:solidFill>
                          <a:schemeClr val="tx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a:t>
                      </a:r>
                      <a:endParaRPr lang="en-US">
                        <a:solidFill>
                          <a:schemeClr val="tx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I</a:t>
                      </a:r>
                      <a:endParaRPr lang="en-US">
                        <a:solidFill>
                          <a:schemeClr val="accent1"/>
                        </a:solidFill>
                      </a:endParaRP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t>0   </a:t>
                      </a:r>
                      <a:r>
                        <a:rPr>
                          <a:solidFill>
                            <a:srgbClr val="CC00CC"/>
                          </a:solidFill>
                        </a:rPr>
                        <a:t>1</a:t>
                      </a:r>
                      <a:endParaRPr lang="en-US">
                        <a:solidFill>
                          <a:srgbClr val="CC00CC"/>
                        </a:solidFill>
                      </a:endParaRPr>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a:t>
                      </a:r>
                      <a:endParaRPr lang="en-US">
                        <a:solidFill>
                          <a:schemeClr val="tx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I</a:t>
                      </a:r>
                      <a:endParaRPr lang="en-US">
                        <a:solidFill>
                          <a:schemeClr val="accent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a:t>
                      </a:r>
                      <a:endParaRPr lang="en-US">
                        <a:solidFill>
                          <a:schemeClr val="tx1"/>
                        </a:solidFill>
                      </a:endParaRP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457200" lvl="0" indent="-457200" algn="ctr">
                        <a:buNone/>
                      </a:pPr>
                      <a:r>
                        <a:rPr>
                          <a:solidFill>
                            <a:srgbClr val="CC00CC"/>
                          </a:solidFill>
                        </a:rPr>
                        <a:t>1</a:t>
                      </a:r>
                      <a:r>
                        <a:t>   0</a:t>
                      </a:r>
                      <a:endParaRPr lang="en-US"/>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a:t>
                      </a:r>
                      <a:endParaRPr lang="en-US">
                        <a:solidFill>
                          <a:schemeClr val="tx1"/>
                        </a:solidFill>
                      </a:endParaRPr>
                    </a:p>
                  </a:txBody>
                  <a:tcPr marL="0" marR="0" marT="0" marB="0" anchor="ctr">
                    <a:lnL w="381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I</a:t>
                      </a:r>
                      <a:endParaRPr lang="en-US">
                        <a:solidFill>
                          <a:schemeClr val="accent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a:t>
                      </a:r>
                      <a:endParaRPr lang="en-US">
                        <a:solidFill>
                          <a:schemeClr val="tx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a:t>
                      </a:r>
                      <a:endParaRPr lang="en-US">
                        <a:solidFill>
                          <a:schemeClr val="tx1"/>
                        </a:solidFill>
                      </a:endParaRP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rgbClr val="CC00CC"/>
                          </a:solidFill>
                        </a:rPr>
                        <a:t>1</a:t>
                      </a:r>
                      <a:r>
                        <a:t>   </a:t>
                      </a:r>
                      <a:r>
                        <a:rPr>
                          <a:solidFill>
                            <a:srgbClr val="CC00CC"/>
                          </a:solidFill>
                        </a:rPr>
                        <a:t>1</a:t>
                      </a:r>
                      <a:endParaRPr lang="en-US">
                        <a:solidFill>
                          <a:srgbClr val="CC00CC"/>
                        </a:solidFill>
                      </a:endParaRPr>
                    </a:p>
                  </a:txBody>
                  <a:tcPr marL="0" marR="0" marT="0" marB="0" anchor="ctr">
                    <a:lnL w="28575"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accent1"/>
                          </a:solidFill>
                        </a:rPr>
                        <a:t>I</a:t>
                      </a:r>
                      <a:endParaRPr lang="en-US" baseline="-25000">
                        <a:solidFill>
                          <a:schemeClr val="accent1"/>
                        </a:solidFill>
                      </a:endParaRPr>
                    </a:p>
                  </a:txBody>
                  <a:tcPr marL="0" marR="0" marT="0" marB="0" anchor="ctr">
                    <a:lnL w="381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a:t>
                      </a:r>
                      <a:endParaRPr lang="en-US">
                        <a:solidFill>
                          <a:schemeClr val="tx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a:t>
                      </a:r>
                      <a:endParaRPr lang="en-US">
                        <a:solidFill>
                          <a:schemeClr val="tx1"/>
                        </a:solidFill>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52425" lvl="0" indent="-352425" algn="l" defTabSz="914400" rtl="0" eaLnBrk="0" fontAlgn="base" latinLnBrk="0" hangingPunct="0">
                        <a:lnSpc>
                          <a:spcPct val="100000"/>
                        </a:lnSpc>
                        <a:spcBef>
                          <a:spcPct val="50000"/>
                        </a:spcBef>
                        <a:spcAft>
                          <a:spcPct val="0"/>
                        </a:spcAft>
                        <a:buClr>
                          <a:srgbClr val="CC3300"/>
                        </a:buClr>
                        <a:buSzPct val="100000"/>
                        <a:buFont typeface="Wingdings" panose="05000000000000000000" pitchFamily="2" charset="2"/>
                        <a:buChar char="«"/>
                        <a:defRPr sz="2400" b="1" u="none" kern="1200" baseline="0">
                          <a:solidFill>
                            <a:schemeClr val="accent2"/>
                          </a:solidFill>
                          <a:latin typeface="Times New Roman" panose="02020603050405020304" pitchFamily="18" charset="0"/>
                          <a:ea typeface="Times New Roman" panose="02020603050405020304" pitchFamily="18" charset="0"/>
                        </a:defRPr>
                      </a:lvl1pPr>
                      <a:lvl2pPr marL="809625" lvl="1" indent="-277495" algn="l" defTabSz="914400" rtl="0" eaLnBrk="0" fontAlgn="base" latinLnBrk="0" hangingPunct="0">
                        <a:lnSpc>
                          <a:spcPct val="100000"/>
                        </a:lnSpc>
                        <a:spcBef>
                          <a:spcPct val="50000"/>
                        </a:spcBef>
                        <a:spcAft>
                          <a:spcPct val="0"/>
                        </a:spcAft>
                        <a:buClr>
                          <a:schemeClr val="accent2"/>
                        </a:buClr>
                        <a:buSzPct val="100000"/>
                        <a:buFont typeface="Times New Roman" panose="02020603050405020304" pitchFamily="18" charset="0"/>
                        <a:buChar char="●"/>
                        <a:defRPr sz="2000" b="1" i="0" u="none" kern="1200" baseline="0">
                          <a:solidFill>
                            <a:schemeClr val="tx1"/>
                          </a:solidFill>
                          <a:latin typeface="Times New Roman" panose="02020603050405020304" pitchFamily="18" charset="0"/>
                          <a:ea typeface="Times New Roman" panose="02020603050405020304" pitchFamily="18" charset="0"/>
                        </a:defRPr>
                      </a:lvl2pPr>
                      <a:lvl3pPr marL="1254125" lvl="2" indent="-264795" algn="l" defTabSz="914400" rtl="0" eaLnBrk="0" fontAlgn="base" latinLnBrk="0" hangingPunct="0">
                        <a:lnSpc>
                          <a:spcPct val="100000"/>
                        </a:lnSpc>
                        <a:spcBef>
                          <a:spcPct val="50000"/>
                        </a:spcBef>
                        <a:spcAft>
                          <a:spcPct val="0"/>
                        </a:spcAft>
                        <a:buClr>
                          <a:srgbClr val="CC3300"/>
                        </a:buClr>
                        <a:buSzPct val="100000"/>
                        <a:buFont typeface="Arial" panose="020B0604020202020204" pitchFamily="34" charset="0"/>
                        <a:buChar char="♦"/>
                        <a:defRPr sz="1800" b="1" i="0" u="none" kern="1200" baseline="0">
                          <a:solidFill>
                            <a:schemeClr val="tx1"/>
                          </a:solidFill>
                          <a:latin typeface="Times New Roman" panose="02020603050405020304" pitchFamily="18" charset="0"/>
                          <a:ea typeface="Times New Roman" panose="02020603050405020304" pitchFamily="18" charset="0"/>
                        </a:defRPr>
                      </a:lvl3pPr>
                      <a:lvl4pPr marL="1868805" lvl="3"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4pPr>
                      <a:lvl5pPr marL="2390775" lvl="4" indent="-3429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Times New Roman" panose="02020603050405020304" pitchFamily="18" charset="0"/>
                        </a:defRPr>
                      </a:lvl5pPr>
                    </a:lstStyle>
                    <a:p>
                      <a:pPr marL="0" lvl="0" indent="0" algn="ctr">
                        <a:buNone/>
                      </a:pPr>
                      <a:r>
                        <a:rPr>
                          <a:solidFill>
                            <a:schemeClr val="tx1"/>
                          </a:solidFill>
                        </a:rPr>
                        <a:t>0</a:t>
                      </a:r>
                      <a:endParaRPr lang="en-US">
                        <a:solidFill>
                          <a:schemeClr val="tx1"/>
                        </a:solidFill>
                      </a:endParaRP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541790" name="Object 541789"/>
          <p:cNvGraphicFramePr/>
          <p:nvPr/>
        </p:nvGraphicFramePr>
        <p:xfrm>
          <a:off x="792163" y="3789363"/>
          <a:ext cx="2570162" cy="2719387"/>
        </p:xfrm>
        <a:graphic>
          <a:graphicData uri="http://schemas.openxmlformats.org/presentationml/2006/ole">
            <mc:AlternateContent xmlns:mc="http://schemas.openxmlformats.org/markup-compatibility/2006">
              <mc:Choice xmlns:v="urn:schemas-microsoft-com:vml" Requires="v">
                <p:oleObj spid="_x0000_s36942" r:id="rId6" imgW="2799715" imgH="2967990" progId="Visio.Drawing.11">
                  <p:embed/>
                </p:oleObj>
              </mc:Choice>
              <mc:Fallback>
                <p:oleObj r:id="rId6" imgW="2799715" imgH="2967990" progId="Visio.Drawing.11">
                  <p:embed/>
                  <p:pic>
                    <p:nvPicPr>
                      <p:cNvPr id="0" name="Picture 3081"/>
                      <p:cNvPicPr/>
                      <p:nvPr/>
                    </p:nvPicPr>
                    <p:blipFill>
                      <a:blip r:embed="rId7"/>
                      <a:stretch>
                        <a:fillRect/>
                      </a:stretch>
                    </p:blipFill>
                    <p:spPr>
                      <a:xfrm>
                        <a:off x="792163" y="3789363"/>
                        <a:ext cx="2570162" cy="2719387"/>
                      </a:xfrm>
                      <a:prstGeom prst="rect">
                        <a:avLst/>
                      </a:prstGeom>
                      <a:noFill/>
                      <a:ln w="38100">
                        <a:noFill/>
                        <a:miter/>
                      </a:ln>
                    </p:spPr>
                  </p:pic>
                </p:oleObj>
              </mc:Fallback>
            </mc:AlternateContent>
          </a:graphicData>
        </a:graphic>
      </p:graphicFrame>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36</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41737"/>
                                        </p:tgtEl>
                                        <p:attrNameLst>
                                          <p:attrName>style.visibility</p:attrName>
                                        </p:attrNameLst>
                                      </p:cBhvr>
                                      <p:to>
                                        <p:strVal val="visible"/>
                                      </p:to>
                                    </p:set>
                                    <p:animEffect transition="in" filter="wipe(left)">
                                      <p:cBhvr>
                                        <p:cTn id="7" dur="500"/>
                                        <p:tgtEl>
                                          <p:spTgt spid="54173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41790"/>
                                        </p:tgtEl>
                                        <p:attrNameLst>
                                          <p:attrName>style.visibility</p:attrName>
                                        </p:attrNameLst>
                                      </p:cBhvr>
                                      <p:to>
                                        <p:strVal val="visible"/>
                                      </p:to>
                                    </p:set>
                                    <p:animEffect transition="in" filter="wipe(left)">
                                      <p:cBhvr>
                                        <p:cTn id="11" dur="500"/>
                                        <p:tgtEl>
                                          <p:spTgt spid="541790"/>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541788"/>
                                        </p:tgtEl>
                                        <p:attrNameLst>
                                          <p:attrName>style.visibility</p:attrName>
                                        </p:attrNameLst>
                                      </p:cBhvr>
                                      <p:to>
                                        <p:strVal val="visible"/>
                                      </p:to>
                                    </p:set>
                                    <p:animEffect transition="in" filter="wipe(up)">
                                      <p:cBhvr>
                                        <p:cTn id="15" dur="500"/>
                                        <p:tgtEl>
                                          <p:spTgt spid="541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Title 543745"/>
          <p:cNvSpPr>
            <a:spLocks noGrp="1"/>
          </p:cNvSpPr>
          <p:nvPr>
            <p:ph type="title"/>
          </p:nvPr>
        </p:nvSpPr>
        <p:spPr/>
        <p:txBody>
          <a:bodyPr lIns="63500" tIns="25400" rIns="63500" bIns="25400">
            <a:spAutoFit/>
          </a:bodyPr>
          <a:lstStyle/>
          <a:p>
            <a:r>
              <a:t>Multiplexer / </a:t>
            </a:r>
            <a:r>
              <a:rPr err="1"/>
              <a:t>DeMultiplexer</a:t>
            </a:r>
            <a:r>
              <a:t> Pairs</a:t>
            </a:r>
          </a:p>
        </p:txBody>
      </p:sp>
      <p:sp>
        <p:nvSpPr>
          <p:cNvPr id="543748" name="Rounded Rectangle 543747"/>
          <p:cNvSpPr/>
          <p:nvPr/>
        </p:nvSpPr>
        <p:spPr>
          <a:xfrm flipH="1" flipV="1">
            <a:off x="1331913" y="1447800"/>
            <a:ext cx="1079500" cy="3781425"/>
          </a:xfrm>
          <a:prstGeom prst="roundRect">
            <a:avLst>
              <a:gd name="adj" fmla="val 16667"/>
            </a:avLst>
          </a:prstGeom>
          <a:solidFill>
            <a:srgbClr val="FFFF00"/>
          </a:solidFill>
          <a:ln w="28575" cap="flat" cmpd="sng">
            <a:solidFill>
              <a:srgbClr val="008000"/>
            </a:solidFill>
            <a:prstDash val="solid"/>
            <a:headEnd type="none" w="med" len="med"/>
            <a:tailEnd type="none" w="med" len="med"/>
          </a:ln>
        </p:spPr>
        <p:txBody>
          <a:bodyPr rot="10800000" vert="eaVert" wrap="none" lIns="0" tIns="0" rIns="0" bIns="0" anchor="ctr" anchorCtr="1"/>
          <a:lstStyle/>
          <a:p>
            <a:pPr>
              <a:buClr>
                <a:schemeClr val="bg1"/>
              </a:buClr>
            </a:pPr>
            <a:endParaRPr sz="2400" b="1">
              <a:solidFill>
                <a:schemeClr val="accent1"/>
              </a:solidFill>
              <a:latin typeface="Times New Roman" panose="02020603050405020304" pitchFamily="18" charset="0"/>
              <a:ea typeface="Times New Roman" panose="02020603050405020304" pitchFamily="18" charset="0"/>
            </a:endParaRPr>
          </a:p>
        </p:txBody>
      </p:sp>
      <p:sp>
        <p:nvSpPr>
          <p:cNvPr id="543749" name="Straight Connector 543748"/>
          <p:cNvSpPr/>
          <p:nvPr/>
        </p:nvSpPr>
        <p:spPr>
          <a:xfrm>
            <a:off x="2411413" y="3248025"/>
            <a:ext cx="4140200" cy="0"/>
          </a:xfrm>
          <a:prstGeom prst="line">
            <a:avLst/>
          </a:prstGeom>
          <a:ln w="38100" cap="flat" cmpd="sng">
            <a:solidFill>
              <a:schemeClr val="accent2"/>
            </a:solidFill>
            <a:prstDash val="solid"/>
            <a:headEnd type="none" w="med" len="med"/>
            <a:tailEnd type="none" w="med" len="med"/>
          </a:ln>
        </p:spPr>
      </p:sp>
      <p:sp>
        <p:nvSpPr>
          <p:cNvPr id="543750" name="Straight Connector 543749"/>
          <p:cNvSpPr/>
          <p:nvPr/>
        </p:nvSpPr>
        <p:spPr>
          <a:xfrm>
            <a:off x="2592388" y="5408613"/>
            <a:ext cx="3779837" cy="0"/>
          </a:xfrm>
          <a:prstGeom prst="line">
            <a:avLst/>
          </a:prstGeom>
          <a:ln w="38100" cap="flat" cmpd="sng">
            <a:solidFill>
              <a:srgbClr val="CC00CC"/>
            </a:solidFill>
            <a:prstDash val="sysDot"/>
            <a:headEnd type="none" w="med" len="med"/>
            <a:tailEnd type="none" w="med" len="med"/>
          </a:ln>
        </p:spPr>
      </p:sp>
      <p:sp>
        <p:nvSpPr>
          <p:cNvPr id="543751" name="Text Box 543750"/>
          <p:cNvSpPr txBox="1"/>
          <p:nvPr/>
        </p:nvSpPr>
        <p:spPr>
          <a:xfrm>
            <a:off x="2051050" y="3062288"/>
            <a:ext cx="358775" cy="365125"/>
          </a:xfrm>
          <a:prstGeom prst="rect">
            <a:avLst/>
          </a:prstGeom>
          <a:noFill/>
          <a:ln w="28575">
            <a:noFill/>
          </a:ln>
        </p:spPr>
        <p:txBody>
          <a:bodyPr lIns="0" tIns="0" rIns="0" bIns="0">
            <a:spAutoFit/>
          </a:bodyPr>
          <a:lstStyle/>
          <a:p>
            <a:pPr algn="l">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endParaRPr sz="2400" b="1" i="1" baseline="-25000">
              <a:latin typeface="Times New Roman" panose="02020603050405020304" pitchFamily="18" charset="0"/>
              <a:ea typeface="Times New Roman" panose="02020603050405020304" pitchFamily="18" charset="0"/>
            </a:endParaRPr>
          </a:p>
        </p:txBody>
      </p:sp>
      <p:sp>
        <p:nvSpPr>
          <p:cNvPr id="543752" name="Straight Connector 543751"/>
          <p:cNvSpPr/>
          <p:nvPr/>
        </p:nvSpPr>
        <p:spPr>
          <a:xfrm>
            <a:off x="971550" y="1987550"/>
            <a:ext cx="360363" cy="0"/>
          </a:xfrm>
          <a:prstGeom prst="line">
            <a:avLst/>
          </a:prstGeom>
          <a:ln w="38100" cap="flat" cmpd="sng">
            <a:solidFill>
              <a:schemeClr val="accent2"/>
            </a:solidFill>
            <a:prstDash val="solid"/>
            <a:headEnd type="none" w="med" len="med"/>
            <a:tailEnd type="none" w="med" len="med"/>
          </a:ln>
        </p:spPr>
      </p:sp>
      <p:sp>
        <p:nvSpPr>
          <p:cNvPr id="543753" name="Text Box 543752"/>
          <p:cNvSpPr txBox="1"/>
          <p:nvPr/>
        </p:nvSpPr>
        <p:spPr>
          <a:xfrm>
            <a:off x="1330325" y="1766888"/>
            <a:ext cx="358775" cy="2921000"/>
          </a:xfrm>
          <a:prstGeom prst="rect">
            <a:avLst/>
          </a:prstGeom>
          <a:noFill/>
          <a:ln w="28575">
            <a:noFill/>
          </a:ln>
        </p:spPr>
        <p:txBody>
          <a:bodyPr lIns="0" tIns="0" rIns="0" bIns="0">
            <a:spAutoFit/>
          </a:bodyPr>
          <a:lstStyle/>
          <a:p>
            <a:pPr algn="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7</a:t>
            </a:r>
          </a:p>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6</a:t>
            </a:r>
          </a:p>
          <a:p>
            <a:pPr algn="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5</a:t>
            </a:r>
          </a:p>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4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3</a:t>
            </a:r>
          </a:p>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2</a:t>
            </a:r>
          </a:p>
          <a:p>
            <a:pPr algn="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1</a:t>
            </a:r>
          </a:p>
          <a:p>
            <a:pPr algn="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I</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43754" name="Straight Connector 543753"/>
          <p:cNvSpPr/>
          <p:nvPr/>
        </p:nvSpPr>
        <p:spPr>
          <a:xfrm>
            <a:off x="971550" y="2347913"/>
            <a:ext cx="360363" cy="0"/>
          </a:xfrm>
          <a:prstGeom prst="line">
            <a:avLst/>
          </a:prstGeom>
          <a:ln w="38100" cap="flat" cmpd="sng">
            <a:solidFill>
              <a:schemeClr val="accent2"/>
            </a:solidFill>
            <a:prstDash val="solid"/>
            <a:headEnd type="none" w="med" len="med"/>
            <a:tailEnd type="none" w="med" len="med"/>
          </a:ln>
        </p:spPr>
      </p:sp>
      <p:sp>
        <p:nvSpPr>
          <p:cNvPr id="543755" name="Straight Connector 543754"/>
          <p:cNvSpPr/>
          <p:nvPr/>
        </p:nvSpPr>
        <p:spPr>
          <a:xfrm>
            <a:off x="971550" y="2708275"/>
            <a:ext cx="360363" cy="0"/>
          </a:xfrm>
          <a:prstGeom prst="line">
            <a:avLst/>
          </a:prstGeom>
          <a:ln w="38100" cap="flat" cmpd="sng">
            <a:solidFill>
              <a:schemeClr val="accent2"/>
            </a:solidFill>
            <a:prstDash val="solid"/>
            <a:headEnd type="none" w="med" len="med"/>
            <a:tailEnd type="none" w="med" len="med"/>
          </a:ln>
        </p:spPr>
      </p:sp>
      <p:sp>
        <p:nvSpPr>
          <p:cNvPr id="543756" name="Straight Connector 543755"/>
          <p:cNvSpPr/>
          <p:nvPr/>
        </p:nvSpPr>
        <p:spPr>
          <a:xfrm>
            <a:off x="971550" y="3067050"/>
            <a:ext cx="360363" cy="1588"/>
          </a:xfrm>
          <a:prstGeom prst="line">
            <a:avLst/>
          </a:prstGeom>
          <a:ln w="38100" cap="flat" cmpd="sng">
            <a:solidFill>
              <a:schemeClr val="accent2"/>
            </a:solidFill>
            <a:prstDash val="solid"/>
            <a:headEnd type="none" w="med" len="med"/>
            <a:tailEnd type="none" w="med" len="med"/>
          </a:ln>
        </p:spPr>
      </p:sp>
      <p:sp>
        <p:nvSpPr>
          <p:cNvPr id="543757" name="Straight Connector 543756"/>
          <p:cNvSpPr/>
          <p:nvPr/>
        </p:nvSpPr>
        <p:spPr>
          <a:xfrm flipH="1">
            <a:off x="1511300" y="5229225"/>
            <a:ext cx="0" cy="720725"/>
          </a:xfrm>
          <a:prstGeom prst="line">
            <a:avLst/>
          </a:prstGeom>
          <a:ln w="38100" cap="flat" cmpd="sng">
            <a:solidFill>
              <a:schemeClr val="accent2"/>
            </a:solidFill>
            <a:prstDash val="solid"/>
            <a:headEnd type="none" w="med" len="med"/>
            <a:tailEnd type="none" w="med" len="med"/>
          </a:ln>
        </p:spPr>
      </p:sp>
      <p:sp>
        <p:nvSpPr>
          <p:cNvPr id="543758" name="Straight Connector 543757"/>
          <p:cNvSpPr/>
          <p:nvPr/>
        </p:nvSpPr>
        <p:spPr>
          <a:xfrm>
            <a:off x="971550" y="3427413"/>
            <a:ext cx="360363" cy="0"/>
          </a:xfrm>
          <a:prstGeom prst="line">
            <a:avLst/>
          </a:prstGeom>
          <a:ln w="38100" cap="flat" cmpd="sng">
            <a:solidFill>
              <a:schemeClr val="accent2"/>
            </a:solidFill>
            <a:prstDash val="solid"/>
            <a:headEnd type="none" w="med" len="med"/>
            <a:tailEnd type="none" w="med" len="med"/>
          </a:ln>
        </p:spPr>
      </p:sp>
      <p:sp>
        <p:nvSpPr>
          <p:cNvPr id="543759" name="Straight Connector 543758"/>
          <p:cNvSpPr/>
          <p:nvPr/>
        </p:nvSpPr>
        <p:spPr>
          <a:xfrm flipV="1">
            <a:off x="971550" y="3786188"/>
            <a:ext cx="360363" cy="1587"/>
          </a:xfrm>
          <a:prstGeom prst="line">
            <a:avLst/>
          </a:prstGeom>
          <a:ln w="38100" cap="flat" cmpd="sng">
            <a:solidFill>
              <a:schemeClr val="accent2"/>
            </a:solidFill>
            <a:prstDash val="solid"/>
            <a:headEnd type="none" w="med" len="med"/>
            <a:tailEnd type="none" w="med" len="med"/>
          </a:ln>
        </p:spPr>
      </p:sp>
      <p:sp>
        <p:nvSpPr>
          <p:cNvPr id="543760" name="Straight Connector 543759"/>
          <p:cNvSpPr/>
          <p:nvPr/>
        </p:nvSpPr>
        <p:spPr>
          <a:xfrm flipV="1">
            <a:off x="971550" y="4144963"/>
            <a:ext cx="360363" cy="3175"/>
          </a:xfrm>
          <a:prstGeom prst="line">
            <a:avLst/>
          </a:prstGeom>
          <a:ln w="38100" cap="flat" cmpd="sng">
            <a:solidFill>
              <a:schemeClr val="accent2"/>
            </a:solidFill>
            <a:prstDash val="solid"/>
            <a:headEnd type="none" w="med" len="med"/>
            <a:tailEnd type="none" w="med" len="med"/>
          </a:ln>
        </p:spPr>
      </p:sp>
      <p:sp>
        <p:nvSpPr>
          <p:cNvPr id="543761" name="Straight Connector 543760"/>
          <p:cNvSpPr/>
          <p:nvPr/>
        </p:nvSpPr>
        <p:spPr>
          <a:xfrm flipV="1">
            <a:off x="971550" y="4503738"/>
            <a:ext cx="360363" cy="4762"/>
          </a:xfrm>
          <a:prstGeom prst="line">
            <a:avLst/>
          </a:prstGeom>
          <a:ln w="38100" cap="flat" cmpd="sng">
            <a:solidFill>
              <a:schemeClr val="accent2"/>
            </a:solidFill>
            <a:prstDash val="solid"/>
            <a:headEnd type="none" w="med" len="med"/>
            <a:tailEnd type="none" w="med" len="med"/>
          </a:ln>
        </p:spPr>
      </p:sp>
      <p:sp>
        <p:nvSpPr>
          <p:cNvPr id="543762" name="Rounded Rectangle 543761"/>
          <p:cNvSpPr/>
          <p:nvPr/>
        </p:nvSpPr>
        <p:spPr>
          <a:xfrm flipH="1" flipV="1">
            <a:off x="6551613" y="1447800"/>
            <a:ext cx="1081087" cy="3781425"/>
          </a:xfrm>
          <a:prstGeom prst="roundRect">
            <a:avLst>
              <a:gd name="adj" fmla="val 16667"/>
            </a:avLst>
          </a:prstGeom>
          <a:solidFill>
            <a:srgbClr val="FFFF00"/>
          </a:solidFill>
          <a:ln w="28575" cap="flat" cmpd="sng">
            <a:solidFill>
              <a:srgbClr val="008000"/>
            </a:solidFill>
            <a:prstDash val="solid"/>
            <a:headEnd type="none" w="med" len="med"/>
            <a:tailEnd type="none" w="med" len="med"/>
          </a:ln>
        </p:spPr>
        <p:txBody>
          <a:bodyPr rot="10800000" vert="eaVert" wrap="none" lIns="0" tIns="0" rIns="0" bIns="0" anchor="ctr" anchorCtr="1"/>
          <a:lstStyle/>
          <a:p>
            <a:pPr>
              <a:buClr>
                <a:schemeClr val="bg1"/>
              </a:buClr>
            </a:pPr>
            <a:endParaRPr sz="2400" b="1">
              <a:solidFill>
                <a:schemeClr val="accent1"/>
              </a:solidFill>
              <a:latin typeface="Times New Roman" panose="02020603050405020304" pitchFamily="18" charset="0"/>
              <a:ea typeface="Times New Roman" panose="02020603050405020304" pitchFamily="18" charset="0"/>
            </a:endParaRPr>
          </a:p>
        </p:txBody>
      </p:sp>
      <p:sp>
        <p:nvSpPr>
          <p:cNvPr id="543763" name="Text Box 543762"/>
          <p:cNvSpPr txBox="1"/>
          <p:nvPr/>
        </p:nvSpPr>
        <p:spPr>
          <a:xfrm>
            <a:off x="6553200" y="3062288"/>
            <a:ext cx="358775" cy="365125"/>
          </a:xfrm>
          <a:prstGeom prst="rect">
            <a:avLst/>
          </a:prstGeom>
          <a:noFill/>
          <a:ln w="28575">
            <a:noFill/>
          </a:ln>
        </p:spPr>
        <p:txBody>
          <a:bodyPr lIns="0" tIns="0" rIns="0" bIns="0">
            <a:spAutoFit/>
          </a:bodyPr>
          <a:lstStyle/>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I</a:t>
            </a:r>
            <a:endParaRPr sz="2400" b="1" i="1" baseline="-25000">
              <a:latin typeface="Times New Roman" panose="02020603050405020304" pitchFamily="18" charset="0"/>
              <a:ea typeface="Times New Roman" panose="02020603050405020304" pitchFamily="18" charset="0"/>
            </a:endParaRPr>
          </a:p>
        </p:txBody>
      </p:sp>
      <p:sp>
        <p:nvSpPr>
          <p:cNvPr id="543764" name="Straight Connector 543763"/>
          <p:cNvSpPr/>
          <p:nvPr/>
        </p:nvSpPr>
        <p:spPr>
          <a:xfrm>
            <a:off x="7632700" y="1987550"/>
            <a:ext cx="541338" cy="0"/>
          </a:xfrm>
          <a:prstGeom prst="line">
            <a:avLst/>
          </a:prstGeom>
          <a:ln w="38100" cap="flat" cmpd="sng">
            <a:solidFill>
              <a:schemeClr val="accent2"/>
            </a:solidFill>
            <a:prstDash val="solid"/>
            <a:headEnd type="none" w="med" len="med"/>
            <a:tailEnd type="none" w="med" len="med"/>
          </a:ln>
        </p:spPr>
      </p:sp>
      <p:sp>
        <p:nvSpPr>
          <p:cNvPr id="543765" name="Text Box 543764"/>
          <p:cNvSpPr txBox="1"/>
          <p:nvPr/>
        </p:nvSpPr>
        <p:spPr>
          <a:xfrm>
            <a:off x="7221538" y="1627188"/>
            <a:ext cx="358775" cy="2921000"/>
          </a:xfrm>
          <a:prstGeom prst="rect">
            <a:avLst/>
          </a:prstGeom>
          <a:noFill/>
          <a:ln w="28575">
            <a:noFill/>
          </a:ln>
        </p:spPr>
        <p:txBody>
          <a:bodyPr lIns="0" tIns="0" rIns="0" bIns="0">
            <a:spAutoFit/>
          </a:bodyPr>
          <a:lstStyle/>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7</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6</a:t>
            </a:r>
          </a:p>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5</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4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3</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2</a:t>
            </a:r>
          </a:p>
          <a:p>
            <a:pPr>
              <a:lnSpc>
                <a:spcPct val="100000"/>
              </a:lnSpc>
              <a:spcBef>
                <a:spcPct val="0"/>
              </a:spcBef>
              <a:buClr>
                <a:schemeClr val="bg1"/>
              </a:buClr>
            </a:pPr>
            <a:r>
              <a:rPr sz="2400" b="1" i="1" baseline="-25000">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1</a:t>
            </a:r>
          </a:p>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43766" name="Straight Connector 543765"/>
          <p:cNvSpPr/>
          <p:nvPr/>
        </p:nvSpPr>
        <p:spPr>
          <a:xfrm>
            <a:off x="7632700" y="2347913"/>
            <a:ext cx="539750" cy="0"/>
          </a:xfrm>
          <a:prstGeom prst="line">
            <a:avLst/>
          </a:prstGeom>
          <a:ln w="38100" cap="flat" cmpd="sng">
            <a:solidFill>
              <a:schemeClr val="accent2"/>
            </a:solidFill>
            <a:prstDash val="solid"/>
            <a:headEnd type="none" w="med" len="med"/>
            <a:tailEnd type="none" w="med" len="med"/>
          </a:ln>
        </p:spPr>
      </p:sp>
      <p:sp>
        <p:nvSpPr>
          <p:cNvPr id="543767" name="Straight Connector 543766"/>
          <p:cNvSpPr/>
          <p:nvPr/>
        </p:nvSpPr>
        <p:spPr>
          <a:xfrm>
            <a:off x="7632700" y="2708275"/>
            <a:ext cx="541338" cy="0"/>
          </a:xfrm>
          <a:prstGeom prst="line">
            <a:avLst/>
          </a:prstGeom>
          <a:ln w="38100" cap="flat" cmpd="sng">
            <a:solidFill>
              <a:schemeClr val="accent2"/>
            </a:solidFill>
            <a:prstDash val="solid"/>
            <a:headEnd type="none" w="med" len="med"/>
            <a:tailEnd type="none" w="med" len="med"/>
          </a:ln>
        </p:spPr>
      </p:sp>
      <p:sp>
        <p:nvSpPr>
          <p:cNvPr id="543768" name="Straight Connector 543767"/>
          <p:cNvSpPr/>
          <p:nvPr/>
        </p:nvSpPr>
        <p:spPr>
          <a:xfrm>
            <a:off x="7632700" y="3068638"/>
            <a:ext cx="541338" cy="0"/>
          </a:xfrm>
          <a:prstGeom prst="line">
            <a:avLst/>
          </a:prstGeom>
          <a:ln w="38100" cap="flat" cmpd="sng">
            <a:solidFill>
              <a:schemeClr val="accent2"/>
            </a:solidFill>
            <a:prstDash val="solid"/>
            <a:headEnd type="none" w="med" len="med"/>
            <a:tailEnd type="none" w="med" len="med"/>
          </a:ln>
        </p:spPr>
      </p:sp>
      <p:sp>
        <p:nvSpPr>
          <p:cNvPr id="543769" name="Straight Connector 543768"/>
          <p:cNvSpPr/>
          <p:nvPr/>
        </p:nvSpPr>
        <p:spPr>
          <a:xfrm>
            <a:off x="7632700" y="3427413"/>
            <a:ext cx="541338" cy="0"/>
          </a:xfrm>
          <a:prstGeom prst="line">
            <a:avLst/>
          </a:prstGeom>
          <a:ln w="38100" cap="flat" cmpd="sng">
            <a:solidFill>
              <a:schemeClr val="accent2"/>
            </a:solidFill>
            <a:prstDash val="solid"/>
            <a:headEnd type="none" w="med" len="med"/>
            <a:tailEnd type="none" w="med" len="med"/>
          </a:ln>
        </p:spPr>
      </p:sp>
      <p:sp>
        <p:nvSpPr>
          <p:cNvPr id="543770" name="Straight Connector 543769"/>
          <p:cNvSpPr/>
          <p:nvPr/>
        </p:nvSpPr>
        <p:spPr>
          <a:xfrm>
            <a:off x="7632700" y="3786188"/>
            <a:ext cx="541338" cy="0"/>
          </a:xfrm>
          <a:prstGeom prst="line">
            <a:avLst/>
          </a:prstGeom>
          <a:ln w="38100" cap="flat" cmpd="sng">
            <a:solidFill>
              <a:schemeClr val="accent2"/>
            </a:solidFill>
            <a:prstDash val="solid"/>
            <a:headEnd type="none" w="med" len="med"/>
            <a:tailEnd type="none" w="med" len="med"/>
          </a:ln>
        </p:spPr>
      </p:sp>
      <p:sp>
        <p:nvSpPr>
          <p:cNvPr id="543771" name="Straight Connector 543770"/>
          <p:cNvSpPr/>
          <p:nvPr/>
        </p:nvSpPr>
        <p:spPr>
          <a:xfrm>
            <a:off x="7632700" y="4144963"/>
            <a:ext cx="541338" cy="0"/>
          </a:xfrm>
          <a:prstGeom prst="line">
            <a:avLst/>
          </a:prstGeom>
          <a:ln w="38100" cap="flat" cmpd="sng">
            <a:solidFill>
              <a:schemeClr val="accent2"/>
            </a:solidFill>
            <a:prstDash val="solid"/>
            <a:headEnd type="none" w="med" len="med"/>
            <a:tailEnd type="none" w="med" len="med"/>
          </a:ln>
        </p:spPr>
      </p:sp>
      <p:sp>
        <p:nvSpPr>
          <p:cNvPr id="543772" name="Straight Connector 543771"/>
          <p:cNvSpPr/>
          <p:nvPr/>
        </p:nvSpPr>
        <p:spPr>
          <a:xfrm>
            <a:off x="7632700" y="4503738"/>
            <a:ext cx="541338" cy="0"/>
          </a:xfrm>
          <a:prstGeom prst="line">
            <a:avLst/>
          </a:prstGeom>
          <a:ln w="38100" cap="flat" cmpd="sng">
            <a:solidFill>
              <a:schemeClr val="accent2"/>
            </a:solidFill>
            <a:prstDash val="solid"/>
            <a:headEnd type="none" w="med" len="med"/>
            <a:tailEnd type="none" w="med" len="med"/>
          </a:ln>
        </p:spPr>
      </p:sp>
      <p:sp>
        <p:nvSpPr>
          <p:cNvPr id="543773" name="Rectangles 543772"/>
          <p:cNvSpPr/>
          <p:nvPr/>
        </p:nvSpPr>
        <p:spPr>
          <a:xfrm>
            <a:off x="1519238" y="1119188"/>
            <a:ext cx="728662" cy="328612"/>
          </a:xfrm>
          <a:prstGeom prst="rect">
            <a:avLst/>
          </a:prstGeom>
          <a:noFill/>
          <a:ln w="28575">
            <a:noFill/>
          </a:ln>
        </p:spPr>
        <p:txBody>
          <a:bodyPr wrap="none" lIns="0" tIns="0" rIns="0" bIns="0" anchor="t" anchorCtr="0">
            <a:spAutoFit/>
          </a:bodyPr>
          <a:lstStyle/>
          <a:p>
            <a:pPr>
              <a:buClr>
                <a:schemeClr val="bg1"/>
              </a:buClr>
            </a:pPr>
            <a:r>
              <a:rPr sz="2400" b="1">
                <a:solidFill>
                  <a:schemeClr val="accent1"/>
                </a:solidFill>
                <a:latin typeface="Times New Roman" panose="02020603050405020304" pitchFamily="18" charset="0"/>
                <a:cs typeface="Times New Roman" panose="02020603050405020304" pitchFamily="18" charset="0"/>
              </a:rPr>
              <a:t>MUX</a:t>
            </a:r>
            <a:endParaRPr sz="2400" b="1">
              <a:solidFill>
                <a:schemeClr val="accent1"/>
              </a:solidFill>
              <a:latin typeface="Times New Roman" panose="02020603050405020304" pitchFamily="18" charset="0"/>
              <a:ea typeface="Times New Roman" panose="02020603050405020304" pitchFamily="18" charset="0"/>
            </a:endParaRPr>
          </a:p>
        </p:txBody>
      </p:sp>
      <p:sp>
        <p:nvSpPr>
          <p:cNvPr id="543774" name="Rectangles 543773"/>
          <p:cNvSpPr/>
          <p:nvPr/>
        </p:nvSpPr>
        <p:spPr>
          <a:xfrm>
            <a:off x="6553200" y="1119188"/>
            <a:ext cx="1084263" cy="328612"/>
          </a:xfrm>
          <a:prstGeom prst="rect">
            <a:avLst/>
          </a:prstGeom>
          <a:noFill/>
          <a:ln w="28575">
            <a:noFill/>
          </a:ln>
        </p:spPr>
        <p:txBody>
          <a:bodyPr wrap="none" lIns="0" tIns="0" rIns="0" bIns="0" anchor="t" anchorCtr="0">
            <a:spAutoFit/>
          </a:bodyPr>
          <a:lstStyle/>
          <a:p>
            <a:pPr>
              <a:buClr>
                <a:schemeClr val="bg1"/>
              </a:buClr>
            </a:pPr>
            <a:r>
              <a:rPr sz="2400" b="1" err="1">
                <a:solidFill>
                  <a:schemeClr val="accent1"/>
                </a:solidFill>
                <a:latin typeface="Times New Roman" panose="02020603050405020304" pitchFamily="18" charset="0"/>
                <a:cs typeface="Times New Roman" panose="02020603050405020304" pitchFamily="18" charset="0"/>
              </a:rPr>
              <a:t>DeMUX</a:t>
            </a:r>
            <a:endParaRPr sz="2400" b="1">
              <a:solidFill>
                <a:schemeClr val="accent1"/>
              </a:solidFill>
              <a:latin typeface="Times New Roman" panose="02020603050405020304" pitchFamily="18" charset="0"/>
              <a:ea typeface="Times New Roman" panose="02020603050405020304" pitchFamily="18" charset="0"/>
            </a:endParaRPr>
          </a:p>
        </p:txBody>
      </p:sp>
      <p:sp>
        <p:nvSpPr>
          <p:cNvPr id="543775" name="Rectangles 543774"/>
          <p:cNvSpPr/>
          <p:nvPr/>
        </p:nvSpPr>
        <p:spPr>
          <a:xfrm>
            <a:off x="488950" y="1808163"/>
            <a:ext cx="122238" cy="265112"/>
          </a:xfrm>
          <a:prstGeom prst="rect">
            <a:avLst/>
          </a:prstGeom>
        </p:spPr>
        <p:txBody>
          <a:bodyPr wrap="none" fromWordArt="1">
            <a:prstTxWarp prst="textPlain">
              <a:avLst>
                <a:gd name="adj" fmla="val 49384"/>
              </a:avLst>
            </a:prstTxWarp>
            <a:normAutofit fontScale="40000" lnSpcReduction="20000"/>
          </a:bodyPr>
          <a:lstStyle/>
          <a:p>
            <a:pPr algn="ctr" eaLnBrk="1" hangingPunct="1">
              <a:lnSpc>
                <a:spcPct val="100000"/>
              </a:lnSpc>
              <a:spcBef>
                <a:spcPct val="0"/>
              </a:spcBef>
            </a:pPr>
            <a:r>
              <a:rPr lang="en-US" sz="3600"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7</a:t>
            </a:r>
          </a:p>
        </p:txBody>
      </p:sp>
      <p:pic>
        <p:nvPicPr>
          <p:cNvPr id="543776" name="Picture 543775" descr="MCj02402230000[1]"/>
          <p:cNvPicPr>
            <a:picLocks noChangeAspect="1"/>
          </p:cNvPicPr>
          <p:nvPr/>
        </p:nvPicPr>
        <p:blipFill>
          <a:blip r:embed="rId3"/>
          <a:stretch>
            <a:fillRect/>
          </a:stretch>
        </p:blipFill>
        <p:spPr>
          <a:xfrm>
            <a:off x="792163" y="1808163"/>
            <a:ext cx="219075" cy="358775"/>
          </a:xfrm>
          <a:prstGeom prst="rect">
            <a:avLst/>
          </a:prstGeom>
          <a:noFill/>
          <a:ln w="9525">
            <a:noFill/>
          </a:ln>
        </p:spPr>
      </p:pic>
      <p:pic>
        <p:nvPicPr>
          <p:cNvPr id="543777" name="Picture 543776" descr="MCj02402230000[1]"/>
          <p:cNvPicPr>
            <a:picLocks noChangeAspect="1"/>
          </p:cNvPicPr>
          <p:nvPr/>
        </p:nvPicPr>
        <p:blipFill>
          <a:blip r:embed="rId3"/>
          <a:stretch>
            <a:fillRect/>
          </a:stretch>
        </p:blipFill>
        <p:spPr>
          <a:xfrm>
            <a:off x="792163" y="2166938"/>
            <a:ext cx="219075" cy="358775"/>
          </a:xfrm>
          <a:prstGeom prst="rect">
            <a:avLst/>
          </a:prstGeom>
          <a:noFill/>
          <a:ln w="9525">
            <a:noFill/>
          </a:ln>
        </p:spPr>
      </p:pic>
      <p:pic>
        <p:nvPicPr>
          <p:cNvPr id="543778" name="Picture 543777" descr="MCj02402230000[1]"/>
          <p:cNvPicPr>
            <a:picLocks noChangeAspect="1"/>
          </p:cNvPicPr>
          <p:nvPr/>
        </p:nvPicPr>
        <p:blipFill>
          <a:blip r:embed="rId3"/>
          <a:stretch>
            <a:fillRect/>
          </a:stretch>
        </p:blipFill>
        <p:spPr>
          <a:xfrm>
            <a:off x="792163" y="2528888"/>
            <a:ext cx="219075" cy="358775"/>
          </a:xfrm>
          <a:prstGeom prst="rect">
            <a:avLst/>
          </a:prstGeom>
          <a:noFill/>
          <a:ln w="9525">
            <a:noFill/>
          </a:ln>
        </p:spPr>
      </p:pic>
      <p:pic>
        <p:nvPicPr>
          <p:cNvPr id="543779" name="Picture 543778" descr="MCj02402230000[1]"/>
          <p:cNvPicPr>
            <a:picLocks noChangeAspect="1"/>
          </p:cNvPicPr>
          <p:nvPr/>
        </p:nvPicPr>
        <p:blipFill>
          <a:blip r:embed="rId3"/>
          <a:stretch>
            <a:fillRect/>
          </a:stretch>
        </p:blipFill>
        <p:spPr>
          <a:xfrm>
            <a:off x="792163" y="2887663"/>
            <a:ext cx="219075" cy="358775"/>
          </a:xfrm>
          <a:prstGeom prst="rect">
            <a:avLst/>
          </a:prstGeom>
          <a:noFill/>
          <a:ln w="9525">
            <a:noFill/>
          </a:ln>
        </p:spPr>
      </p:pic>
      <p:pic>
        <p:nvPicPr>
          <p:cNvPr id="543780" name="Picture 543779" descr="MCj02402230000[1]"/>
          <p:cNvPicPr>
            <a:picLocks noChangeAspect="1"/>
          </p:cNvPicPr>
          <p:nvPr/>
        </p:nvPicPr>
        <p:blipFill>
          <a:blip r:embed="rId3"/>
          <a:stretch>
            <a:fillRect/>
          </a:stretch>
        </p:blipFill>
        <p:spPr>
          <a:xfrm>
            <a:off x="792163" y="3248025"/>
            <a:ext cx="219075" cy="358775"/>
          </a:xfrm>
          <a:prstGeom prst="rect">
            <a:avLst/>
          </a:prstGeom>
          <a:noFill/>
          <a:ln w="9525">
            <a:noFill/>
          </a:ln>
        </p:spPr>
      </p:pic>
      <p:pic>
        <p:nvPicPr>
          <p:cNvPr id="543781" name="Picture 543780" descr="MCj02402230000[1]"/>
          <p:cNvPicPr>
            <a:picLocks noChangeAspect="1"/>
          </p:cNvPicPr>
          <p:nvPr/>
        </p:nvPicPr>
        <p:blipFill>
          <a:blip r:embed="rId3"/>
          <a:stretch>
            <a:fillRect/>
          </a:stretch>
        </p:blipFill>
        <p:spPr>
          <a:xfrm>
            <a:off x="792163" y="3608388"/>
            <a:ext cx="219075" cy="358775"/>
          </a:xfrm>
          <a:prstGeom prst="rect">
            <a:avLst/>
          </a:prstGeom>
          <a:noFill/>
          <a:ln w="9525">
            <a:noFill/>
          </a:ln>
        </p:spPr>
      </p:pic>
      <p:pic>
        <p:nvPicPr>
          <p:cNvPr id="543782" name="Picture 543781" descr="MCj02402230000[1]"/>
          <p:cNvPicPr>
            <a:picLocks noChangeAspect="1"/>
          </p:cNvPicPr>
          <p:nvPr/>
        </p:nvPicPr>
        <p:blipFill>
          <a:blip r:embed="rId3"/>
          <a:stretch>
            <a:fillRect/>
          </a:stretch>
        </p:blipFill>
        <p:spPr>
          <a:xfrm>
            <a:off x="792163" y="3967163"/>
            <a:ext cx="219075" cy="358775"/>
          </a:xfrm>
          <a:prstGeom prst="rect">
            <a:avLst/>
          </a:prstGeom>
          <a:noFill/>
          <a:ln w="9525">
            <a:noFill/>
          </a:ln>
        </p:spPr>
      </p:pic>
      <p:pic>
        <p:nvPicPr>
          <p:cNvPr id="543783" name="Picture 543782" descr="MCj02402230000[1]"/>
          <p:cNvPicPr>
            <a:picLocks noChangeAspect="1"/>
          </p:cNvPicPr>
          <p:nvPr/>
        </p:nvPicPr>
        <p:blipFill>
          <a:blip r:embed="rId3"/>
          <a:stretch>
            <a:fillRect/>
          </a:stretch>
        </p:blipFill>
        <p:spPr>
          <a:xfrm>
            <a:off x="792163" y="4327525"/>
            <a:ext cx="219075" cy="358775"/>
          </a:xfrm>
          <a:prstGeom prst="rect">
            <a:avLst/>
          </a:prstGeom>
          <a:noFill/>
          <a:ln w="9525">
            <a:noFill/>
          </a:ln>
        </p:spPr>
      </p:pic>
      <p:sp>
        <p:nvSpPr>
          <p:cNvPr id="543784" name="Rectangles 543783"/>
          <p:cNvSpPr/>
          <p:nvPr/>
        </p:nvSpPr>
        <p:spPr>
          <a:xfrm>
            <a:off x="488950" y="2166938"/>
            <a:ext cx="122238" cy="265112"/>
          </a:xfrm>
          <a:prstGeom prst="rect">
            <a:avLst/>
          </a:prstGeom>
        </p:spPr>
        <p:txBody>
          <a:bodyPr wrap="none" fromWordArt="1">
            <a:prstTxWarp prst="textPlain">
              <a:avLst>
                <a:gd name="adj" fmla="val 49384"/>
              </a:avLst>
            </a:prstTxWarp>
            <a:normAutofit fontScale="40000" lnSpcReduction="20000"/>
          </a:bodyPr>
          <a:lstStyle/>
          <a:p>
            <a:pPr algn="ctr" eaLnBrk="1" hangingPunct="1">
              <a:lnSpc>
                <a:spcPct val="100000"/>
              </a:lnSpc>
              <a:spcBef>
                <a:spcPct val="0"/>
              </a:spcBef>
            </a:pPr>
            <a:r>
              <a:rPr lang="en-US" sz="3600"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6</a:t>
            </a:r>
          </a:p>
        </p:txBody>
      </p:sp>
      <p:sp>
        <p:nvSpPr>
          <p:cNvPr id="543785" name="Rectangles 543784"/>
          <p:cNvSpPr/>
          <p:nvPr/>
        </p:nvSpPr>
        <p:spPr>
          <a:xfrm>
            <a:off x="488950" y="2527300"/>
            <a:ext cx="122238" cy="265113"/>
          </a:xfrm>
          <a:prstGeom prst="rect">
            <a:avLst/>
          </a:prstGeom>
        </p:spPr>
        <p:txBody>
          <a:bodyPr wrap="none" fromWordArt="1">
            <a:prstTxWarp prst="textPlain">
              <a:avLst>
                <a:gd name="adj" fmla="val 49384"/>
              </a:avLst>
            </a:prstTxWarp>
            <a:normAutofit fontScale="40000" lnSpcReduction="20000"/>
          </a:bodyPr>
          <a:lstStyle/>
          <a:p>
            <a:pPr algn="ctr" eaLnBrk="1" hangingPunct="1">
              <a:lnSpc>
                <a:spcPct val="100000"/>
              </a:lnSpc>
              <a:spcBef>
                <a:spcPct val="0"/>
              </a:spcBef>
            </a:pPr>
            <a:r>
              <a:rPr lang="en-US" sz="3600"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5</a:t>
            </a:r>
          </a:p>
        </p:txBody>
      </p:sp>
      <p:sp>
        <p:nvSpPr>
          <p:cNvPr id="543786" name="Rectangles 543785"/>
          <p:cNvSpPr/>
          <p:nvPr/>
        </p:nvSpPr>
        <p:spPr>
          <a:xfrm>
            <a:off x="488950" y="2887663"/>
            <a:ext cx="122238" cy="265112"/>
          </a:xfrm>
          <a:prstGeom prst="rect">
            <a:avLst/>
          </a:prstGeom>
        </p:spPr>
        <p:txBody>
          <a:bodyPr wrap="none" fromWordArt="1">
            <a:prstTxWarp prst="textPlain">
              <a:avLst>
                <a:gd name="adj" fmla="val 49384"/>
              </a:avLst>
            </a:prstTxWarp>
            <a:normAutofit fontScale="40000" lnSpcReduction="20000"/>
          </a:bodyPr>
          <a:lstStyle/>
          <a:p>
            <a:pPr algn="ctr" eaLnBrk="1" hangingPunct="1">
              <a:lnSpc>
                <a:spcPct val="100000"/>
              </a:lnSpc>
              <a:spcBef>
                <a:spcPct val="0"/>
              </a:spcBef>
            </a:pPr>
            <a:r>
              <a:rPr lang="en-US" sz="3600"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4</a:t>
            </a:r>
          </a:p>
        </p:txBody>
      </p:sp>
      <p:sp>
        <p:nvSpPr>
          <p:cNvPr id="543787" name="Rectangles 543786"/>
          <p:cNvSpPr/>
          <p:nvPr/>
        </p:nvSpPr>
        <p:spPr>
          <a:xfrm>
            <a:off x="488950" y="3248025"/>
            <a:ext cx="122238" cy="265113"/>
          </a:xfrm>
          <a:prstGeom prst="rect">
            <a:avLst/>
          </a:prstGeom>
        </p:spPr>
        <p:txBody>
          <a:bodyPr wrap="none" fromWordArt="1">
            <a:prstTxWarp prst="textPlain">
              <a:avLst>
                <a:gd name="adj" fmla="val 49384"/>
              </a:avLst>
            </a:prstTxWarp>
            <a:normAutofit fontScale="40000" lnSpcReduction="20000"/>
          </a:bodyPr>
          <a:lstStyle/>
          <a:p>
            <a:pPr algn="ctr" eaLnBrk="1" hangingPunct="1">
              <a:lnSpc>
                <a:spcPct val="100000"/>
              </a:lnSpc>
              <a:spcBef>
                <a:spcPct val="0"/>
              </a:spcBef>
            </a:pPr>
            <a:r>
              <a:rPr lang="en-US" sz="3600"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3</a:t>
            </a:r>
          </a:p>
        </p:txBody>
      </p:sp>
      <p:sp>
        <p:nvSpPr>
          <p:cNvPr id="543788" name="Rectangles 543787"/>
          <p:cNvSpPr/>
          <p:nvPr/>
        </p:nvSpPr>
        <p:spPr>
          <a:xfrm>
            <a:off x="488950" y="3608388"/>
            <a:ext cx="122238" cy="265112"/>
          </a:xfrm>
          <a:prstGeom prst="rect">
            <a:avLst/>
          </a:prstGeom>
        </p:spPr>
        <p:txBody>
          <a:bodyPr wrap="none" fromWordArt="1">
            <a:prstTxWarp prst="textPlain">
              <a:avLst>
                <a:gd name="adj" fmla="val 49384"/>
              </a:avLst>
            </a:prstTxWarp>
            <a:normAutofit fontScale="40000" lnSpcReduction="20000"/>
          </a:bodyPr>
          <a:lstStyle/>
          <a:p>
            <a:pPr algn="ctr" eaLnBrk="1" hangingPunct="1">
              <a:lnSpc>
                <a:spcPct val="100000"/>
              </a:lnSpc>
              <a:spcBef>
                <a:spcPct val="0"/>
              </a:spcBef>
            </a:pPr>
            <a:r>
              <a:rPr lang="en-US" sz="3600"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2</a:t>
            </a:r>
          </a:p>
        </p:txBody>
      </p:sp>
      <p:sp>
        <p:nvSpPr>
          <p:cNvPr id="543789" name="Rectangles 543788"/>
          <p:cNvSpPr/>
          <p:nvPr/>
        </p:nvSpPr>
        <p:spPr>
          <a:xfrm>
            <a:off x="488950" y="3968750"/>
            <a:ext cx="122238" cy="265113"/>
          </a:xfrm>
          <a:prstGeom prst="rect">
            <a:avLst/>
          </a:prstGeom>
        </p:spPr>
        <p:txBody>
          <a:bodyPr wrap="none" fromWordArt="1">
            <a:prstTxWarp prst="textPlain">
              <a:avLst>
                <a:gd name="adj" fmla="val 49384"/>
              </a:avLst>
            </a:prstTxWarp>
            <a:normAutofit fontScale="40000" lnSpcReduction="20000"/>
          </a:bodyPr>
          <a:lstStyle/>
          <a:p>
            <a:pPr algn="ctr" eaLnBrk="1" hangingPunct="1">
              <a:lnSpc>
                <a:spcPct val="100000"/>
              </a:lnSpc>
              <a:spcBef>
                <a:spcPct val="0"/>
              </a:spcBef>
            </a:pPr>
            <a:r>
              <a:rPr lang="en-US" sz="3600"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1</a:t>
            </a:r>
          </a:p>
        </p:txBody>
      </p:sp>
      <p:sp>
        <p:nvSpPr>
          <p:cNvPr id="543790" name="Rectangles 543789"/>
          <p:cNvSpPr/>
          <p:nvPr/>
        </p:nvSpPr>
        <p:spPr>
          <a:xfrm>
            <a:off x="488950" y="4329113"/>
            <a:ext cx="122238" cy="265112"/>
          </a:xfrm>
          <a:prstGeom prst="rect">
            <a:avLst/>
          </a:prstGeom>
        </p:spPr>
        <p:txBody>
          <a:bodyPr wrap="none" fromWordArt="1">
            <a:prstTxWarp prst="textPlain">
              <a:avLst>
                <a:gd name="adj" fmla="val 49384"/>
              </a:avLst>
            </a:prstTxWarp>
            <a:normAutofit fontScale="40000" lnSpcReduction="20000"/>
          </a:bodyPr>
          <a:lstStyle/>
          <a:p>
            <a:pPr algn="ctr" eaLnBrk="1" hangingPunct="1">
              <a:lnSpc>
                <a:spcPct val="100000"/>
              </a:lnSpc>
              <a:spcBef>
                <a:spcPct val="0"/>
              </a:spcBef>
            </a:pPr>
            <a:r>
              <a:rPr lang="en-US" sz="3600"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0</a:t>
            </a:r>
          </a:p>
        </p:txBody>
      </p:sp>
      <p:grpSp>
        <p:nvGrpSpPr>
          <p:cNvPr id="543791" name="Group 543790"/>
          <p:cNvGrpSpPr/>
          <p:nvPr/>
        </p:nvGrpSpPr>
        <p:grpSpPr>
          <a:xfrm>
            <a:off x="7993063" y="1674813"/>
            <a:ext cx="358775" cy="312737"/>
            <a:chOff x="2414" y="2954"/>
            <a:chExt cx="920" cy="907"/>
          </a:xfrm>
        </p:grpSpPr>
        <p:sp>
          <p:nvSpPr>
            <p:cNvPr id="543792" name="Litebulb"/>
            <p:cNvSpPr>
              <a:spLocks noChangeAspect="1" noEditPoints="1"/>
            </p:cNvSpPr>
            <p:nvPr/>
          </p:nvSpPr>
          <p:spPr>
            <a:xfrm>
              <a:off x="2653" y="3485"/>
              <a:ext cx="275" cy="376"/>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6350" cap="flat" cmpd="sng">
              <a:solidFill>
                <a:srgbClr val="000000"/>
              </a:solidFill>
              <a:prstDash val="solid"/>
              <a:miter/>
              <a:headEnd type="none" w="med" len="med"/>
              <a:tailEnd type="none" w="med" len="med"/>
            </a:ln>
          </p:spPr>
          <p:txBody>
            <a:bodyPr/>
            <a:lstStyle/>
            <a:p>
              <a:endParaRPr lang="en-US"/>
            </a:p>
          </p:txBody>
        </p:sp>
        <p:sp>
          <p:nvSpPr>
            <p:cNvPr id="543793" name="Parallelogram 543792"/>
            <p:cNvSpPr/>
            <p:nvPr/>
          </p:nvSpPr>
          <p:spPr>
            <a:xfrm>
              <a:off x="2427" y="2954"/>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43794" name="Straight Connector 543793"/>
            <p:cNvSpPr/>
            <p:nvPr/>
          </p:nvSpPr>
          <p:spPr>
            <a:xfrm>
              <a:off x="2965" y="3521"/>
              <a:ext cx="0" cy="340"/>
            </a:xfrm>
            <a:prstGeom prst="line">
              <a:avLst/>
            </a:prstGeom>
            <a:ln w="12700" cap="flat" cmpd="sng">
              <a:solidFill>
                <a:schemeClr val="tx1"/>
              </a:solidFill>
              <a:prstDash val="solid"/>
              <a:headEnd type="none" w="med" len="med"/>
              <a:tailEnd type="none" w="med" len="med"/>
            </a:ln>
          </p:spPr>
        </p:sp>
        <p:sp>
          <p:nvSpPr>
            <p:cNvPr id="543795" name="Straight Connector 543794"/>
            <p:cNvSpPr/>
            <p:nvPr/>
          </p:nvSpPr>
          <p:spPr>
            <a:xfrm flipH="1">
              <a:off x="2965" y="3294"/>
              <a:ext cx="369" cy="567"/>
            </a:xfrm>
            <a:prstGeom prst="line">
              <a:avLst/>
            </a:prstGeom>
            <a:ln w="12700" cap="flat" cmpd="sng">
              <a:solidFill>
                <a:schemeClr val="tx1"/>
              </a:solidFill>
              <a:prstDash val="solid"/>
              <a:headEnd type="none" w="med" len="med"/>
              <a:tailEnd type="none" w="med" len="med"/>
            </a:ln>
          </p:spPr>
        </p:sp>
        <p:sp>
          <p:nvSpPr>
            <p:cNvPr id="543796" name="Right Triangle 543795"/>
            <p:cNvSpPr/>
            <p:nvPr/>
          </p:nvSpPr>
          <p:spPr>
            <a:xfrm rot="5400000">
              <a:off x="2357" y="3578"/>
              <a:ext cx="340" cy="226"/>
            </a:xfrm>
            <a:prstGeom prst="rtTriangle">
              <a:avLst/>
            </a:prstGeom>
            <a:solidFill>
              <a:srgbClr val="5F5F5F"/>
            </a:solidFill>
            <a:ln w="28575">
              <a:noFill/>
            </a:ln>
          </p:spPr>
          <p:txBody>
            <a:bodyPr/>
            <a:lstStyle/>
            <a:p>
              <a:endParaRPr lang="en-US"/>
            </a:p>
          </p:txBody>
        </p:sp>
        <p:sp>
          <p:nvSpPr>
            <p:cNvPr id="543797" name="Rectangles 543796"/>
            <p:cNvSpPr/>
            <p:nvPr/>
          </p:nvSpPr>
          <p:spPr>
            <a:xfrm>
              <a:off x="2642" y="3015"/>
              <a:ext cx="460" cy="408"/>
            </a:xfrm>
            <a:prstGeom prst="rect">
              <a:avLst/>
            </a:prstGeom>
          </p:spPr>
          <p:txBody>
            <a:bodyPr wrap="none" fromWordArt="1">
              <a:prstTxWarp prst="textPlain">
                <a:avLst>
                  <a:gd name="adj" fmla="val 31958"/>
                </a:avLst>
              </a:prstTxWarp>
              <a:normAutofit fontScale="25000" lnSpcReduction="20000"/>
            </a:bodyPr>
            <a:lstStyle/>
            <a:p>
              <a:pPr algn="ct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7</a:t>
              </a:r>
            </a:p>
          </p:txBody>
        </p:sp>
        <p:sp>
          <p:nvSpPr>
            <p:cNvPr id="543798" name="Straight Connector 543797"/>
            <p:cNvSpPr/>
            <p:nvPr/>
          </p:nvSpPr>
          <p:spPr>
            <a:xfrm>
              <a:off x="3334" y="2954"/>
              <a:ext cx="0" cy="340"/>
            </a:xfrm>
            <a:prstGeom prst="line">
              <a:avLst/>
            </a:prstGeom>
            <a:ln w="12700" cap="flat" cmpd="sng">
              <a:solidFill>
                <a:schemeClr val="tx1"/>
              </a:solidFill>
              <a:prstDash val="solid"/>
              <a:headEnd type="none" w="med" len="med"/>
              <a:tailEnd type="none" w="med" len="med"/>
            </a:ln>
          </p:spPr>
        </p:sp>
      </p:grpSp>
      <p:grpSp>
        <p:nvGrpSpPr>
          <p:cNvPr id="543799" name="Group 543798"/>
          <p:cNvGrpSpPr/>
          <p:nvPr/>
        </p:nvGrpSpPr>
        <p:grpSpPr>
          <a:xfrm>
            <a:off x="7993063" y="2035175"/>
            <a:ext cx="358775" cy="312738"/>
            <a:chOff x="2414" y="2954"/>
            <a:chExt cx="920" cy="907"/>
          </a:xfrm>
        </p:grpSpPr>
        <p:sp>
          <p:nvSpPr>
            <p:cNvPr id="543800" name="Litebulb"/>
            <p:cNvSpPr>
              <a:spLocks noChangeAspect="1" noEditPoints="1"/>
            </p:cNvSpPr>
            <p:nvPr/>
          </p:nvSpPr>
          <p:spPr>
            <a:xfrm>
              <a:off x="2653" y="3485"/>
              <a:ext cx="275" cy="376"/>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6350" cap="flat" cmpd="sng">
              <a:solidFill>
                <a:srgbClr val="000000"/>
              </a:solidFill>
              <a:prstDash val="solid"/>
              <a:miter/>
              <a:headEnd type="none" w="med" len="med"/>
              <a:tailEnd type="none" w="med" len="med"/>
            </a:ln>
          </p:spPr>
          <p:txBody>
            <a:bodyPr/>
            <a:lstStyle/>
            <a:p>
              <a:endParaRPr lang="en-US"/>
            </a:p>
          </p:txBody>
        </p:sp>
        <p:sp>
          <p:nvSpPr>
            <p:cNvPr id="543801" name="Parallelogram 543800"/>
            <p:cNvSpPr/>
            <p:nvPr/>
          </p:nvSpPr>
          <p:spPr>
            <a:xfrm>
              <a:off x="2427" y="2954"/>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43802" name="Straight Connector 543801"/>
            <p:cNvSpPr/>
            <p:nvPr/>
          </p:nvSpPr>
          <p:spPr>
            <a:xfrm>
              <a:off x="2965" y="3521"/>
              <a:ext cx="0" cy="340"/>
            </a:xfrm>
            <a:prstGeom prst="line">
              <a:avLst/>
            </a:prstGeom>
            <a:ln w="12700" cap="flat" cmpd="sng">
              <a:solidFill>
                <a:schemeClr val="tx1"/>
              </a:solidFill>
              <a:prstDash val="solid"/>
              <a:headEnd type="none" w="med" len="med"/>
              <a:tailEnd type="none" w="med" len="med"/>
            </a:ln>
          </p:spPr>
        </p:sp>
        <p:sp>
          <p:nvSpPr>
            <p:cNvPr id="543803" name="Straight Connector 543802"/>
            <p:cNvSpPr/>
            <p:nvPr/>
          </p:nvSpPr>
          <p:spPr>
            <a:xfrm flipH="1">
              <a:off x="2965" y="3294"/>
              <a:ext cx="369" cy="567"/>
            </a:xfrm>
            <a:prstGeom prst="line">
              <a:avLst/>
            </a:prstGeom>
            <a:ln w="12700" cap="flat" cmpd="sng">
              <a:solidFill>
                <a:schemeClr val="tx1"/>
              </a:solidFill>
              <a:prstDash val="solid"/>
              <a:headEnd type="none" w="med" len="med"/>
              <a:tailEnd type="none" w="med" len="med"/>
            </a:ln>
          </p:spPr>
        </p:sp>
        <p:sp>
          <p:nvSpPr>
            <p:cNvPr id="543804" name="Right Triangle 543803"/>
            <p:cNvSpPr/>
            <p:nvPr/>
          </p:nvSpPr>
          <p:spPr>
            <a:xfrm rot="5400000">
              <a:off x="2357" y="3578"/>
              <a:ext cx="340" cy="226"/>
            </a:xfrm>
            <a:prstGeom prst="rtTriangle">
              <a:avLst/>
            </a:prstGeom>
            <a:solidFill>
              <a:srgbClr val="5F5F5F"/>
            </a:solidFill>
            <a:ln w="28575">
              <a:noFill/>
            </a:ln>
          </p:spPr>
          <p:txBody>
            <a:bodyPr/>
            <a:lstStyle/>
            <a:p>
              <a:endParaRPr lang="en-US"/>
            </a:p>
          </p:txBody>
        </p:sp>
        <p:sp>
          <p:nvSpPr>
            <p:cNvPr id="543805" name="Rectangles 543804"/>
            <p:cNvSpPr/>
            <p:nvPr/>
          </p:nvSpPr>
          <p:spPr>
            <a:xfrm>
              <a:off x="2642" y="3015"/>
              <a:ext cx="460" cy="408"/>
            </a:xfrm>
            <a:prstGeom prst="rect">
              <a:avLst/>
            </a:prstGeom>
          </p:spPr>
          <p:txBody>
            <a:bodyPr wrap="none" fromWordArt="1">
              <a:prstTxWarp prst="textPlain">
                <a:avLst>
                  <a:gd name="adj" fmla="val 31958"/>
                </a:avLst>
              </a:prstTxWarp>
              <a:normAutofit fontScale="25000" lnSpcReduction="20000"/>
            </a:bodyPr>
            <a:lstStyle/>
            <a:p>
              <a:pPr algn="ct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6</a:t>
              </a:r>
            </a:p>
          </p:txBody>
        </p:sp>
        <p:sp>
          <p:nvSpPr>
            <p:cNvPr id="543806" name="Straight Connector 543805"/>
            <p:cNvSpPr/>
            <p:nvPr/>
          </p:nvSpPr>
          <p:spPr>
            <a:xfrm>
              <a:off x="3334" y="2954"/>
              <a:ext cx="0" cy="340"/>
            </a:xfrm>
            <a:prstGeom prst="line">
              <a:avLst/>
            </a:prstGeom>
            <a:ln w="12700" cap="flat" cmpd="sng">
              <a:solidFill>
                <a:schemeClr val="tx1"/>
              </a:solidFill>
              <a:prstDash val="solid"/>
              <a:headEnd type="none" w="med" len="med"/>
              <a:tailEnd type="none" w="med" len="med"/>
            </a:ln>
          </p:spPr>
        </p:sp>
      </p:grpSp>
      <p:grpSp>
        <p:nvGrpSpPr>
          <p:cNvPr id="543807" name="Group 543806"/>
          <p:cNvGrpSpPr/>
          <p:nvPr/>
        </p:nvGrpSpPr>
        <p:grpSpPr>
          <a:xfrm>
            <a:off x="7993063" y="2395538"/>
            <a:ext cx="358775" cy="312737"/>
            <a:chOff x="2414" y="2954"/>
            <a:chExt cx="920" cy="907"/>
          </a:xfrm>
        </p:grpSpPr>
        <p:sp>
          <p:nvSpPr>
            <p:cNvPr id="543808" name="Litebulb"/>
            <p:cNvSpPr>
              <a:spLocks noChangeAspect="1" noEditPoints="1"/>
            </p:cNvSpPr>
            <p:nvPr/>
          </p:nvSpPr>
          <p:spPr>
            <a:xfrm>
              <a:off x="2653" y="3485"/>
              <a:ext cx="275" cy="376"/>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6350" cap="flat" cmpd="sng">
              <a:solidFill>
                <a:srgbClr val="000000"/>
              </a:solidFill>
              <a:prstDash val="solid"/>
              <a:miter/>
              <a:headEnd type="none" w="med" len="med"/>
              <a:tailEnd type="none" w="med" len="med"/>
            </a:ln>
          </p:spPr>
          <p:txBody>
            <a:bodyPr/>
            <a:lstStyle/>
            <a:p>
              <a:endParaRPr lang="en-US"/>
            </a:p>
          </p:txBody>
        </p:sp>
        <p:sp>
          <p:nvSpPr>
            <p:cNvPr id="543809" name="Parallelogram 543808"/>
            <p:cNvSpPr/>
            <p:nvPr/>
          </p:nvSpPr>
          <p:spPr>
            <a:xfrm>
              <a:off x="2427" y="2954"/>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43810" name="Straight Connector 543809"/>
            <p:cNvSpPr/>
            <p:nvPr/>
          </p:nvSpPr>
          <p:spPr>
            <a:xfrm>
              <a:off x="2965" y="3521"/>
              <a:ext cx="0" cy="340"/>
            </a:xfrm>
            <a:prstGeom prst="line">
              <a:avLst/>
            </a:prstGeom>
            <a:ln w="12700" cap="flat" cmpd="sng">
              <a:solidFill>
                <a:schemeClr val="tx1"/>
              </a:solidFill>
              <a:prstDash val="solid"/>
              <a:headEnd type="none" w="med" len="med"/>
              <a:tailEnd type="none" w="med" len="med"/>
            </a:ln>
          </p:spPr>
        </p:sp>
        <p:sp>
          <p:nvSpPr>
            <p:cNvPr id="543811" name="Straight Connector 543810"/>
            <p:cNvSpPr/>
            <p:nvPr/>
          </p:nvSpPr>
          <p:spPr>
            <a:xfrm flipH="1">
              <a:off x="2965" y="3294"/>
              <a:ext cx="369" cy="567"/>
            </a:xfrm>
            <a:prstGeom prst="line">
              <a:avLst/>
            </a:prstGeom>
            <a:ln w="12700" cap="flat" cmpd="sng">
              <a:solidFill>
                <a:schemeClr val="tx1"/>
              </a:solidFill>
              <a:prstDash val="solid"/>
              <a:headEnd type="none" w="med" len="med"/>
              <a:tailEnd type="none" w="med" len="med"/>
            </a:ln>
          </p:spPr>
        </p:sp>
        <p:sp>
          <p:nvSpPr>
            <p:cNvPr id="543812" name="Right Triangle 543811"/>
            <p:cNvSpPr/>
            <p:nvPr/>
          </p:nvSpPr>
          <p:spPr>
            <a:xfrm rot="5400000">
              <a:off x="2357" y="3578"/>
              <a:ext cx="340" cy="226"/>
            </a:xfrm>
            <a:prstGeom prst="rtTriangle">
              <a:avLst/>
            </a:prstGeom>
            <a:solidFill>
              <a:srgbClr val="5F5F5F"/>
            </a:solidFill>
            <a:ln w="28575">
              <a:noFill/>
            </a:ln>
          </p:spPr>
          <p:txBody>
            <a:bodyPr/>
            <a:lstStyle/>
            <a:p>
              <a:endParaRPr lang="en-US"/>
            </a:p>
          </p:txBody>
        </p:sp>
        <p:sp>
          <p:nvSpPr>
            <p:cNvPr id="543813" name="Rectangles 543812"/>
            <p:cNvSpPr/>
            <p:nvPr/>
          </p:nvSpPr>
          <p:spPr>
            <a:xfrm>
              <a:off x="2642" y="3015"/>
              <a:ext cx="460" cy="408"/>
            </a:xfrm>
            <a:prstGeom prst="rect">
              <a:avLst/>
            </a:prstGeom>
          </p:spPr>
          <p:txBody>
            <a:bodyPr wrap="none" fromWordArt="1">
              <a:prstTxWarp prst="textPlain">
                <a:avLst>
                  <a:gd name="adj" fmla="val 31958"/>
                </a:avLst>
              </a:prstTxWarp>
              <a:normAutofit fontScale="25000" lnSpcReduction="20000"/>
            </a:bodyPr>
            <a:lstStyle/>
            <a:p>
              <a:pPr algn="ct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5</a:t>
              </a:r>
            </a:p>
          </p:txBody>
        </p:sp>
        <p:sp>
          <p:nvSpPr>
            <p:cNvPr id="543814" name="Straight Connector 543813"/>
            <p:cNvSpPr/>
            <p:nvPr/>
          </p:nvSpPr>
          <p:spPr>
            <a:xfrm>
              <a:off x="3334" y="2954"/>
              <a:ext cx="0" cy="340"/>
            </a:xfrm>
            <a:prstGeom prst="line">
              <a:avLst/>
            </a:prstGeom>
            <a:ln w="12700" cap="flat" cmpd="sng">
              <a:solidFill>
                <a:schemeClr val="tx1"/>
              </a:solidFill>
              <a:prstDash val="solid"/>
              <a:headEnd type="none" w="med" len="med"/>
              <a:tailEnd type="none" w="med" len="med"/>
            </a:ln>
          </p:spPr>
        </p:sp>
      </p:grpSp>
      <p:grpSp>
        <p:nvGrpSpPr>
          <p:cNvPr id="543815" name="Group 543814"/>
          <p:cNvGrpSpPr/>
          <p:nvPr/>
        </p:nvGrpSpPr>
        <p:grpSpPr>
          <a:xfrm>
            <a:off x="7993063" y="2754313"/>
            <a:ext cx="358775" cy="312737"/>
            <a:chOff x="2414" y="2954"/>
            <a:chExt cx="920" cy="907"/>
          </a:xfrm>
        </p:grpSpPr>
        <p:sp>
          <p:nvSpPr>
            <p:cNvPr id="543816" name="Litebulb"/>
            <p:cNvSpPr>
              <a:spLocks noChangeAspect="1" noEditPoints="1"/>
            </p:cNvSpPr>
            <p:nvPr/>
          </p:nvSpPr>
          <p:spPr>
            <a:xfrm>
              <a:off x="2653" y="3485"/>
              <a:ext cx="275" cy="376"/>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6350" cap="flat" cmpd="sng">
              <a:solidFill>
                <a:srgbClr val="000000"/>
              </a:solidFill>
              <a:prstDash val="solid"/>
              <a:miter/>
              <a:headEnd type="none" w="med" len="med"/>
              <a:tailEnd type="none" w="med" len="med"/>
            </a:ln>
          </p:spPr>
          <p:txBody>
            <a:bodyPr/>
            <a:lstStyle/>
            <a:p>
              <a:endParaRPr lang="en-US"/>
            </a:p>
          </p:txBody>
        </p:sp>
        <p:sp>
          <p:nvSpPr>
            <p:cNvPr id="543817" name="Parallelogram 543816"/>
            <p:cNvSpPr/>
            <p:nvPr/>
          </p:nvSpPr>
          <p:spPr>
            <a:xfrm>
              <a:off x="2427" y="2954"/>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43818" name="Straight Connector 543817"/>
            <p:cNvSpPr/>
            <p:nvPr/>
          </p:nvSpPr>
          <p:spPr>
            <a:xfrm>
              <a:off x="2965" y="3521"/>
              <a:ext cx="0" cy="340"/>
            </a:xfrm>
            <a:prstGeom prst="line">
              <a:avLst/>
            </a:prstGeom>
            <a:ln w="12700" cap="flat" cmpd="sng">
              <a:solidFill>
                <a:schemeClr val="tx1"/>
              </a:solidFill>
              <a:prstDash val="solid"/>
              <a:headEnd type="none" w="med" len="med"/>
              <a:tailEnd type="none" w="med" len="med"/>
            </a:ln>
          </p:spPr>
        </p:sp>
        <p:sp>
          <p:nvSpPr>
            <p:cNvPr id="543819" name="Straight Connector 543818"/>
            <p:cNvSpPr/>
            <p:nvPr/>
          </p:nvSpPr>
          <p:spPr>
            <a:xfrm flipH="1">
              <a:off x="2965" y="3294"/>
              <a:ext cx="369" cy="567"/>
            </a:xfrm>
            <a:prstGeom prst="line">
              <a:avLst/>
            </a:prstGeom>
            <a:ln w="12700" cap="flat" cmpd="sng">
              <a:solidFill>
                <a:schemeClr val="tx1"/>
              </a:solidFill>
              <a:prstDash val="solid"/>
              <a:headEnd type="none" w="med" len="med"/>
              <a:tailEnd type="none" w="med" len="med"/>
            </a:ln>
          </p:spPr>
        </p:sp>
        <p:sp>
          <p:nvSpPr>
            <p:cNvPr id="543820" name="Right Triangle 543819"/>
            <p:cNvSpPr/>
            <p:nvPr/>
          </p:nvSpPr>
          <p:spPr>
            <a:xfrm rot="5400000">
              <a:off x="2357" y="3578"/>
              <a:ext cx="340" cy="226"/>
            </a:xfrm>
            <a:prstGeom prst="rtTriangle">
              <a:avLst/>
            </a:prstGeom>
            <a:solidFill>
              <a:srgbClr val="5F5F5F"/>
            </a:solidFill>
            <a:ln w="28575">
              <a:noFill/>
            </a:ln>
          </p:spPr>
          <p:txBody>
            <a:bodyPr/>
            <a:lstStyle/>
            <a:p>
              <a:endParaRPr lang="en-US"/>
            </a:p>
          </p:txBody>
        </p:sp>
        <p:sp>
          <p:nvSpPr>
            <p:cNvPr id="543821" name="Rectangles 543820"/>
            <p:cNvSpPr/>
            <p:nvPr/>
          </p:nvSpPr>
          <p:spPr>
            <a:xfrm>
              <a:off x="2642" y="3015"/>
              <a:ext cx="460" cy="408"/>
            </a:xfrm>
            <a:prstGeom prst="rect">
              <a:avLst/>
            </a:prstGeom>
          </p:spPr>
          <p:txBody>
            <a:bodyPr wrap="none" fromWordArt="1">
              <a:prstTxWarp prst="textPlain">
                <a:avLst>
                  <a:gd name="adj" fmla="val 31958"/>
                </a:avLst>
              </a:prstTxWarp>
              <a:normAutofit fontScale="25000" lnSpcReduction="20000"/>
            </a:bodyPr>
            <a:lstStyle/>
            <a:p>
              <a:pPr algn="ct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4</a:t>
              </a:r>
            </a:p>
          </p:txBody>
        </p:sp>
        <p:sp>
          <p:nvSpPr>
            <p:cNvPr id="543822" name="Straight Connector 543821"/>
            <p:cNvSpPr/>
            <p:nvPr/>
          </p:nvSpPr>
          <p:spPr>
            <a:xfrm>
              <a:off x="3334" y="2954"/>
              <a:ext cx="0" cy="340"/>
            </a:xfrm>
            <a:prstGeom prst="line">
              <a:avLst/>
            </a:prstGeom>
            <a:ln w="12700" cap="flat" cmpd="sng">
              <a:solidFill>
                <a:schemeClr val="tx1"/>
              </a:solidFill>
              <a:prstDash val="solid"/>
              <a:headEnd type="none" w="med" len="med"/>
              <a:tailEnd type="none" w="med" len="med"/>
            </a:ln>
          </p:spPr>
        </p:sp>
      </p:grpSp>
      <p:grpSp>
        <p:nvGrpSpPr>
          <p:cNvPr id="543823" name="Group 543822"/>
          <p:cNvGrpSpPr/>
          <p:nvPr/>
        </p:nvGrpSpPr>
        <p:grpSpPr>
          <a:xfrm>
            <a:off x="7993063" y="3114675"/>
            <a:ext cx="358775" cy="312738"/>
            <a:chOff x="2414" y="2954"/>
            <a:chExt cx="920" cy="907"/>
          </a:xfrm>
        </p:grpSpPr>
        <p:sp>
          <p:nvSpPr>
            <p:cNvPr id="543824" name="Litebulb"/>
            <p:cNvSpPr>
              <a:spLocks noChangeAspect="1" noEditPoints="1"/>
            </p:cNvSpPr>
            <p:nvPr/>
          </p:nvSpPr>
          <p:spPr>
            <a:xfrm>
              <a:off x="2653" y="3485"/>
              <a:ext cx="275" cy="376"/>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6350" cap="flat" cmpd="sng">
              <a:solidFill>
                <a:srgbClr val="000000"/>
              </a:solidFill>
              <a:prstDash val="solid"/>
              <a:miter/>
              <a:headEnd type="none" w="med" len="med"/>
              <a:tailEnd type="none" w="med" len="med"/>
            </a:ln>
          </p:spPr>
          <p:txBody>
            <a:bodyPr/>
            <a:lstStyle/>
            <a:p>
              <a:endParaRPr lang="en-US"/>
            </a:p>
          </p:txBody>
        </p:sp>
        <p:sp>
          <p:nvSpPr>
            <p:cNvPr id="543825" name="Parallelogram 543824"/>
            <p:cNvSpPr/>
            <p:nvPr/>
          </p:nvSpPr>
          <p:spPr>
            <a:xfrm>
              <a:off x="2427" y="2954"/>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43826" name="Straight Connector 543825"/>
            <p:cNvSpPr/>
            <p:nvPr/>
          </p:nvSpPr>
          <p:spPr>
            <a:xfrm>
              <a:off x="2965" y="3521"/>
              <a:ext cx="0" cy="340"/>
            </a:xfrm>
            <a:prstGeom prst="line">
              <a:avLst/>
            </a:prstGeom>
            <a:ln w="12700" cap="flat" cmpd="sng">
              <a:solidFill>
                <a:schemeClr val="tx1"/>
              </a:solidFill>
              <a:prstDash val="solid"/>
              <a:headEnd type="none" w="med" len="med"/>
              <a:tailEnd type="none" w="med" len="med"/>
            </a:ln>
          </p:spPr>
        </p:sp>
        <p:sp>
          <p:nvSpPr>
            <p:cNvPr id="543827" name="Straight Connector 543826"/>
            <p:cNvSpPr/>
            <p:nvPr/>
          </p:nvSpPr>
          <p:spPr>
            <a:xfrm flipH="1">
              <a:off x="2965" y="3294"/>
              <a:ext cx="369" cy="567"/>
            </a:xfrm>
            <a:prstGeom prst="line">
              <a:avLst/>
            </a:prstGeom>
            <a:ln w="12700" cap="flat" cmpd="sng">
              <a:solidFill>
                <a:schemeClr val="tx1"/>
              </a:solidFill>
              <a:prstDash val="solid"/>
              <a:headEnd type="none" w="med" len="med"/>
              <a:tailEnd type="none" w="med" len="med"/>
            </a:ln>
          </p:spPr>
        </p:sp>
        <p:sp>
          <p:nvSpPr>
            <p:cNvPr id="543828" name="Right Triangle 543827"/>
            <p:cNvSpPr/>
            <p:nvPr/>
          </p:nvSpPr>
          <p:spPr>
            <a:xfrm rot="5400000">
              <a:off x="2357" y="3578"/>
              <a:ext cx="340" cy="226"/>
            </a:xfrm>
            <a:prstGeom prst="rtTriangle">
              <a:avLst/>
            </a:prstGeom>
            <a:solidFill>
              <a:srgbClr val="5F5F5F"/>
            </a:solidFill>
            <a:ln w="28575">
              <a:noFill/>
            </a:ln>
          </p:spPr>
          <p:txBody>
            <a:bodyPr/>
            <a:lstStyle/>
            <a:p>
              <a:endParaRPr lang="en-US"/>
            </a:p>
          </p:txBody>
        </p:sp>
        <p:sp>
          <p:nvSpPr>
            <p:cNvPr id="543829" name="Rectangles 543828"/>
            <p:cNvSpPr/>
            <p:nvPr/>
          </p:nvSpPr>
          <p:spPr>
            <a:xfrm>
              <a:off x="2642" y="3015"/>
              <a:ext cx="460" cy="408"/>
            </a:xfrm>
            <a:prstGeom prst="rect">
              <a:avLst/>
            </a:prstGeom>
          </p:spPr>
          <p:txBody>
            <a:bodyPr wrap="none" fromWordArt="1">
              <a:prstTxWarp prst="textPlain">
                <a:avLst>
                  <a:gd name="adj" fmla="val 31958"/>
                </a:avLst>
              </a:prstTxWarp>
              <a:normAutofit fontScale="25000" lnSpcReduction="20000"/>
            </a:bodyPr>
            <a:lstStyle/>
            <a:p>
              <a:pPr algn="ct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3</a:t>
              </a:r>
            </a:p>
          </p:txBody>
        </p:sp>
        <p:sp>
          <p:nvSpPr>
            <p:cNvPr id="543830" name="Straight Connector 543829"/>
            <p:cNvSpPr/>
            <p:nvPr/>
          </p:nvSpPr>
          <p:spPr>
            <a:xfrm>
              <a:off x="3334" y="2954"/>
              <a:ext cx="0" cy="340"/>
            </a:xfrm>
            <a:prstGeom prst="line">
              <a:avLst/>
            </a:prstGeom>
            <a:ln w="12700" cap="flat" cmpd="sng">
              <a:solidFill>
                <a:schemeClr val="tx1"/>
              </a:solidFill>
              <a:prstDash val="solid"/>
              <a:headEnd type="none" w="med" len="med"/>
              <a:tailEnd type="none" w="med" len="med"/>
            </a:ln>
          </p:spPr>
        </p:sp>
      </p:grpSp>
      <p:grpSp>
        <p:nvGrpSpPr>
          <p:cNvPr id="543831" name="Group 543830"/>
          <p:cNvGrpSpPr/>
          <p:nvPr/>
        </p:nvGrpSpPr>
        <p:grpSpPr>
          <a:xfrm>
            <a:off x="7993063" y="3475038"/>
            <a:ext cx="358775" cy="312737"/>
            <a:chOff x="2414" y="2954"/>
            <a:chExt cx="920" cy="907"/>
          </a:xfrm>
        </p:grpSpPr>
        <p:sp>
          <p:nvSpPr>
            <p:cNvPr id="543832" name="Litebulb"/>
            <p:cNvSpPr>
              <a:spLocks noChangeAspect="1" noEditPoints="1"/>
            </p:cNvSpPr>
            <p:nvPr/>
          </p:nvSpPr>
          <p:spPr>
            <a:xfrm>
              <a:off x="2653" y="3485"/>
              <a:ext cx="275" cy="376"/>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6350" cap="flat" cmpd="sng">
              <a:solidFill>
                <a:srgbClr val="000000"/>
              </a:solidFill>
              <a:prstDash val="solid"/>
              <a:miter/>
              <a:headEnd type="none" w="med" len="med"/>
              <a:tailEnd type="none" w="med" len="med"/>
            </a:ln>
          </p:spPr>
          <p:txBody>
            <a:bodyPr/>
            <a:lstStyle/>
            <a:p>
              <a:endParaRPr lang="en-US"/>
            </a:p>
          </p:txBody>
        </p:sp>
        <p:sp>
          <p:nvSpPr>
            <p:cNvPr id="543833" name="Parallelogram 543832"/>
            <p:cNvSpPr/>
            <p:nvPr/>
          </p:nvSpPr>
          <p:spPr>
            <a:xfrm>
              <a:off x="2427" y="2954"/>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43834" name="Straight Connector 543833"/>
            <p:cNvSpPr/>
            <p:nvPr/>
          </p:nvSpPr>
          <p:spPr>
            <a:xfrm>
              <a:off x="2965" y="3521"/>
              <a:ext cx="0" cy="340"/>
            </a:xfrm>
            <a:prstGeom prst="line">
              <a:avLst/>
            </a:prstGeom>
            <a:ln w="12700" cap="flat" cmpd="sng">
              <a:solidFill>
                <a:schemeClr val="tx1"/>
              </a:solidFill>
              <a:prstDash val="solid"/>
              <a:headEnd type="none" w="med" len="med"/>
              <a:tailEnd type="none" w="med" len="med"/>
            </a:ln>
          </p:spPr>
        </p:sp>
        <p:sp>
          <p:nvSpPr>
            <p:cNvPr id="543835" name="Straight Connector 543834"/>
            <p:cNvSpPr/>
            <p:nvPr/>
          </p:nvSpPr>
          <p:spPr>
            <a:xfrm flipH="1">
              <a:off x="2965" y="3294"/>
              <a:ext cx="369" cy="567"/>
            </a:xfrm>
            <a:prstGeom prst="line">
              <a:avLst/>
            </a:prstGeom>
            <a:ln w="12700" cap="flat" cmpd="sng">
              <a:solidFill>
                <a:schemeClr val="tx1"/>
              </a:solidFill>
              <a:prstDash val="solid"/>
              <a:headEnd type="none" w="med" len="med"/>
              <a:tailEnd type="none" w="med" len="med"/>
            </a:ln>
          </p:spPr>
        </p:sp>
        <p:sp>
          <p:nvSpPr>
            <p:cNvPr id="543836" name="Right Triangle 543835"/>
            <p:cNvSpPr/>
            <p:nvPr/>
          </p:nvSpPr>
          <p:spPr>
            <a:xfrm rot="5400000">
              <a:off x="2357" y="3578"/>
              <a:ext cx="340" cy="226"/>
            </a:xfrm>
            <a:prstGeom prst="rtTriangle">
              <a:avLst/>
            </a:prstGeom>
            <a:solidFill>
              <a:srgbClr val="5F5F5F"/>
            </a:solidFill>
            <a:ln w="28575">
              <a:noFill/>
            </a:ln>
          </p:spPr>
          <p:txBody>
            <a:bodyPr/>
            <a:lstStyle/>
            <a:p>
              <a:endParaRPr lang="en-US"/>
            </a:p>
          </p:txBody>
        </p:sp>
        <p:sp>
          <p:nvSpPr>
            <p:cNvPr id="543837" name="Rectangles 543836"/>
            <p:cNvSpPr/>
            <p:nvPr/>
          </p:nvSpPr>
          <p:spPr>
            <a:xfrm>
              <a:off x="2642" y="3015"/>
              <a:ext cx="460" cy="408"/>
            </a:xfrm>
            <a:prstGeom prst="rect">
              <a:avLst/>
            </a:prstGeom>
          </p:spPr>
          <p:txBody>
            <a:bodyPr wrap="none" fromWordArt="1">
              <a:prstTxWarp prst="textPlain">
                <a:avLst>
                  <a:gd name="adj" fmla="val 31958"/>
                </a:avLst>
              </a:prstTxWarp>
              <a:normAutofit fontScale="25000" lnSpcReduction="20000"/>
            </a:bodyPr>
            <a:lstStyle/>
            <a:p>
              <a:pPr algn="ct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2</a:t>
              </a:r>
            </a:p>
          </p:txBody>
        </p:sp>
        <p:sp>
          <p:nvSpPr>
            <p:cNvPr id="543838" name="Straight Connector 543837"/>
            <p:cNvSpPr/>
            <p:nvPr/>
          </p:nvSpPr>
          <p:spPr>
            <a:xfrm>
              <a:off x="3334" y="2954"/>
              <a:ext cx="0" cy="340"/>
            </a:xfrm>
            <a:prstGeom prst="line">
              <a:avLst/>
            </a:prstGeom>
            <a:ln w="12700" cap="flat" cmpd="sng">
              <a:solidFill>
                <a:schemeClr val="tx1"/>
              </a:solidFill>
              <a:prstDash val="solid"/>
              <a:headEnd type="none" w="med" len="med"/>
              <a:tailEnd type="none" w="med" len="med"/>
            </a:ln>
          </p:spPr>
        </p:sp>
      </p:grpSp>
      <p:grpSp>
        <p:nvGrpSpPr>
          <p:cNvPr id="543839" name="Group 543838"/>
          <p:cNvGrpSpPr/>
          <p:nvPr/>
        </p:nvGrpSpPr>
        <p:grpSpPr>
          <a:xfrm>
            <a:off x="7993063" y="3835400"/>
            <a:ext cx="358775" cy="312738"/>
            <a:chOff x="2414" y="2954"/>
            <a:chExt cx="920" cy="907"/>
          </a:xfrm>
        </p:grpSpPr>
        <p:sp>
          <p:nvSpPr>
            <p:cNvPr id="543840" name="Litebulb"/>
            <p:cNvSpPr>
              <a:spLocks noChangeAspect="1" noEditPoints="1"/>
            </p:cNvSpPr>
            <p:nvPr/>
          </p:nvSpPr>
          <p:spPr>
            <a:xfrm>
              <a:off x="2653" y="3485"/>
              <a:ext cx="275" cy="376"/>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6350" cap="flat" cmpd="sng">
              <a:solidFill>
                <a:srgbClr val="000000"/>
              </a:solidFill>
              <a:prstDash val="solid"/>
              <a:miter/>
              <a:headEnd type="none" w="med" len="med"/>
              <a:tailEnd type="none" w="med" len="med"/>
            </a:ln>
          </p:spPr>
          <p:txBody>
            <a:bodyPr/>
            <a:lstStyle/>
            <a:p>
              <a:endParaRPr lang="en-US"/>
            </a:p>
          </p:txBody>
        </p:sp>
        <p:sp>
          <p:nvSpPr>
            <p:cNvPr id="543841" name="Parallelogram 543840"/>
            <p:cNvSpPr/>
            <p:nvPr/>
          </p:nvSpPr>
          <p:spPr>
            <a:xfrm>
              <a:off x="2427" y="2954"/>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43842" name="Straight Connector 543841"/>
            <p:cNvSpPr/>
            <p:nvPr/>
          </p:nvSpPr>
          <p:spPr>
            <a:xfrm>
              <a:off x="2965" y="3521"/>
              <a:ext cx="0" cy="340"/>
            </a:xfrm>
            <a:prstGeom prst="line">
              <a:avLst/>
            </a:prstGeom>
            <a:ln w="12700" cap="flat" cmpd="sng">
              <a:solidFill>
                <a:schemeClr val="tx1"/>
              </a:solidFill>
              <a:prstDash val="solid"/>
              <a:headEnd type="none" w="med" len="med"/>
              <a:tailEnd type="none" w="med" len="med"/>
            </a:ln>
          </p:spPr>
        </p:sp>
        <p:sp>
          <p:nvSpPr>
            <p:cNvPr id="543843" name="Straight Connector 543842"/>
            <p:cNvSpPr/>
            <p:nvPr/>
          </p:nvSpPr>
          <p:spPr>
            <a:xfrm flipH="1">
              <a:off x="2965" y="3294"/>
              <a:ext cx="369" cy="567"/>
            </a:xfrm>
            <a:prstGeom prst="line">
              <a:avLst/>
            </a:prstGeom>
            <a:ln w="12700" cap="flat" cmpd="sng">
              <a:solidFill>
                <a:schemeClr val="tx1"/>
              </a:solidFill>
              <a:prstDash val="solid"/>
              <a:headEnd type="none" w="med" len="med"/>
              <a:tailEnd type="none" w="med" len="med"/>
            </a:ln>
          </p:spPr>
        </p:sp>
        <p:sp>
          <p:nvSpPr>
            <p:cNvPr id="543844" name="Right Triangle 543843"/>
            <p:cNvSpPr/>
            <p:nvPr/>
          </p:nvSpPr>
          <p:spPr>
            <a:xfrm rot="5400000">
              <a:off x="2357" y="3578"/>
              <a:ext cx="340" cy="226"/>
            </a:xfrm>
            <a:prstGeom prst="rtTriangle">
              <a:avLst/>
            </a:prstGeom>
            <a:solidFill>
              <a:srgbClr val="5F5F5F"/>
            </a:solidFill>
            <a:ln w="28575">
              <a:noFill/>
            </a:ln>
          </p:spPr>
          <p:txBody>
            <a:bodyPr/>
            <a:lstStyle/>
            <a:p>
              <a:endParaRPr lang="en-US"/>
            </a:p>
          </p:txBody>
        </p:sp>
        <p:sp>
          <p:nvSpPr>
            <p:cNvPr id="543845" name="Rectangles 543844"/>
            <p:cNvSpPr/>
            <p:nvPr/>
          </p:nvSpPr>
          <p:spPr>
            <a:xfrm>
              <a:off x="2642" y="3015"/>
              <a:ext cx="460" cy="408"/>
            </a:xfrm>
            <a:prstGeom prst="rect">
              <a:avLst/>
            </a:prstGeom>
          </p:spPr>
          <p:txBody>
            <a:bodyPr wrap="none" fromWordArt="1">
              <a:prstTxWarp prst="textPlain">
                <a:avLst>
                  <a:gd name="adj" fmla="val 31958"/>
                </a:avLst>
              </a:prstTxWarp>
              <a:normAutofit fontScale="25000" lnSpcReduction="20000"/>
            </a:bodyPr>
            <a:lstStyle/>
            <a:p>
              <a:pPr algn="ct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1</a:t>
              </a:r>
            </a:p>
          </p:txBody>
        </p:sp>
        <p:sp>
          <p:nvSpPr>
            <p:cNvPr id="543846" name="Straight Connector 543845"/>
            <p:cNvSpPr/>
            <p:nvPr/>
          </p:nvSpPr>
          <p:spPr>
            <a:xfrm>
              <a:off x="3334" y="2954"/>
              <a:ext cx="0" cy="340"/>
            </a:xfrm>
            <a:prstGeom prst="line">
              <a:avLst/>
            </a:prstGeom>
            <a:ln w="12700" cap="flat" cmpd="sng">
              <a:solidFill>
                <a:schemeClr val="tx1"/>
              </a:solidFill>
              <a:prstDash val="solid"/>
              <a:headEnd type="none" w="med" len="med"/>
              <a:tailEnd type="none" w="med" len="med"/>
            </a:ln>
          </p:spPr>
        </p:sp>
      </p:grpSp>
      <p:grpSp>
        <p:nvGrpSpPr>
          <p:cNvPr id="543847" name="Group 543846"/>
          <p:cNvGrpSpPr/>
          <p:nvPr/>
        </p:nvGrpSpPr>
        <p:grpSpPr>
          <a:xfrm>
            <a:off x="7993063" y="4195763"/>
            <a:ext cx="358775" cy="312737"/>
            <a:chOff x="2414" y="2954"/>
            <a:chExt cx="920" cy="907"/>
          </a:xfrm>
        </p:grpSpPr>
        <p:sp>
          <p:nvSpPr>
            <p:cNvPr id="543848" name="Litebulb"/>
            <p:cNvSpPr>
              <a:spLocks noChangeAspect="1" noEditPoints="1"/>
            </p:cNvSpPr>
            <p:nvPr/>
          </p:nvSpPr>
          <p:spPr>
            <a:xfrm>
              <a:off x="2653" y="3485"/>
              <a:ext cx="275" cy="376"/>
            </a:xfrm>
            <a:custGeom>
              <a:avLst/>
              <a:gdLst>
                <a:gd name="txL" fmla="*/ 3556 w 21600"/>
                <a:gd name="txT" fmla="*/ 2188 h 21600"/>
                <a:gd name="txR" fmla="*/ 18277 w 21600"/>
                <a:gd name="txB" fmla="*/ 9282 h 21600"/>
              </a:gdLst>
              <a:ahLst/>
              <a:cxnLst>
                <a:cxn ang="0">
                  <a:pos x="10800" y="0"/>
                </a:cxn>
                <a:cxn ang="0">
                  <a:pos x="21600" y="7782"/>
                </a:cxn>
                <a:cxn ang="0">
                  <a:pos x="0" y="7782"/>
                </a:cxn>
                <a:cxn ang="0">
                  <a:pos x="10800" y="21600"/>
                </a:cxn>
              </a:cxnLst>
              <a:rect l="txL" t="txT" r="txR" b="txB"/>
              <a:pathLst>
                <a:path w="21600" h="2160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6350" cap="flat" cmpd="sng">
              <a:solidFill>
                <a:srgbClr val="000000"/>
              </a:solidFill>
              <a:prstDash val="solid"/>
              <a:miter/>
              <a:headEnd type="none" w="med" len="med"/>
              <a:tailEnd type="none" w="med" len="med"/>
            </a:ln>
          </p:spPr>
          <p:txBody>
            <a:bodyPr/>
            <a:lstStyle/>
            <a:p>
              <a:endParaRPr lang="en-US"/>
            </a:p>
          </p:txBody>
        </p:sp>
        <p:sp>
          <p:nvSpPr>
            <p:cNvPr id="543849" name="Parallelogram 543848"/>
            <p:cNvSpPr/>
            <p:nvPr/>
          </p:nvSpPr>
          <p:spPr>
            <a:xfrm>
              <a:off x="2427" y="2954"/>
              <a:ext cx="907" cy="567"/>
            </a:xfrm>
            <a:prstGeom prst="parallelogram">
              <a:avLst>
                <a:gd name="adj" fmla="val 65275"/>
              </a:avLst>
            </a:prstGeom>
            <a:solidFill>
              <a:schemeClr val="tx1"/>
            </a:solidFill>
            <a:ln w="28575" cap="flat" cmpd="sng">
              <a:solidFill>
                <a:schemeClr val="tx1"/>
              </a:solidFill>
              <a:prstDash val="solid"/>
              <a:miter/>
              <a:headEnd type="none" w="med" len="med"/>
              <a:tailEnd type="none" w="med" len="med"/>
            </a:ln>
          </p:spPr>
          <p:txBody>
            <a:bodyPr/>
            <a:lstStyle/>
            <a:p>
              <a:endParaRPr lang="en-US"/>
            </a:p>
          </p:txBody>
        </p:sp>
        <p:sp>
          <p:nvSpPr>
            <p:cNvPr id="543850" name="Straight Connector 543849"/>
            <p:cNvSpPr/>
            <p:nvPr/>
          </p:nvSpPr>
          <p:spPr>
            <a:xfrm>
              <a:off x="2965" y="3521"/>
              <a:ext cx="0" cy="340"/>
            </a:xfrm>
            <a:prstGeom prst="line">
              <a:avLst/>
            </a:prstGeom>
            <a:ln w="12700" cap="flat" cmpd="sng">
              <a:solidFill>
                <a:schemeClr val="tx1"/>
              </a:solidFill>
              <a:prstDash val="solid"/>
              <a:headEnd type="none" w="med" len="med"/>
              <a:tailEnd type="none" w="med" len="med"/>
            </a:ln>
          </p:spPr>
        </p:sp>
        <p:sp>
          <p:nvSpPr>
            <p:cNvPr id="543851" name="Straight Connector 543850"/>
            <p:cNvSpPr/>
            <p:nvPr/>
          </p:nvSpPr>
          <p:spPr>
            <a:xfrm flipH="1">
              <a:off x="2965" y="3294"/>
              <a:ext cx="369" cy="567"/>
            </a:xfrm>
            <a:prstGeom prst="line">
              <a:avLst/>
            </a:prstGeom>
            <a:ln w="12700" cap="flat" cmpd="sng">
              <a:solidFill>
                <a:schemeClr val="tx1"/>
              </a:solidFill>
              <a:prstDash val="solid"/>
              <a:headEnd type="none" w="med" len="med"/>
              <a:tailEnd type="none" w="med" len="med"/>
            </a:ln>
          </p:spPr>
        </p:sp>
        <p:sp>
          <p:nvSpPr>
            <p:cNvPr id="543852" name="Right Triangle 543851"/>
            <p:cNvSpPr/>
            <p:nvPr/>
          </p:nvSpPr>
          <p:spPr>
            <a:xfrm rot="5400000">
              <a:off x="2357" y="3578"/>
              <a:ext cx="340" cy="226"/>
            </a:xfrm>
            <a:prstGeom prst="rtTriangle">
              <a:avLst/>
            </a:prstGeom>
            <a:solidFill>
              <a:srgbClr val="5F5F5F"/>
            </a:solidFill>
            <a:ln w="28575">
              <a:noFill/>
            </a:ln>
          </p:spPr>
          <p:txBody>
            <a:bodyPr/>
            <a:lstStyle/>
            <a:p>
              <a:endParaRPr lang="en-US"/>
            </a:p>
          </p:txBody>
        </p:sp>
        <p:sp>
          <p:nvSpPr>
            <p:cNvPr id="543853" name="Rectangles 543852"/>
            <p:cNvSpPr/>
            <p:nvPr/>
          </p:nvSpPr>
          <p:spPr>
            <a:xfrm>
              <a:off x="2642" y="3015"/>
              <a:ext cx="460" cy="408"/>
            </a:xfrm>
            <a:prstGeom prst="rect">
              <a:avLst/>
            </a:prstGeom>
          </p:spPr>
          <p:txBody>
            <a:bodyPr wrap="none" fromWordArt="1">
              <a:prstTxWarp prst="textPlain">
                <a:avLst>
                  <a:gd name="adj" fmla="val 31958"/>
                </a:avLst>
              </a:prstTxWarp>
              <a:normAutofit fontScale="25000" lnSpcReduction="20000"/>
            </a:bodyPr>
            <a:lstStyle/>
            <a:p>
              <a:pPr algn="ctr"/>
              <a:r>
                <a:rPr lang="en-US" sz="3600" i="1" spc="720">
                  <a:ln w="9525" cap="flat" cmpd="sng">
                    <a:solidFill>
                      <a:schemeClr val="accent1"/>
                    </a:solidFill>
                    <a:prstDash val="solid"/>
                    <a:headEnd type="none" w="med" len="med"/>
                    <a:tailEnd type="none" w="med" len="med"/>
                  </a:ln>
                  <a:solidFill>
                    <a:schemeClr val="accent1"/>
                  </a:solidFill>
                  <a:effectLst>
                    <a:outerShdw dist="45791" dir="3378595" algn="ctr" rotWithShape="0">
                      <a:srgbClr val="4D4D4D">
                        <a:alpha val="80000"/>
                      </a:srgbClr>
                    </a:outerShdw>
                  </a:effectLst>
                  <a:latin typeface="Arial Black" panose="020B0A04020102020204" charset="0"/>
                  <a:ea typeface="Arial Black" panose="020B0A04020102020204" charset="0"/>
                </a:rPr>
                <a:t>0</a:t>
              </a:r>
            </a:p>
          </p:txBody>
        </p:sp>
        <p:sp>
          <p:nvSpPr>
            <p:cNvPr id="543854" name="Straight Connector 543853"/>
            <p:cNvSpPr/>
            <p:nvPr/>
          </p:nvSpPr>
          <p:spPr>
            <a:xfrm>
              <a:off x="3334" y="2954"/>
              <a:ext cx="0" cy="340"/>
            </a:xfrm>
            <a:prstGeom prst="line">
              <a:avLst/>
            </a:prstGeom>
            <a:ln w="12700" cap="flat" cmpd="sng">
              <a:solidFill>
                <a:schemeClr val="tx1"/>
              </a:solidFill>
              <a:prstDash val="solid"/>
              <a:headEnd type="none" w="med" len="med"/>
              <a:tailEnd type="none" w="med" len="med"/>
            </a:ln>
          </p:spPr>
        </p:sp>
      </p:grpSp>
      <p:sp>
        <p:nvSpPr>
          <p:cNvPr id="543856" name="Rectangles 543855"/>
          <p:cNvSpPr/>
          <p:nvPr/>
        </p:nvSpPr>
        <p:spPr>
          <a:xfrm>
            <a:off x="1331913" y="4805363"/>
            <a:ext cx="1079500" cy="365125"/>
          </a:xfrm>
          <a:prstGeom prst="rect">
            <a:avLst/>
          </a:prstGeom>
          <a:noFill/>
          <a:ln w="28575">
            <a:noFill/>
          </a:ln>
        </p:spPr>
        <p:txBody>
          <a:bodyPr lIns="0" tIns="0" rIns="0" bIns="0">
            <a:spAutoFit/>
          </a:bodyPr>
          <a:lstStyle/>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S</a:t>
            </a:r>
            <a:r>
              <a:rPr sz="2400" b="1" i="1" baseline="-25000">
                <a:latin typeface="Times New Roman" panose="02020603050405020304" pitchFamily="18" charset="0"/>
                <a:cs typeface="Times New Roman" panose="02020603050405020304" pitchFamily="18" charset="0"/>
              </a:rPr>
              <a:t>2</a:t>
            </a:r>
            <a:r>
              <a:rPr sz="2400" b="1" i="1">
                <a:latin typeface="Times New Roman" panose="02020603050405020304" pitchFamily="18" charset="0"/>
                <a:cs typeface="Times New Roman" panose="02020603050405020304" pitchFamily="18" charset="0"/>
              </a:rPr>
              <a:t> S</a:t>
            </a:r>
            <a:r>
              <a:rPr sz="2400" b="1" i="1" baseline="-25000">
                <a:latin typeface="Times New Roman" panose="02020603050405020304" pitchFamily="18" charset="0"/>
                <a:cs typeface="Times New Roman" panose="02020603050405020304" pitchFamily="18" charset="0"/>
              </a:rPr>
              <a:t>1</a:t>
            </a:r>
            <a:r>
              <a:rPr sz="2400" b="1" i="1">
                <a:latin typeface="Times New Roman" panose="02020603050405020304" pitchFamily="18" charset="0"/>
                <a:cs typeface="Times New Roman" panose="02020603050405020304" pitchFamily="18" charset="0"/>
              </a:rPr>
              <a:t> S</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43857" name="Rectangles 543856"/>
          <p:cNvSpPr/>
          <p:nvPr/>
        </p:nvSpPr>
        <p:spPr>
          <a:xfrm>
            <a:off x="6553200" y="4805363"/>
            <a:ext cx="1079500" cy="365125"/>
          </a:xfrm>
          <a:prstGeom prst="rect">
            <a:avLst/>
          </a:prstGeom>
          <a:noFill/>
          <a:ln w="28575">
            <a:noFill/>
          </a:ln>
        </p:spPr>
        <p:txBody>
          <a:bodyPr lIns="0" tIns="0" rIns="0" bIns="0">
            <a:spAutoFit/>
          </a:bodyPr>
          <a:lstStyle/>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S</a:t>
            </a:r>
            <a:r>
              <a:rPr sz="2400" b="1" i="1" baseline="-25000">
                <a:latin typeface="Times New Roman" panose="02020603050405020304" pitchFamily="18" charset="0"/>
                <a:cs typeface="Times New Roman" panose="02020603050405020304" pitchFamily="18" charset="0"/>
              </a:rPr>
              <a:t>2</a:t>
            </a:r>
            <a:r>
              <a:rPr sz="2400" b="1" i="1">
                <a:latin typeface="Times New Roman" panose="02020603050405020304" pitchFamily="18" charset="0"/>
                <a:cs typeface="Times New Roman" panose="02020603050405020304" pitchFamily="18" charset="0"/>
              </a:rPr>
              <a:t> S</a:t>
            </a:r>
            <a:r>
              <a:rPr sz="2400" b="1" i="1" baseline="-25000">
                <a:latin typeface="Times New Roman" panose="02020603050405020304" pitchFamily="18" charset="0"/>
                <a:cs typeface="Times New Roman" panose="02020603050405020304" pitchFamily="18" charset="0"/>
              </a:rPr>
              <a:t>1</a:t>
            </a:r>
            <a:r>
              <a:rPr sz="2400" b="1" i="1">
                <a:latin typeface="Times New Roman" panose="02020603050405020304" pitchFamily="18" charset="0"/>
                <a:cs typeface="Times New Roman" panose="02020603050405020304" pitchFamily="18" charset="0"/>
              </a:rPr>
              <a:t> S</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43858" name="Straight Connector 543857"/>
          <p:cNvSpPr/>
          <p:nvPr/>
        </p:nvSpPr>
        <p:spPr>
          <a:xfrm flipH="1">
            <a:off x="1871663" y="5229225"/>
            <a:ext cx="0" cy="720725"/>
          </a:xfrm>
          <a:prstGeom prst="line">
            <a:avLst/>
          </a:prstGeom>
          <a:ln w="38100" cap="flat" cmpd="sng">
            <a:solidFill>
              <a:schemeClr val="accent2"/>
            </a:solidFill>
            <a:prstDash val="solid"/>
            <a:headEnd type="none" w="med" len="med"/>
            <a:tailEnd type="none" w="med" len="med"/>
          </a:ln>
        </p:spPr>
      </p:sp>
      <p:sp>
        <p:nvSpPr>
          <p:cNvPr id="543859" name="Straight Connector 543858"/>
          <p:cNvSpPr/>
          <p:nvPr/>
        </p:nvSpPr>
        <p:spPr>
          <a:xfrm flipH="1">
            <a:off x="2232025" y="5229225"/>
            <a:ext cx="0" cy="720725"/>
          </a:xfrm>
          <a:prstGeom prst="line">
            <a:avLst/>
          </a:prstGeom>
          <a:ln w="38100" cap="flat" cmpd="sng">
            <a:solidFill>
              <a:schemeClr val="accent2"/>
            </a:solidFill>
            <a:prstDash val="solid"/>
            <a:headEnd type="none" w="med" len="med"/>
            <a:tailEnd type="none" w="med" len="med"/>
          </a:ln>
        </p:spPr>
      </p:sp>
      <p:sp>
        <p:nvSpPr>
          <p:cNvPr id="543860" name="Straight Connector 543859"/>
          <p:cNvSpPr/>
          <p:nvPr/>
        </p:nvSpPr>
        <p:spPr>
          <a:xfrm>
            <a:off x="6731000" y="5229225"/>
            <a:ext cx="1588" cy="720725"/>
          </a:xfrm>
          <a:prstGeom prst="line">
            <a:avLst/>
          </a:prstGeom>
          <a:ln w="38100" cap="flat" cmpd="sng">
            <a:solidFill>
              <a:schemeClr val="accent2"/>
            </a:solidFill>
            <a:prstDash val="solid"/>
            <a:headEnd type="none" w="med" len="med"/>
            <a:tailEnd type="none" w="med" len="med"/>
          </a:ln>
        </p:spPr>
      </p:sp>
      <p:sp>
        <p:nvSpPr>
          <p:cNvPr id="543861" name="Straight Connector 543860"/>
          <p:cNvSpPr/>
          <p:nvPr/>
        </p:nvSpPr>
        <p:spPr>
          <a:xfrm>
            <a:off x="7091363" y="5229225"/>
            <a:ext cx="1587" cy="720725"/>
          </a:xfrm>
          <a:prstGeom prst="line">
            <a:avLst/>
          </a:prstGeom>
          <a:ln w="38100" cap="flat" cmpd="sng">
            <a:solidFill>
              <a:schemeClr val="accent2"/>
            </a:solidFill>
            <a:prstDash val="solid"/>
            <a:headEnd type="none" w="med" len="med"/>
            <a:tailEnd type="none" w="med" len="med"/>
          </a:ln>
        </p:spPr>
      </p:sp>
      <p:sp>
        <p:nvSpPr>
          <p:cNvPr id="543862" name="Straight Connector 543861"/>
          <p:cNvSpPr/>
          <p:nvPr/>
        </p:nvSpPr>
        <p:spPr>
          <a:xfrm flipH="1">
            <a:off x="7451725" y="5229225"/>
            <a:ext cx="0" cy="720725"/>
          </a:xfrm>
          <a:prstGeom prst="line">
            <a:avLst/>
          </a:prstGeom>
          <a:ln w="38100" cap="flat" cmpd="sng">
            <a:solidFill>
              <a:schemeClr val="accent2"/>
            </a:solidFill>
            <a:prstDash val="solid"/>
            <a:headEnd type="none" w="med" len="med"/>
            <a:tailEnd type="none" w="med" len="med"/>
          </a:ln>
        </p:spPr>
      </p:sp>
      <p:sp>
        <p:nvSpPr>
          <p:cNvPr id="543863" name="Straight Connector 543862"/>
          <p:cNvSpPr/>
          <p:nvPr/>
        </p:nvSpPr>
        <p:spPr>
          <a:xfrm>
            <a:off x="2592388" y="5588000"/>
            <a:ext cx="3779837" cy="0"/>
          </a:xfrm>
          <a:prstGeom prst="line">
            <a:avLst/>
          </a:prstGeom>
          <a:ln w="38100" cap="flat" cmpd="sng">
            <a:solidFill>
              <a:srgbClr val="CC00CC"/>
            </a:solidFill>
            <a:prstDash val="sysDot"/>
            <a:headEnd type="none" w="med" len="med"/>
            <a:tailEnd type="none" w="med" len="med"/>
          </a:ln>
        </p:spPr>
      </p:sp>
      <p:sp>
        <p:nvSpPr>
          <p:cNvPr id="543864" name="Straight Connector 543863"/>
          <p:cNvSpPr/>
          <p:nvPr/>
        </p:nvSpPr>
        <p:spPr>
          <a:xfrm>
            <a:off x="2592388" y="5767388"/>
            <a:ext cx="3779837" cy="0"/>
          </a:xfrm>
          <a:prstGeom prst="line">
            <a:avLst/>
          </a:prstGeom>
          <a:ln w="38100" cap="flat" cmpd="sng">
            <a:solidFill>
              <a:srgbClr val="CC00CC"/>
            </a:solidFill>
            <a:prstDash val="sysDot"/>
            <a:headEnd type="none" w="med" len="med"/>
            <a:tailEnd type="none" w="med" len="med"/>
          </a:ln>
        </p:spPr>
      </p:sp>
      <p:sp>
        <p:nvSpPr>
          <p:cNvPr id="543866" name="Rectangles 543865"/>
          <p:cNvSpPr/>
          <p:nvPr/>
        </p:nvSpPr>
        <p:spPr>
          <a:xfrm>
            <a:off x="1408113" y="5949950"/>
            <a:ext cx="1079500" cy="365125"/>
          </a:xfrm>
          <a:prstGeom prst="rect">
            <a:avLst/>
          </a:prstGeom>
          <a:noFill/>
          <a:ln w="28575">
            <a:noFill/>
          </a:ln>
        </p:spPr>
        <p:txBody>
          <a:bodyPr lIns="0" tIns="0" rIns="0" bIns="0">
            <a:spAutoFit/>
          </a:bodyPr>
          <a:lstStyle/>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x</a:t>
            </a:r>
            <a:r>
              <a:rPr sz="2400" b="1" i="1" baseline="-25000">
                <a:latin typeface="Times New Roman" panose="02020603050405020304" pitchFamily="18" charset="0"/>
                <a:cs typeface="Times New Roman" panose="02020603050405020304" pitchFamily="18" charset="0"/>
              </a:rPr>
              <a:t>2</a:t>
            </a:r>
            <a:r>
              <a:rPr b="1" i="1">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x</a:t>
            </a:r>
            <a:r>
              <a:rPr sz="2400" b="1" i="1" baseline="-25000">
                <a:latin typeface="Times New Roman" panose="02020603050405020304" pitchFamily="18" charset="0"/>
                <a:cs typeface="Times New Roman" panose="02020603050405020304" pitchFamily="18" charset="0"/>
              </a:rPr>
              <a:t>1</a:t>
            </a:r>
            <a:r>
              <a:rPr b="1" i="1">
                <a:latin typeface="Times New Roman" panose="02020603050405020304" pitchFamily="18" charset="0"/>
                <a:cs typeface="Times New Roman" panose="02020603050405020304" pitchFamily="18" charset="0"/>
              </a:rPr>
              <a:t>  </a:t>
            </a:r>
            <a:r>
              <a:rPr sz="2400" b="1" i="1">
                <a:latin typeface="Times New Roman" panose="02020603050405020304" pitchFamily="18" charset="0"/>
                <a:cs typeface="Times New Roman" panose="02020603050405020304" pitchFamily="18" charset="0"/>
              </a:rPr>
              <a:t>x</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43867" name="Rectangles 543866"/>
          <p:cNvSpPr/>
          <p:nvPr/>
        </p:nvSpPr>
        <p:spPr>
          <a:xfrm>
            <a:off x="6551613" y="5949950"/>
            <a:ext cx="1260475" cy="365125"/>
          </a:xfrm>
          <a:prstGeom prst="rect">
            <a:avLst/>
          </a:prstGeom>
          <a:noFill/>
          <a:ln w="28575">
            <a:noFill/>
          </a:ln>
        </p:spPr>
        <p:txBody>
          <a:bodyPr lIns="0" tIns="0" rIns="0" bIns="0">
            <a:spAutoFit/>
          </a:bodyPr>
          <a:lstStyle/>
          <a:p>
            <a:pPr>
              <a:lnSpc>
                <a:spcPct val="100000"/>
              </a:lnSpc>
              <a:spcBef>
                <a:spcPct val="0"/>
              </a:spcBef>
              <a:buClr>
                <a:schemeClr val="bg1"/>
              </a:buClr>
            </a:pPr>
            <a:r>
              <a:rPr sz="2400" b="1" i="1">
                <a:latin typeface="Times New Roman" panose="02020603050405020304" pitchFamily="18" charset="0"/>
                <a:cs typeface="Times New Roman" panose="02020603050405020304" pitchFamily="18" charset="0"/>
              </a:rPr>
              <a:t>y</a:t>
            </a:r>
            <a:r>
              <a:rPr sz="2400" b="1" i="1" baseline="-25000">
                <a:latin typeface="Times New Roman" panose="02020603050405020304" pitchFamily="18" charset="0"/>
                <a:cs typeface="Times New Roman" panose="02020603050405020304" pitchFamily="18" charset="0"/>
              </a:rPr>
              <a:t>2</a:t>
            </a:r>
            <a:r>
              <a:rPr sz="2400" b="1" i="1">
                <a:latin typeface="Times New Roman" panose="02020603050405020304" pitchFamily="18" charset="0"/>
                <a:cs typeface="Times New Roman" panose="02020603050405020304" pitchFamily="18" charset="0"/>
              </a:rPr>
              <a:t>  y</a:t>
            </a:r>
            <a:r>
              <a:rPr sz="2400" b="1" i="1" baseline="-25000">
                <a:latin typeface="Times New Roman" panose="02020603050405020304" pitchFamily="18" charset="0"/>
                <a:cs typeface="Times New Roman" panose="02020603050405020304" pitchFamily="18" charset="0"/>
              </a:rPr>
              <a:t>1</a:t>
            </a:r>
            <a:r>
              <a:rPr sz="2400" b="1" i="1">
                <a:latin typeface="Times New Roman" panose="02020603050405020304" pitchFamily="18" charset="0"/>
                <a:cs typeface="Times New Roman" panose="02020603050405020304" pitchFamily="18" charset="0"/>
              </a:rPr>
              <a:t>  y</a:t>
            </a:r>
            <a:r>
              <a:rPr sz="2400" b="1" i="1" baseline="-25000">
                <a:latin typeface="Times New Roman" panose="02020603050405020304" pitchFamily="18" charset="0"/>
                <a:cs typeface="Times New Roman" panose="02020603050405020304" pitchFamily="18" charset="0"/>
              </a:rPr>
              <a:t>0</a:t>
            </a:r>
            <a:endParaRPr sz="2400" b="1" i="1" baseline="-25000">
              <a:latin typeface="Times New Roman" panose="02020603050405020304" pitchFamily="18" charset="0"/>
              <a:ea typeface="Times New Roman" panose="02020603050405020304" pitchFamily="18" charset="0"/>
            </a:endParaRPr>
          </a:p>
        </p:txBody>
      </p:sp>
      <p:sp>
        <p:nvSpPr>
          <p:cNvPr id="543868" name="Text Box 543867"/>
          <p:cNvSpPr txBox="1"/>
          <p:nvPr/>
        </p:nvSpPr>
        <p:spPr>
          <a:xfrm>
            <a:off x="3792538" y="5768975"/>
            <a:ext cx="1558925" cy="365125"/>
          </a:xfrm>
          <a:prstGeom prst="rect">
            <a:avLst/>
          </a:prstGeom>
          <a:noFill/>
          <a:ln w="28575">
            <a:noFill/>
          </a:ln>
        </p:spPr>
        <p:txBody>
          <a:bodyPr wrap="none" lIns="0" tIns="0" rIns="0" bIns="0">
            <a:spAutoFit/>
          </a:bodyPr>
          <a:lstStyle/>
          <a:p>
            <a:pPr algn="l">
              <a:lnSpc>
                <a:spcPct val="100000"/>
              </a:lnSpc>
              <a:spcBef>
                <a:spcPct val="0"/>
              </a:spcBef>
              <a:buClr>
                <a:schemeClr val="bg1"/>
              </a:buClr>
            </a:pPr>
            <a:r>
              <a:rPr sz="2400" b="1" i="1">
                <a:solidFill>
                  <a:srgbClr val="CC00CC"/>
                </a:solidFill>
                <a:latin typeface="Times New Roman" panose="02020603050405020304" pitchFamily="18" charset="0"/>
                <a:cs typeface="Times New Roman" panose="02020603050405020304" pitchFamily="18" charset="0"/>
              </a:rPr>
              <a:t>Synchronize</a:t>
            </a:r>
            <a:endParaRPr sz="2400" b="1" i="1" baseline="-25000">
              <a:solidFill>
                <a:srgbClr val="CC00CC"/>
              </a:solidFill>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nvSpPr>
        <p:spPr>
          <a:xfrm>
            <a:off x="8208010" y="6582728"/>
            <a:ext cx="892175" cy="274638"/>
          </a:xfrm>
          <a:prstGeom prst="rect">
            <a:avLst/>
          </a:prstGeom>
        </p:spPr>
        <p:txBody>
          <a:bodyPr vert="horz" lIns="91440" tIns="45720" rIns="91440" bIns="45720" rtlCol="0" anchor="ctr"/>
          <a:lstStyle>
            <a:defPPr>
              <a:defRPr lang="en-US"/>
            </a:defPPr>
            <a:lvl1pPr marL="0" algn="ctr" defTabSz="914400" rtl="0" eaLnBrk="1" latinLnBrk="0" hangingPunct="1">
              <a:defRPr sz="1400" b="1" kern="1200">
                <a:solidFill>
                  <a:schemeClr val="tx1">
                    <a:lumMod val="95000"/>
                    <a:lumOff val="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505DA8D0-DA45-4C41-A3FD-CF2E7E988B1E}" type="slidenum">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37</a:t>
            </a:fld>
            <a:r>
              <a:rPr kumimoji="0" lang="en-US" altLang="en-US" sz="160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rPr>
              <a:t>/63</a:t>
            </a:r>
            <a:endParaRPr kumimoji="0" lang="en-US" altLang="en-US" sz="1600" b="0" i="0" u="none" strike="noStrike" kern="1200" cap="none" spc="0" normalizeH="0" baseline="0" noProof="0" smtClean="0">
              <a:ln>
                <a:noFill/>
              </a:ln>
              <a:solidFill>
                <a:schemeClr val="tx1">
                  <a:lumMod val="95000"/>
                  <a:lumOff val="5000"/>
                </a:schemeClr>
              </a:solidFill>
              <a:effectLst/>
              <a:uLnTx/>
              <a:uFillTx/>
              <a:latin typeface="Constantia" panose="02030602050306030303" charset="0"/>
              <a:ea typeface="+mn-ea"/>
              <a:cs typeface="Constantia" panose="02030602050306030303"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3868"/>
                                        </p:tgtEl>
                                        <p:attrNameLst>
                                          <p:attrName>style.visibility</p:attrName>
                                        </p:attrNameLst>
                                      </p:cBhvr>
                                      <p:to>
                                        <p:strVal val="visible"/>
                                      </p:to>
                                    </p:set>
                                    <p:animEffect transition="in" filter="wipe(left)">
                                      <p:cBhvr>
                                        <p:cTn id="7" dur="500"/>
                                        <p:tgtEl>
                                          <p:spTgt spid="543868"/>
                                        </p:tgtEl>
                                      </p:cBhvr>
                                    </p:animEffect>
                                  </p:childTnLst>
                                </p:cTn>
                              </p:par>
                              <p:par>
                                <p:cTn id="8" presetID="22" presetClass="entr" presetSubtype="8" fill="hold" nodeType="withEffect">
                                  <p:stCondLst>
                                    <p:cond delay="0"/>
                                  </p:stCondLst>
                                  <p:childTnLst>
                                    <p:set>
                                      <p:cBhvr>
                                        <p:cTn id="9" dur="1" fill="hold">
                                          <p:stCondLst>
                                            <p:cond delay="0"/>
                                          </p:stCondLst>
                                        </p:cTn>
                                        <p:tgtEl>
                                          <p:spTgt spid="543750"/>
                                        </p:tgtEl>
                                        <p:attrNameLst>
                                          <p:attrName>style.visibility</p:attrName>
                                        </p:attrNameLst>
                                      </p:cBhvr>
                                      <p:to>
                                        <p:strVal val="visible"/>
                                      </p:to>
                                    </p:set>
                                    <p:animEffect transition="in" filter="wipe(left)">
                                      <p:cBhvr>
                                        <p:cTn id="10" dur="500"/>
                                        <p:tgtEl>
                                          <p:spTgt spid="543750"/>
                                        </p:tgtEl>
                                      </p:cBhvr>
                                    </p:animEffect>
                                  </p:childTnLst>
                                </p:cTn>
                              </p:par>
                              <p:par>
                                <p:cTn id="11" presetID="22" presetClass="entr" presetSubtype="8" fill="hold" nodeType="withEffect">
                                  <p:stCondLst>
                                    <p:cond delay="0"/>
                                  </p:stCondLst>
                                  <p:childTnLst>
                                    <p:set>
                                      <p:cBhvr>
                                        <p:cTn id="12" dur="1" fill="hold">
                                          <p:stCondLst>
                                            <p:cond delay="0"/>
                                          </p:stCondLst>
                                        </p:cTn>
                                        <p:tgtEl>
                                          <p:spTgt spid="543863"/>
                                        </p:tgtEl>
                                        <p:attrNameLst>
                                          <p:attrName>style.visibility</p:attrName>
                                        </p:attrNameLst>
                                      </p:cBhvr>
                                      <p:to>
                                        <p:strVal val="visible"/>
                                      </p:to>
                                    </p:set>
                                    <p:animEffect transition="in" filter="wipe(left)">
                                      <p:cBhvr>
                                        <p:cTn id="13" dur="500"/>
                                        <p:tgtEl>
                                          <p:spTgt spid="543863"/>
                                        </p:tgtEl>
                                      </p:cBhvr>
                                    </p:animEffect>
                                  </p:childTnLst>
                                </p:cTn>
                              </p:par>
                              <p:par>
                                <p:cTn id="14" presetID="22" presetClass="entr" presetSubtype="8" fill="hold" nodeType="withEffect">
                                  <p:stCondLst>
                                    <p:cond delay="0"/>
                                  </p:stCondLst>
                                  <p:childTnLst>
                                    <p:set>
                                      <p:cBhvr>
                                        <p:cTn id="15" dur="1" fill="hold">
                                          <p:stCondLst>
                                            <p:cond delay="0"/>
                                          </p:stCondLst>
                                        </p:cTn>
                                        <p:tgtEl>
                                          <p:spTgt spid="543864"/>
                                        </p:tgtEl>
                                        <p:attrNameLst>
                                          <p:attrName>style.visibility</p:attrName>
                                        </p:attrNameLst>
                                      </p:cBhvr>
                                      <p:to>
                                        <p:strVal val="visible"/>
                                      </p:to>
                                    </p:set>
                                    <p:animEffect transition="in" filter="wipe(left)">
                                      <p:cBhvr>
                                        <p:cTn id="16" dur="500"/>
                                        <p:tgtEl>
                                          <p:spTgt spid="5438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868" grpId="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bwMode="auto">
          <a:xfrm>
            <a:off x="0" y="0"/>
            <a:ext cx="9124950" cy="6858000"/>
          </a:xfrm>
          <a:noFill/>
          <a:ln w="9525"/>
          <a:effectLst/>
          <a:scene3d>
            <a:camera prst="orthographicFront"/>
            <a:lightRig rig="balanced" dir="t"/>
          </a:scene3d>
          <a:sp3d prstMaterial="plastic"/>
          <a:extLs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DeflateInflateDeflate">
              <a:avLst/>
            </a:prstTxWarp>
            <a:normAutofit/>
          </a:bodyPr>
          <a:lstStyle/>
          <a:p>
            <a:pPr marL="0" marR="0" lvl="0" indent="0" algn="ctr" defTabSz="914400" rtl="0" eaLnBrk="0" fontAlgn="base" latinLnBrk="0" hangingPunct="0">
              <a:lnSpc>
                <a:spcPct val="150000"/>
              </a:lnSpc>
              <a:spcBef>
                <a:spcPct val="20000"/>
              </a:spcBef>
              <a:spcAft>
                <a:spcPct val="0"/>
              </a:spcAft>
              <a:buClr>
                <a:srgbClr val="0000FF"/>
              </a:buClr>
              <a:buSzPct val="90000"/>
              <a:buFont typeface="Wingdings 2" panose="05020102010507070707" pitchFamily="18" charset="2"/>
              <a:buNone/>
              <a:defRPr/>
            </a:pPr>
            <a:endParaRPr kumimoji="1" lang="en-US" sz="3600" b="0" i="0" u="none" strike="noStrike" kern="0" cap="none" spc="0" normalizeH="0" baseline="0" noProof="0" dirty="0">
              <a:ln w="0">
                <a:solidFill>
                  <a:srgbClr val="FFFFFF"/>
                </a:solidFill>
              </a:ln>
              <a:solidFill>
                <a:schemeClr val="accent1"/>
              </a:solidFill>
              <a:effectLst>
                <a:glow rad="63500">
                  <a:schemeClr val="accent2">
                    <a:satMod val="175000"/>
                    <a:alpha val="40000"/>
                  </a:schemeClr>
                </a:glow>
                <a:outerShdw blurRad="38100" dist="25400" dir="5400000" algn="ctr" rotWithShape="0">
                  <a:srgbClr val="6E747A">
                    <a:alpha val="43000"/>
                  </a:srgbClr>
                </a:outerShdw>
              </a:effectLst>
              <a:uLnTx/>
              <a:uFillTx/>
              <a:latin typeface="Constantia" panose="02030602050306030303" charset="0"/>
              <a:ea typeface="+mn-ea"/>
              <a:cs typeface="Times New Roman" panose="02020603050405020304" pitchFamily="18" charset="0"/>
            </a:endParaRPr>
          </a:p>
          <a:p>
            <a:pPr marL="0" marR="0" lvl="0" indent="0" algn="ctr" defTabSz="914400" rtl="0" eaLnBrk="0" fontAlgn="base" latinLnBrk="0" hangingPunct="0">
              <a:lnSpc>
                <a:spcPct val="150000"/>
              </a:lnSpc>
              <a:spcBef>
                <a:spcPct val="20000"/>
              </a:spcBef>
              <a:spcAft>
                <a:spcPct val="0"/>
              </a:spcAft>
              <a:buClr>
                <a:srgbClr val="0000FF"/>
              </a:buClr>
              <a:buSzPct val="90000"/>
              <a:buFont typeface="Wingdings 2" panose="05020102010507070707" pitchFamily="18" charset="2"/>
              <a:buNone/>
              <a:defRPr/>
            </a:pPr>
            <a:r>
              <a:rPr kumimoji="1" lang="en-US" sz="8000" b="0" i="0" u="none" strike="noStrike" kern="0" cap="none" spc="0" normalizeH="0" baseline="0" noProof="0" dirty="0">
                <a:ln w="0">
                  <a:solidFill>
                    <a:srgbClr val="FFFFFF"/>
                  </a:solidFill>
                </a:ln>
                <a:solidFill>
                  <a:schemeClr val="accent1"/>
                </a:solidFill>
                <a:effectLst>
                  <a:glow rad="63500">
                    <a:schemeClr val="accent2">
                      <a:satMod val="175000"/>
                      <a:alpha val="40000"/>
                    </a:schemeClr>
                  </a:glow>
                  <a:outerShdw blurRad="38100" dist="25400" dir="5400000" algn="ctr" rotWithShape="0">
                    <a:srgbClr val="6E747A">
                      <a:alpha val="43000"/>
                    </a:srgbClr>
                  </a:outerShdw>
                </a:effectLst>
                <a:uLnTx/>
                <a:uFillTx/>
                <a:latin typeface="Constantia" panose="02030602050306030303" charset="0"/>
                <a:ea typeface="+mn-ea"/>
                <a:cs typeface="Times New Roman" panose="02020603050405020304" pitchFamily="18" charset="0"/>
              </a:rPr>
              <a:t>Thank You !!!</a:t>
            </a:r>
          </a:p>
          <a:p>
            <a:pPr marL="0" marR="0" lvl="0" indent="0" algn="ctr" defTabSz="914400" rtl="0" eaLnBrk="0" fontAlgn="base" latinLnBrk="0" hangingPunct="0">
              <a:lnSpc>
                <a:spcPct val="150000"/>
              </a:lnSpc>
              <a:spcBef>
                <a:spcPct val="20000"/>
              </a:spcBef>
              <a:spcAft>
                <a:spcPct val="0"/>
              </a:spcAft>
              <a:buClr>
                <a:srgbClr val="0000FF"/>
              </a:buClr>
              <a:buSzPct val="90000"/>
              <a:buFont typeface="Wingdings 2" panose="05020102010507070707" pitchFamily="18" charset="2"/>
              <a:buNone/>
              <a:defRPr/>
            </a:pPr>
            <a:r>
              <a:rPr kumimoji="1" lang="en-US" sz="8000" b="0" i="0" u="none" strike="noStrike" kern="0" cap="none" spc="0" normalizeH="0" baseline="0" noProof="0" dirty="0">
                <a:ln w="0">
                  <a:solidFill>
                    <a:srgbClr val="FFFFFF"/>
                  </a:solidFill>
                </a:ln>
                <a:solidFill>
                  <a:schemeClr val="accent1"/>
                </a:solidFill>
                <a:effectLst>
                  <a:glow rad="63500">
                    <a:schemeClr val="accent2">
                      <a:satMod val="175000"/>
                      <a:alpha val="40000"/>
                    </a:schemeClr>
                  </a:glow>
                  <a:outerShdw blurRad="38100" dist="25400" dir="5400000" algn="ctr" rotWithShape="0">
                    <a:srgbClr val="6E747A">
                      <a:alpha val="43000"/>
                    </a:srgbClr>
                  </a:outerShdw>
                </a:effectLst>
                <a:uLnTx/>
                <a:uFillTx/>
                <a:latin typeface="Constantia" panose="02030602050306030303" charset="0"/>
                <a:ea typeface="+mn-ea"/>
                <a:cs typeface="Times New Roman" panose="02020603050405020304" pitchFamily="18" charset="0"/>
              </a:rPr>
              <a:t> ?</a:t>
            </a:r>
          </a:p>
        </p:txBody>
      </p:sp>
    </p:spTree>
  </p:cSld>
  <p:clrMapOvr>
    <a:masterClrMapping/>
  </p:clrMapOvr>
  <p:transition>
    <p:random/>
  </p:transition>
  <p:timing>
    <p:tnLst>
      <p:par>
        <p:cTn id="1" dur="indefinite" restart="never" nodeType="tmRoot"/>
      </p:par>
    </p:tnLst>
  </p:timing>
</p:sld>
</file>

<file path=ppt/theme/theme1.xml><?xml version="1.0" encoding="utf-8"?>
<a:theme xmlns:a="http://schemas.openxmlformats.org/drawingml/2006/main" name="Default Design">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436D0"/>
      </a:accent6>
      <a:hlink>
        <a:srgbClr val="00DFCA"/>
      </a:hlink>
      <a:folHlink>
        <a:srgbClr val="EAEC5E"/>
      </a:folHlink>
    </a:clrScheme>
    <a:fontScheme name="">
      <a:majorFont>
        <a:latin typeface="Times New Roman"/>
        <a:ea typeface="Times New Roman"/>
        <a:cs typeface=""/>
      </a:majorFont>
      <a:minorFont>
        <a:latin typeface="Times New Roman"/>
        <a:ea typeface="Times New Roma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1421</TotalTime>
  <Words>2461</Words>
  <Application>Microsoft Office PowerPoint</Application>
  <PresentationFormat>On-screen Show (4:3)</PresentationFormat>
  <Paragraphs>977</Paragraphs>
  <Slides>39</Slides>
  <Notes>33</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39</vt:i4>
      </vt:variant>
    </vt:vector>
  </HeadingPairs>
  <TitlesOfParts>
    <vt:vector size="42" baseType="lpstr">
      <vt:lpstr>Default Design</vt:lpstr>
      <vt:lpstr>Visio.Drawing.11</vt:lpstr>
      <vt:lpstr>Microsoft Equation 3.0</vt:lpstr>
      <vt:lpstr>PowerPoint Presentation</vt:lpstr>
      <vt:lpstr>PowerPoint Presentation</vt:lpstr>
      <vt:lpstr>PowerPoint Presentation</vt:lpstr>
      <vt:lpstr>PowerPoint Presentation</vt:lpstr>
      <vt:lpstr> Combinational Logic Circuits</vt:lpstr>
      <vt:lpstr>Design Procedure</vt:lpstr>
      <vt:lpstr>Design Procedure</vt:lpstr>
      <vt:lpstr>Design Procedure</vt:lpstr>
      <vt:lpstr>1.Design a Seven-Segment Decoder  Group Assignment</vt:lpstr>
      <vt:lpstr>2) Design a combinational code converter that converts a 4-bit gray code to binary number.  3)Design a combinational circuit with three inputs, A, B, and C, and three outputs, x, y, and z . When the binary input is 0, 1, 2, or 3, the binary output is one greater than the input. When the binary input is 4, 5, 6, or 7, the binary output is two less than the input. </vt:lpstr>
      <vt:lpstr>Binary Adder</vt:lpstr>
      <vt:lpstr>Binary Adder</vt:lpstr>
      <vt:lpstr>Binary Adder</vt:lpstr>
      <vt:lpstr>Binary Adder</vt:lpstr>
      <vt:lpstr>Binary Adder</vt:lpstr>
      <vt:lpstr>Parallel Adder : Exercise</vt:lpstr>
      <vt:lpstr> Figure 6.9    A 4-bit parallel adder</vt:lpstr>
      <vt:lpstr>Binary Subtractor</vt:lpstr>
      <vt:lpstr>Binary Adder/Subtractor</vt:lpstr>
      <vt:lpstr>   Comparators  The basic function of a comparator is to compare the magnitudes of two binary quantities to determine the relationships of those quantities.   </vt:lpstr>
      <vt:lpstr>Decoders</vt:lpstr>
      <vt:lpstr>Decoders</vt:lpstr>
      <vt:lpstr>Decoders</vt:lpstr>
      <vt:lpstr>Decoders</vt:lpstr>
      <vt:lpstr>Decoders</vt:lpstr>
      <vt:lpstr>Decoders</vt:lpstr>
      <vt:lpstr>Encoders</vt:lpstr>
      <vt:lpstr>Encoders</vt:lpstr>
      <vt:lpstr>Encoders</vt:lpstr>
      <vt:lpstr>Encoder / Decoder Pairs</vt:lpstr>
      <vt:lpstr>Multiplexers</vt:lpstr>
      <vt:lpstr>Multiplexers</vt:lpstr>
      <vt:lpstr>Multiplexers</vt:lpstr>
      <vt:lpstr>Multiplexers</vt:lpstr>
      <vt:lpstr>Implementation Using Multiplexers</vt:lpstr>
      <vt:lpstr>Demultiplexers</vt:lpstr>
      <vt:lpstr>DeMultiplexers</vt:lpstr>
      <vt:lpstr>Multiplexer / DeMultiplexer Pairs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Combinational Logic</dc:title>
  <dc:subject>Digital Logic Design</dc:subject>
  <dc:creator>Dr. Bassam Kahhaleh</dc:creator>
  <cp:lastModifiedBy>wku</cp:lastModifiedBy>
  <cp:revision>63</cp:revision>
  <dcterms:created xsi:type="dcterms:W3CDTF">2003-02-07T19:59:00Z</dcterms:created>
  <dcterms:modified xsi:type="dcterms:W3CDTF">2024-12-08T11:37:39Z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1033-11.2.0.9967</vt:lpwstr>
  </property>
</Properties>
</file>